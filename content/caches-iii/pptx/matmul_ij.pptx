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"/>
  </p:notesMasterIdLst>
  <p:sldIdLst>
    <p:sldId id="1734" r:id="rId2"/>
    <p:sldId id="1745" r:id="rId3"/>
    <p:sldId id="1744" r:id="rId4"/>
    <p:sldId id="1743" r:id="rId5"/>
    <p:sldId id="1742" r:id="rId6"/>
    <p:sldId id="1741" r:id="rId7"/>
    <p:sldId id="1740" r:id="rId8"/>
    <p:sldId id="1739" r:id="rId9"/>
    <p:sldId id="1738" r:id="rId10"/>
    <p:sldId id="1737" r:id="rId11"/>
    <p:sldId id="1735" r:id="rId12"/>
    <p:sldId id="1736" r:id="rId13"/>
  </p:sldIdLst>
  <p:sldSz cx="7315200" cy="4572000"/>
  <p:notesSz cx="6858000" cy="9144000"/>
  <p:defaultTextStyle>
    <a:defPPr>
      <a:defRPr lang="en-US"/>
    </a:defPPr>
    <a:lvl1pPr marL="0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103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172E"/>
    <a:srgbClr val="000000"/>
    <a:srgbClr val="676767"/>
    <a:srgbClr val="666666"/>
    <a:srgbClr val="011B37"/>
    <a:srgbClr val="011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21"/>
    <p:restoredTop sz="92329"/>
  </p:normalViewPr>
  <p:slideViewPr>
    <p:cSldViewPr snapToGrid="0">
      <p:cViewPr varScale="1">
        <p:scale>
          <a:sx n="169" d="100"/>
          <a:sy n="169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46874-C40C-4245-BCC2-60A6AC86C34A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A077F-C537-FE4D-8D75-2451BFD4E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2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1pPr>
    <a:lvl2pPr marL="263345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2pPr>
    <a:lvl3pPr marL="52669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3pPr>
    <a:lvl4pPr marL="790036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4pPr>
    <a:lvl5pPr marL="1053382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5pPr>
    <a:lvl6pPr marL="1316727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6pPr>
    <a:lvl7pPr marL="1580073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7pPr>
    <a:lvl8pPr marL="1843419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8pPr>
    <a:lvl9pPr marL="2106764" algn="l" defTabSz="526692" rtl="0" eaLnBrk="1" latinLnBrk="0" hangingPunct="1">
      <a:defRPr sz="69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BA58-C89F-0E6C-AE9E-8766B40E1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77278-60F1-5330-F0F4-B90254003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2FC28-D803-49D9-926C-1594BA70F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5721D-EBF0-50AC-E435-05085890B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836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29DD-E310-63D2-18AB-27C3BA508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B644C-BD20-09C7-676F-38A006E16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F9C1A0-DCD1-9947-9082-33A7749F9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874E8-B154-DAA4-FBEC-5C936970B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06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0BAA1-E6D7-548E-94E7-75D23D192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D78B1-9553-D679-738D-335813ADC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294FB-BA6F-B9D5-AC0A-2821DE04E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9E150-E04F-F622-31A4-7883E061D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04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00CB-04F5-3A09-0A14-B6F5BC9C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97D3E-19ED-3998-B77C-D5B1F94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138F6-43BA-215B-D820-45F6B7399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3D9E6-983B-6FE7-8CC9-5C7C99805F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00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F968-93DD-AE76-DEFC-12718E6A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4C86E7-F308-FD9C-B308-78FFC6E69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059A9-BBC4-AAF1-46DA-39A9BAB14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DF261-1135-5E83-568A-F1D481878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5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36B5-E229-37B4-FE0C-799EB5E4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75BBC-5A01-F0D1-8139-EF92D1DCD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165ACE-18C6-AE3F-86F7-F49C346D0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E294-078E-0FDA-FDF3-427225D42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37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E2825-CF3C-24E5-38C2-903C5FB07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E1ADD-54C7-FE9B-037C-D5E45E3DF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30D66-22A7-A97B-6B65-CE09F0095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2CEFC-C82A-D9B5-7B4C-29E3BE586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99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09433-F217-90F6-CD93-A504EFF5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0FED1E-FE21-B03E-4511-9791ED1F1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39419-2CDE-DFD2-E71D-639325F780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76E58-A269-D508-0641-69B152F5D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08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658F-A7F8-AC26-8849-527D1AA5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65C2D-872D-0DFA-5B0B-2F7471929F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58598-3000-B334-0700-7C94F4F79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5B987-25FE-253F-F387-9385706A7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95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0C3E-7BFB-3F3D-998A-C936ED66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7BCC1-D7E2-38CC-1B40-1BF9FF4FF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44ED7-3156-C84B-CE68-9DF1E4E43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85354-82D9-5AE0-7922-06147BC67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03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4754-84CF-7519-21F2-8E4FFA14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3647B-931E-127E-E4E6-EA7B835AC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B29AB-9220-0B1C-8F10-511EAFA93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B080F-B110-4928-0319-65B40EC9F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C0D1C-18C7-6016-10FD-C802430F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4C285-0711-5D1B-4634-EB934F2A4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7437F-E89F-6277-D93E-15650E95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1AE59-7731-F9B2-2BA6-6EFDC11FB3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A077F-C537-FE4D-8D75-2451BFD4E4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92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9E539-87FD-7E81-5DB4-E5ABDF9C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48242"/>
            <a:ext cx="5486400" cy="159173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01CE25-4BE4-238C-F93B-CC53EEA1B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401359"/>
            <a:ext cx="5486400" cy="110384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011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344" y="3041037"/>
            <a:ext cx="4693920" cy="508000"/>
          </a:xfrm>
        </p:spPr>
        <p:txBody>
          <a:bodyPr/>
          <a:lstStyle>
            <a:lvl1pPr algn="ctr">
              <a:defRPr b="1" i="0">
                <a:solidFill>
                  <a:srgbClr val="FFC117">
                    <a:alpha val="99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-759990"/>
            <a:ext cx="4145280" cy="314864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0" h="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b="1" i="0" dirty="0">
                <a:ln w="0"/>
                <a:solidFill>
                  <a:srgbClr val="4991B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CS61C</a:t>
            </a:r>
            <a:endParaRPr lang="en-US" sz="6400" b="1" i="0" dirty="0">
              <a:solidFill>
                <a:srgbClr val="4991B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9664" y="785738"/>
            <a:ext cx="4145280" cy="19352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b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333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(a.k.a. Machine Structures)</a:t>
            </a:r>
            <a:endParaRPr lang="en-US" sz="3833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" y="50801"/>
            <a:ext cx="487680" cy="541866"/>
          </a:xfrm>
          <a:prstGeom prst="rect">
            <a:avLst/>
          </a:prstGeom>
        </p:spPr>
      </p:pic>
      <p:sp>
        <p:nvSpPr>
          <p:cNvPr id="4" name="Google Shape;24;p49">
            <a:extLst>
              <a:ext uri="{FF2B5EF4-FFF2-40B4-BE49-F238E27FC236}">
                <a16:creationId xmlns:a16="http://schemas.microsoft.com/office/drawing/2014/main" id="{7CFCDDFF-F2F3-BB7F-5AAC-4DAC3FACB74D}"/>
              </a:ext>
            </a:extLst>
          </p:cNvPr>
          <p:cNvSpPr/>
          <p:nvPr/>
        </p:nvSpPr>
        <p:spPr>
          <a:xfrm>
            <a:off x="2864481" y="4241938"/>
            <a:ext cx="1586243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0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ea typeface="Courier"/>
                <a:cs typeface="Consolas" panose="020B0609020204030204" pitchFamily="49" charset="0"/>
                <a:sym typeface="Courier"/>
              </a:rPr>
              <a:t>cs61c.org</a:t>
            </a:r>
            <a:r>
              <a:rPr lang="en-US" sz="2400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Helvetica Neue"/>
                <a:cs typeface="Calibri" panose="020F0502020204030204" pitchFamily="34" charset="0"/>
                <a:sym typeface="Helvetica Neue"/>
              </a:rPr>
              <a:t> </a:t>
            </a:r>
            <a:endParaRPr sz="21199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pic>
        <p:nvPicPr>
          <p:cNvPr id="18" name="Google Shape;13;p48">
            <a:extLst>
              <a:ext uri="{FF2B5EF4-FFF2-40B4-BE49-F238E27FC236}">
                <a16:creationId xmlns:a16="http://schemas.microsoft.com/office/drawing/2014/main" id="{508F213C-E8CC-FC33-B2F4-1AE8CDDC6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A2F13871-64D9-6820-CBB7-A7ABACF84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2722" y="4157582"/>
            <a:ext cx="792480" cy="420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Yan, Yokota</a:t>
            </a:r>
          </a:p>
        </p:txBody>
      </p:sp>
      <p:pic>
        <p:nvPicPr>
          <p:cNvPr id="12" name="Google Shape;23;p49">
            <a:extLst>
              <a:ext uri="{FF2B5EF4-FFF2-40B4-BE49-F238E27FC236}">
                <a16:creationId xmlns:a16="http://schemas.microsoft.com/office/drawing/2014/main" id="{B5F5D044-E7B8-227C-2762-FC050D99D253}"/>
              </a:ext>
            </a:extLst>
          </p:cNvPr>
          <p:cNvPicPr preferRelativeResize="0"/>
          <p:nvPr/>
        </p:nvPicPr>
        <p:blipFill>
          <a:blip r:embed="rId5"/>
          <a:srcRect l="481" r="481"/>
          <a:stretch/>
        </p:blipFill>
        <p:spPr>
          <a:xfrm>
            <a:off x="1200288" y="266517"/>
            <a:ext cx="759936" cy="1136756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D743AEC-29C7-B8BF-AA7C-A89A0709FC2C}"/>
              </a:ext>
            </a:extLst>
          </p:cNvPr>
          <p:cNvSpPr txBox="1"/>
          <p:nvPr/>
        </p:nvSpPr>
        <p:spPr>
          <a:xfrm>
            <a:off x="913508" y="1662528"/>
            <a:ext cx="1333501" cy="1118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UC Berkeley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Teaching Professor</a:t>
            </a:r>
            <a:b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67" b="1" i="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Lisa Yan</a:t>
            </a:r>
          </a:p>
        </p:txBody>
      </p:sp>
    </p:spTree>
    <p:extLst>
      <p:ext uri="{BB962C8B-B14F-4D97-AF65-F5344CB8AC3E}">
        <p14:creationId xmlns:p14="http://schemas.microsoft.com/office/powerpoint/2010/main" val="281747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5C8A98-76CA-B27F-F133-051940E33456}"/>
              </a:ext>
            </a:extLst>
          </p:cNvPr>
          <p:cNvSpPr/>
          <p:nvPr/>
        </p:nvSpPr>
        <p:spPr>
          <a:xfrm>
            <a:off x="1" y="605369"/>
            <a:ext cx="3308413" cy="3577167"/>
          </a:xfrm>
          <a:prstGeom prst="rect">
            <a:avLst/>
          </a:prstGeom>
          <a:gradFill>
            <a:gsLst>
              <a:gs pos="0">
                <a:srgbClr val="000000">
                  <a:alpha val="15000"/>
                </a:srgbClr>
              </a:gs>
              <a:gs pos="100000">
                <a:srgbClr val="3A7EA2"/>
              </a:gs>
            </a:gsLst>
            <a:lin ang="5400000" scaled="0"/>
          </a:gradFill>
          <a:ln w="1905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1BEC3E7-7B09-56AA-6C4C-9388411ECDD4}"/>
              </a:ext>
            </a:extLst>
          </p:cNvPr>
          <p:cNvSpPr txBox="1">
            <a:spLocks/>
          </p:cNvSpPr>
          <p:nvPr/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i="0" kern="1200">
                <a:solidFill>
                  <a:schemeClr val="bg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4200" dirty="0"/>
              <a:t>Agenda</a:t>
            </a:r>
          </a:p>
        </p:txBody>
      </p:sp>
      <p:sp>
        <p:nvSpPr>
          <p:cNvPr id="12" name="Google Shape;19;p49">
            <a:extLst>
              <a:ext uri="{FF2B5EF4-FFF2-40B4-BE49-F238E27FC236}">
                <a16:creationId xmlns:a16="http://schemas.microsoft.com/office/drawing/2014/main" id="{5ACAB7B2-3DB4-11AB-3F6A-3D7F0D221D93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46BF51CF-76B2-F664-5CE2-8565A7991D00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4" name="Google Shape;19;p49">
            <a:extLst>
              <a:ext uri="{FF2B5EF4-FFF2-40B4-BE49-F238E27FC236}">
                <a16:creationId xmlns:a16="http://schemas.microsoft.com/office/drawing/2014/main" id="{9F9F3E3D-A43E-88AC-BC3B-436B8A9CA70D}"/>
              </a:ext>
            </a:extLst>
          </p:cNvPr>
          <p:cNvSpPr/>
          <p:nvPr/>
        </p:nvSpPr>
        <p:spPr>
          <a:xfrm>
            <a:off x="198263" y="3389402"/>
            <a:ext cx="2844041" cy="314633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Helvetica Neue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443" y="592669"/>
            <a:ext cx="3053971" cy="3577167"/>
          </a:xfrm>
        </p:spPr>
        <p:txBody>
          <a:bodyPr>
            <a:normAutofit/>
          </a:bodyPr>
          <a:lstStyle>
            <a:lvl1pPr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60749C3-C532-CEDB-1D7A-4B5619D4526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59762" y="592669"/>
            <a:ext cx="3540128" cy="3577167"/>
          </a:xfrm>
        </p:spPr>
        <p:txBody>
          <a:bodyPr anchor="ctr"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0BCE0A1-53A5-E732-E3A9-772DB447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6581" y="4349545"/>
            <a:ext cx="5365699" cy="1902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15-Intro to SDS </a:t>
            </a:r>
            <a:r>
              <a:rPr lang="en-US" b="0" dirty="0">
                <a:solidFill>
                  <a:schemeClr val="bg1"/>
                </a:solidFill>
              </a:rPr>
              <a:t>(</a:t>
            </a:r>
            <a:fld id="{6D651793-2DF7-3D4C-8732-EA1D0A66E3FB}" type="slidenum">
              <a:rPr lang="en-US" b="0" smtClean="0">
                <a:solidFill>
                  <a:schemeClr val="bg1"/>
                </a:solidFill>
              </a:rPr>
              <a:pPr/>
              <a:t>‹#›</a:t>
            </a:fld>
            <a:r>
              <a:rPr lang="en-US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3078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EAE51-009D-97A0-35FD-778F9B4D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636A4-3650-86CB-0EC1-E6941894D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8952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D106-FE16-3636-A88A-B6CB1121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1" y="1139828"/>
            <a:ext cx="6309360" cy="19018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A9DA9-4575-A61D-A7C5-331D48F34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1" y="3059646"/>
            <a:ext cx="6309360" cy="10001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1150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2F76A-4E8C-78A6-F789-34256E6BA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833B3-B1CA-CB1A-1DCB-143A25BFC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2DB81-CB12-5A82-EE66-4C909BC65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217083"/>
            <a:ext cx="310896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274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80FB-8440-F0AB-DE86-E63BA87D3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234" y="39180"/>
            <a:ext cx="6325126" cy="5423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E0425-2C04-CE93-EBEB-F753F116F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4" y="1120778"/>
            <a:ext cx="3094672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CBB38-5C7A-CC05-564A-609BE01C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4" y="1670053"/>
            <a:ext cx="3094672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58C7F-3B0F-D41D-177C-2B3707A8C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1" y="1120778"/>
            <a:ext cx="3109913" cy="5492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C69418-7054-217D-1EEA-BA60E83D5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1" y="1670053"/>
            <a:ext cx="3109913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551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93CB-1C9B-C63E-0F8A-370349D8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200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3;p48">
            <a:extLst>
              <a:ext uri="{FF2B5EF4-FFF2-40B4-BE49-F238E27FC236}">
                <a16:creationId xmlns:a16="http://schemas.microsoft.com/office/drawing/2014/main" id="{E75F98E8-9EE7-EB25-6E46-96AA949A477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507" y="4241939"/>
            <a:ext cx="758805" cy="25964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;p48">
            <a:extLst>
              <a:ext uri="{FF2B5EF4-FFF2-40B4-BE49-F238E27FC236}">
                <a16:creationId xmlns:a16="http://schemas.microsoft.com/office/drawing/2014/main" id="{1FFAD22D-FF86-2BD6-5A5C-DE112158BD3F}"/>
              </a:ext>
            </a:extLst>
          </p:cNvPr>
          <p:cNvSpPr/>
          <p:nvPr/>
        </p:nvSpPr>
        <p:spPr>
          <a:xfrm>
            <a:off x="6522722" y="3897419"/>
            <a:ext cx="792480" cy="420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567" tIns="30233" rIns="75567" bIns="30233" anchor="b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7" b="0" i="0" u="none" strike="noStrike" cap="none" dirty="0">
                <a:solidFill>
                  <a:schemeClr val="lt1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Yan, Yokota</a:t>
            </a:r>
            <a:endParaRPr sz="1167" b="0" i="0" u="none" strike="noStrike" cap="none" dirty="0">
              <a:solidFill>
                <a:schemeClr val="lt1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DC1AB0-44F2-2B15-08C4-846EC6327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371" y="4320067"/>
            <a:ext cx="647830" cy="2519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8B692A-00EA-451C-6282-4FCB84F6A3EB}"/>
              </a:ext>
            </a:extLst>
          </p:cNvPr>
          <p:cNvSpPr txBox="1"/>
          <p:nvPr userDrawn="1"/>
        </p:nvSpPr>
        <p:spPr>
          <a:xfrm>
            <a:off x="985115" y="4349550"/>
            <a:ext cx="53656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accent3"/>
                </a:solidFill>
              </a:rPr>
              <a:t>15-Intro-to-SDS </a:t>
            </a:r>
            <a:r>
              <a:rPr lang="en-US" sz="1500" b="0" dirty="0">
                <a:solidFill>
                  <a:schemeClr val="bg1"/>
                </a:solidFill>
              </a:rPr>
              <a:t>(</a:t>
            </a:r>
            <a:fld id="{527F163A-7DC8-994F-8E37-552A536FB1E1}" type="slidenum">
              <a:rPr lang="en-US" sz="1500" b="1" smtClean="0">
                <a:solidFill>
                  <a:schemeClr val="bg1"/>
                </a:solidFill>
              </a:rPr>
              <a:t>‹#›</a:t>
            </a:fld>
            <a:r>
              <a:rPr lang="en-US" sz="1500" b="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994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rue 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956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13EE-3B86-1439-4D8A-0F5A8E51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BE5C98-B752-33FE-F677-52892E487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2969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08BCA5-C336-9D9A-2972-DC8C1A0D7C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1" y="630622"/>
            <a:ext cx="1577341" cy="34873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0CB82-E8EB-68A2-3447-2B526D00A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2" y="630622"/>
            <a:ext cx="4640581" cy="348735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745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rgbClr val="000000"/>
            </a:gs>
            <a:gs pos="100000">
              <a:srgbClr val="01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EF2B2D-18B3-3E8E-5EBD-05A30425E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3" y="50802"/>
            <a:ext cx="6297170" cy="5418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2D14E-D255-5456-8190-C7D4E6A80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4593" y="592667"/>
            <a:ext cx="6784850" cy="3578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827718-89A1-51A3-7382-665DEA22A350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9D6DD1-D053-2448-A433-4388E815DAC4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ED579EB-98E4-44FD-C7D5-98B2E3512F57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36935D-43FF-BC8C-6687-03DE40B09352}"/>
              </a:ext>
            </a:extLst>
          </p:cNvPr>
          <p:cNvCxnSpPr>
            <a:cxnSpLocks/>
          </p:cNvCxnSpPr>
          <p:nvPr/>
        </p:nvCxnSpPr>
        <p:spPr>
          <a:xfrm>
            <a:off x="669506" y="592411"/>
            <a:ext cx="6279936" cy="259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E159C0C1-47E1-589F-CD70-CC971396563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235483" y="4194099"/>
            <a:ext cx="1079717" cy="377901"/>
          </a:xfrm>
          <a:prstGeom prst="rect">
            <a:avLst/>
          </a:prstGeom>
        </p:spPr>
      </p:pic>
      <p:pic>
        <p:nvPicPr>
          <p:cNvPr id="26" name="Google Shape;13;p48">
            <a:extLst>
              <a:ext uri="{FF2B5EF4-FFF2-40B4-BE49-F238E27FC236}">
                <a16:creationId xmlns:a16="http://schemas.microsoft.com/office/drawing/2014/main" id="{0FEA16B6-018C-27E1-E216-ECD17DB80234}"/>
              </a:ext>
            </a:extLst>
          </p:cNvPr>
          <p:cNvPicPr preferRelativeResize="0"/>
          <p:nvPr userDrawn="1"/>
        </p:nvPicPr>
        <p:blipFill rotWithShape="1">
          <a:blip r:embed="rId15">
            <a:alphaModFix/>
          </a:blip>
          <a:srcRect/>
          <a:stretch/>
        </p:blipFill>
        <p:spPr>
          <a:xfrm>
            <a:off x="35359" y="4148177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EB6F0A4-91F0-7141-E2A6-3E00DA0EDE00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35358" y="34355"/>
            <a:ext cx="640465" cy="64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32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bg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471488" indent="-471488" algn="l" defTabSz="914400" rtl="0" eaLnBrk="1" latinLnBrk="0" hangingPunct="1">
        <a:lnSpc>
          <a:spcPct val="90000"/>
        </a:lnSpc>
        <a:spcBef>
          <a:spcPts val="1000"/>
        </a:spcBef>
        <a:buSzPct val="95000"/>
        <a:buFont typeface="Wingdings" pitchFamily="2" charset="2"/>
        <a:buChar char="§"/>
        <a:tabLst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869950" indent="-41275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Wingdings" pitchFamily="2" charset="2"/>
        <a:buChar char="§"/>
        <a:tabLst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14438" indent="-300038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tabLst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68463" indent="-2968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176463" indent="-3476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237E-41AA-5C2A-2F18-7311E33F4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86B8-CCB5-18F5-EE92-635F4FEA8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(1/12)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DAA91F-3885-765C-3250-02AE2EEDBD10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243A4D-A2A1-1CDB-D844-383C1E1D03C1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76F706-2F60-AC0D-A44A-7C3157E1038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52B9B7-4C1D-746F-0202-1CEC50C4FDC1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ECA0DE-FF05-0A48-56AB-B40FA01851FA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7734802F-B080-732A-FB89-F3BD5D4FAC8A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65C2A61-B396-4813-BA85-049D6225B7D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3133612-40D8-875B-CBE1-DACEBE75D13B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828151F-9537-4413-C2EC-5DBEABF2E0C1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EC3455-35EB-7AB1-3CF8-B352260B34FE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13E8A0D-AEBD-591B-559C-5F1CCBA4B6C7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F60E8D-0652-EEEF-604C-F1E02549A35E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35AF07-160B-921C-A3A3-22559832CCBE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6ED209-D50E-AE73-AC7A-8A4530D902E9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</p:spTree>
    <p:extLst>
      <p:ext uri="{BB962C8B-B14F-4D97-AF65-F5344CB8AC3E}">
        <p14:creationId xmlns:p14="http://schemas.microsoft.com/office/powerpoint/2010/main" val="22928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5767-BDB8-26CF-867F-B823E670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A049-0AA8-53B9-DADA-FF691723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(2/12)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4953BB-AEE1-963C-68A8-35F2516A0E23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7D07F-FDE4-66D4-84CC-9AE67A12800A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6621D0-168A-A37C-F1B9-FAE9C2101105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021095-0AFA-FC28-B2A1-BCCD794840B9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EA2173-EEDB-5748-C12F-1EC6CABAB734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AC5A3E9-D389-3C75-4D9B-3794C5AD816F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1DE597F-1D26-2155-005B-D9DF3873AE1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00D3B0D-88D2-83CE-EB73-B0036B617838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EA61F159-8DE1-D3E3-995C-FFDECACB83DC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FD7944-C039-9828-982F-4FB53612F3A8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383D4A-40ED-E589-F261-16DFD062AC0C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CB015F9-1456-9E72-76EF-A9145A41A486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E52DB4-C62B-B6D4-6521-71A3C33E02DE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FF7352-4036-39FC-BF0A-906A63E73EBB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D35271A8-F51A-206B-2F31-00958442B36A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515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A9AE-B315-318B-DF34-D0422BFC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C32E1-A359-BEAA-D3D2-7936060B8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(3/12)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E5BE3E-3F47-4DA1-D870-81EA154540B9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8B2DA-84C9-D2FE-A26A-46BA26F6616F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E6F698-07A2-1870-2E06-7AF018967600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96BB54-09D0-34BB-A4FB-BE1539ECBADA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BD4299-08B8-EACA-CD10-B8FD3E2690A5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4A3B81F-B37E-401E-743E-FE96A7E932C4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9E60D74-EC56-0A59-030A-DFF4009E2F80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5133FF2-DA2A-61EB-5A34-3245A2F11D6A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FF00626-1E2C-03A8-AD68-27CCAC1C4650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FC7475-E831-AF89-B34C-D3311D680EDA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9F2DC1-AD20-D5C3-143C-F594E3AF9348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207F89-58FA-E64E-17CF-38DC55D7A8B3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8AA56F-62F2-5DE6-E4FD-055C7C6BC03B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C4934D-6D57-216A-DA2E-43F871BEAB71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7C081D4B-0244-34F1-1D3B-20E4393B2FCB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475D3384-F124-0F4D-7567-477548E01DBB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195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D2043-7535-1078-5B9B-A11FD6F3C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7F4B9-90C6-A3D4-AE1E-E63870117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(4/12)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2232D1-64BD-554E-801A-9AA57BC09DC0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DDD570-01F5-FCA2-D5CF-7578C7E4912A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6D0C11-78A2-D19B-7E3A-DDA8B0AC9089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1173C4-7E8B-A077-F953-1DFC30265DD7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C9B957-7D6A-6C9E-12AA-B0DB8EF3F626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12DA7BF-99B9-1245-8F24-D266CBA7658F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DDEE335-6188-9C3E-59F1-06ED2BA000B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F093462-1F8E-6A25-07D2-DD1B976E04AB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06E971C-FADF-2A43-59EB-538B0F4F18B3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4272B9-2D22-68AA-D3B0-CE96A5FF7195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897D49-5E2C-E61E-6BC1-894396BCEBF6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9CDFEBA-DEF9-1DF7-E87B-21DCBA56977F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95BAD0-EB6F-4D41-7D65-5D08740912DD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91AB759-4094-EFD6-26D0-B3CFA9621B3D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69A81693-A0AC-37DD-ABAE-C73CFF60A3C3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D59B5E63-17CD-44E5-CB48-C207620566B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EBB69364-13B2-26E9-770C-BC3C17274C4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18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7374-B74F-C8B7-BC2E-1C61606CC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38A9D-0236-32CA-41AF-95949AE1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(5/12)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A4FC3E-BE2B-821F-8C2A-41A393AA65A2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A185A4-FA30-06B3-1278-0F64568A2FAB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A0EFC9-7EC1-820C-D3EC-57AE95F200B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59152D-A3B3-53B4-F470-48007152AA1C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E16960-31DF-B5FA-A99D-18C623F1A89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4B73D4C-834A-510E-81F9-9838E32A80AD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067C342-54E9-DDE9-1AA7-0536A033D1E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3994CE7-FF23-763D-52C8-9039311C82A5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6A7547C-75A3-E438-33E1-2D09B89146F8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63FE52B-BC10-C3F9-0173-5BB806D38F88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171C01-79C3-3DFA-1943-738C10EC7B3F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670A57-26AC-E8F2-F1FF-22E95B2C2A60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FF69EC-9F67-6C8A-C201-6964B9831DC1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586819-5464-D164-39BA-6EAD12CB493D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32550789-290C-96FF-3FE6-9EC484D9CC17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892F5ECE-E862-3D69-4965-44949AC080D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311251EB-75A1-BCED-F0BF-73AD0E83CAB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2D2F330-C1CD-3302-2618-20BE5FB51A4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217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D462F-0CDD-0910-0C4D-1A898BD0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69A5E-1E76-4550-2C33-29588315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(6/12)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D07F0A-9F73-98C6-9296-C54EE44B4F76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2F49A1-0DA1-52DC-0388-E5572351693E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A819A7-BB79-93EC-1B06-ECE39A7FB97C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7B1517-32FF-FEED-ECF4-3DD97BEA3640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3043A8-66F1-625C-18C9-8E87F1CEF0B4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8EE8EE3-0C9A-7B3E-2CBE-BD8D7865D8CE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0EB9237-65F8-798C-48E6-027872C3E064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AFE64B9-99F9-CBFF-5EA6-345FF057B149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334FD637-5A3E-276D-4EBB-4A52E03AE28E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EDB17B-FE8E-E8EC-B2FC-16E620315847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9A33DE-0242-F05D-6FD3-FB761E47168D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C7E6CF-C04A-9ADE-74FB-ACAE6A1A3B0A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3CCD45-5A43-8F96-1988-ABAF2DFBA16E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8BEAFF-4530-AE21-605C-1000B57A6D8B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B88755E7-C832-C665-6C44-823C7D914050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98AB79F2-E73C-8E31-B6C1-41A524FEC3A6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57CB53AE-3487-6574-379C-12C581A9DCDA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28FF2AB-50F7-C87F-9259-356306B4F364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423528CD-EF8B-EE58-34A4-4EFB925660E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98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B6824-3167-9D3F-B4BD-97FBB21A5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6984-443B-EAD4-8BF8-340DFCBC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(7/12)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0C82BF-BCDF-CC62-4DC2-E64FE2A9FFA8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D33BC7-D3C1-9BA5-ED24-F94BF2C25EBC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CBAFC6-C985-1D7F-64D6-B4E1E4FFAE3E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A31D74-14A6-BF70-EF30-BF05B83388FD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CD8227-7245-3BC5-20DC-B9E243EBDCF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AFBDFD2-9EF4-156A-42AF-23A0DC8E8F00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0D33241-1E70-41D7-2ADE-A80EFCFB12F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548B025-D330-3901-C74A-73E0E96A3E11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FA3C0722-9192-CC19-A3B8-459475FEB27A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1F5276-66AC-AE8F-D997-8F57110927E7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A7F306-2CDF-1C04-D559-CE37F053D03C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9D93C0-AA10-3643-871D-105FE807D944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D64CBAB-0555-5AFE-94EE-E362AE7E0F99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3C72AD-7EBF-F9DB-1A44-8C6496145FA8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ADD39C64-27A2-0EE4-69DE-737C9BE1B80A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5ABAB1-0012-FBBA-26B4-C21CF9A1446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DE559A98-6D95-1035-DF60-8F3C67B89D1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CF9270FD-D567-F302-ACB9-6991D595FD6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EEC7187B-B4B3-B8D7-9169-54A32E2FBFF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1DD1937A-DC4E-BBC6-6D52-AEF655B14ADF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805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7480D-640B-3924-C6E2-C1D838B61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61F7F-68BB-4983-DF07-DB97C3D09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(8/12)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C0C01D-633C-237B-7230-A252D0E7FE71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5934A5-BBB2-DEF8-4433-8C566EE49DBE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306AD8-E598-5BA4-56A7-235C2EA9C7B6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54A804-069F-3CFE-E4F1-55D76BB31792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D55FFA-F1E3-C365-2F5B-65DA7B56F9F5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F3D6368-9120-A3B0-72D3-4F219D0522E0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17210FA-3728-55E1-6DE2-F89DA2B7D34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D3EFD2F-F926-B8F9-4E8E-15647201CBAE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21409CAD-BEFE-A1A9-52D0-ACDDA324945D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E9A68D-D191-D1C9-5A42-2B5B6DE91FA3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F62381-1BE4-C9DC-171B-2490C86996E2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B3FB27-6EC7-0DD7-3894-9CABF8EF6C29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82D6E3-8026-8BCE-F2A1-B7AF64AF1BE8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B4A59A-8685-D89B-20DA-6C96D9772D5C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62465FCE-3925-9550-E596-C51B2BAD69A2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9EDCC1D1-CBE8-6830-11DB-249508914B84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330B30DD-A605-AB90-B19A-12E70103762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C533CE-91E7-5D42-EB17-8ACDBA1FA78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851DC55-7808-5638-BB3C-8DE144110ED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F5FC82F-7152-A987-0E07-694517590543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9743C4BC-3097-0FBD-E617-C41FA1902E90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146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66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389C-95E2-E739-B8CD-2F2A2500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1270F-C853-F5F0-6481-3A1CD0F6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(9/12)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6E6BF0-1471-B4A3-DF44-0D70EF9FF388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ED457D-BDCE-8F3B-826A-FCEC6671B4E2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B377E5-E56F-3CD8-2044-ECBBCB85D7EC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1AA931-AE58-D6B9-21BE-D520D0FE7369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F3B517-8ACE-30A6-4762-39ECBCF6D4C2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26A976E-D18D-4184-3693-D248C0F5B5B3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13DFA04-9D48-11AC-7C28-DAB8E15C1DE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C2AE07E-2318-2FEC-1CB1-84BAE88E0A9B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2BC18B8-75B5-33D7-273A-ACAF474F8B04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87F5FE-9C61-B1F5-0D64-C82269508BC3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7DDE2C-E04F-8F4B-257F-CBF2C88522C8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A521EF8-673A-342C-841A-4CED97EBE434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139FAF1-3939-C532-E05A-321C6082AC74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0DA1BE-5716-E04F-6236-2CCB61565587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7DA477DB-1EFD-3C10-4EDB-034C6F5ED6A7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0F51819B-91BD-E305-5C8D-DE9CBDCD522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23C88406-1077-AED0-CF13-44C320E43C4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8E02951-08B0-F9CF-7314-19A10E0FB9D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4C8A620B-C232-FD2E-623D-9E4C49BA8E8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3070B2CE-6BAA-20F7-3B71-3081A9BA8D8C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B71E4A84-CD2D-0DA5-1CB8-FA09A8C7344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146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ADB1EF30-7EBC-6098-91D1-2544CCDC38A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4788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19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FAA8-0738-F737-55C8-938D47688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0CBB-E1A1-7A48-DE0C-7BD2F235B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(10/12)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3A1DF8-8386-1DE3-6E65-23111B38B32E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3AA29B-3309-A90A-73D0-2261D9800C35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BA63A-9137-1FD4-8A9A-2C1507958FB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805569-F313-D372-9C41-40D58443B876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F0908E-02C5-A09A-571F-A02EF1EB70E7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100F5D0-0168-BE23-7873-69ED6C1A2C46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C5CFDFD-8FD2-2C69-55EB-617103A35E9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24FA16D-7570-B3CE-6FF2-6329086B6E40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E7F2321-90B2-8AA1-0FE5-2BF2E7D0B0F4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CBBA7B-AFDF-7F50-77DF-D1B8F16368CD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0CC984-EDE0-DF09-8334-283123B71C0E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DAC99E-08B9-94C2-DA06-4BA54BF5FD9C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1D2CA4-506A-EA4E-6A18-70D7D1671932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56E3D58-654C-A075-26BF-7EB71C28BE77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5D9151D9-DB0F-F858-0A78-2896159153D4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00119242-CA04-E3FD-A16D-85BF2EB3F7B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F55FB6BE-F3D3-2137-AB65-74D27FB8FA7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AF525D4-C443-765A-3692-A5277B6A6F2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788F14FF-25A6-1503-DC18-0D9B0B947C5B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D7552815-57C0-4A0C-AE4E-4FC61287B87E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F1F317F4-A242-368E-516E-66E358BF710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146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F37C13A7-8BC9-C995-B67C-0D7B2A0F075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4788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2D79CE66-0CD5-C219-AD4C-41F8AD84D4E9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1004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54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AA34-C891-1461-F638-6384D0868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9759-CB05-5AFB-9068-20A37CC1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(11/12)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CC9B19-AB0A-353A-531D-165BD256E0A6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B478F-59A2-49B5-8B3A-1355168EA112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F7EF7E-A2C9-C21C-1C17-FC1FD2544587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18A32E-774C-E6A7-10E0-1EB0B0360E95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4D9E30-FD75-055C-845A-A74A1F6088EC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0A40708-064E-217D-31FE-3F5F3D17F075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A17D768-23A7-59E3-343C-ECC792E0701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136B892-88C3-F6A1-6848-7711DE0EF042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A0DEC2A-3C39-3C11-B4D6-A854297457AB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C6D8F8-1DB4-6597-1AEC-872E92BB1177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EA0C76D-FA13-9499-D226-FC6EB8C0B07B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A35B5F3-87E1-1191-4AC5-031E245F07D4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5FF6EF-C521-9FF4-337A-82F0A9E11594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09B656-9CD8-7DD8-8D87-BD5AFCA2A1F6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7A0AAE8D-D539-1147-532D-29D751135907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04EAA420-68E4-5423-3ACD-DF8163CBED42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AD55BB91-6024-6F99-E7E9-21A9A8081D4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95C1712F-0968-FDE2-55FE-BDE04C29EBD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D92BE24-9C7F-90E4-AE89-553FFF571BF5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24A8C678-FF15-4558-48F5-35B0C031E7C4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7C81D3BA-B523-1B6F-DF50-0D2FAC91A4E6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146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E39D8E44-B6A7-B514-EF63-82A71E7D4F6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4788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FBE0F4AA-26B0-EAAA-309D-C75CFF8BED1F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1004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F7705671-CDB1-C501-616E-5396B0F37D94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43664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072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3DDC1-B284-BEFB-FD80-3E39A5FFD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CB79-3371-D2CB-146F-BFCFC1277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272" y="50802"/>
            <a:ext cx="6662927" cy="541866"/>
          </a:xfrm>
        </p:spPr>
        <p:txBody>
          <a:bodyPr>
            <a:normAutofit/>
          </a:bodyPr>
          <a:lstStyle/>
          <a:p>
            <a:r>
              <a:rPr lang="en-US" sz="2800" dirty="0"/>
              <a:t>C[</a:t>
            </a:r>
            <a:r>
              <a:rPr lang="en-US" sz="2800" dirty="0" err="1"/>
              <a:t>i</a:t>
            </a:r>
            <a:r>
              <a:rPr lang="en-US" sz="2800" dirty="0"/>
              <a:t>][j] memory access pattern (12/12)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CE79FF-7E22-7AB1-DAAA-ADC3D4E56F85}"/>
              </a:ext>
            </a:extLst>
          </p:cNvPr>
          <p:cNvSpPr txBox="1"/>
          <p:nvPr/>
        </p:nvSpPr>
        <p:spPr>
          <a:xfrm>
            <a:off x="8150585" y="4987962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7AE12C-43B6-81B1-5C84-028FC9AD8D94}"/>
              </a:ext>
            </a:extLst>
          </p:cNvPr>
          <p:cNvSpPr txBox="1"/>
          <p:nvPr/>
        </p:nvSpPr>
        <p:spPr>
          <a:xfrm>
            <a:off x="453008" y="3119168"/>
            <a:ext cx="1208572" cy="74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Miss</a:t>
            </a:r>
          </a:p>
          <a:p>
            <a:pPr>
              <a:lnSpc>
                <a:spcPct val="85000"/>
              </a:lnSpc>
              <a:spcBef>
                <a:spcPts val="1800"/>
              </a:spcBef>
            </a:pPr>
            <a:r>
              <a:rPr lang="en-US" sz="1600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A7826C-0714-B7B2-4B14-977D1049C228}"/>
              </a:ext>
            </a:extLst>
          </p:cNvPr>
          <p:cNvSpPr>
            <a:spLocks noChangeAspect="1"/>
          </p:cNvSpPr>
          <p:nvPr/>
        </p:nvSpPr>
        <p:spPr>
          <a:xfrm>
            <a:off x="295700" y="3134139"/>
            <a:ext cx="201168" cy="201168"/>
          </a:xfrm>
          <a:prstGeom prst="rect">
            <a:avLst/>
          </a:prstGeom>
          <a:solidFill>
            <a:schemeClr val="accent5"/>
          </a:solidFill>
          <a:ln w="57150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3C3490-456D-B034-7F5B-B06042782BFB}"/>
              </a:ext>
            </a:extLst>
          </p:cNvPr>
          <p:cNvSpPr>
            <a:spLocks noChangeAspect="1"/>
          </p:cNvSpPr>
          <p:nvPr/>
        </p:nvSpPr>
        <p:spPr>
          <a:xfrm>
            <a:off x="295700" y="3571853"/>
            <a:ext cx="201168" cy="201168"/>
          </a:xfrm>
          <a:prstGeom prst="rect">
            <a:avLst/>
          </a:prstGeom>
          <a:solidFill>
            <a:schemeClr val="accent4"/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F39C60-250E-8713-FC34-0089772336CE}"/>
              </a:ext>
            </a:extLst>
          </p:cNvPr>
          <p:cNvSpPr>
            <a:spLocks noChangeAspect="1"/>
          </p:cNvSpPr>
          <p:nvPr/>
        </p:nvSpPr>
        <p:spPr>
          <a:xfrm>
            <a:off x="1107002" y="3571853"/>
            <a:ext cx="201168" cy="201168"/>
          </a:xfrm>
          <a:prstGeom prst="rect">
            <a:avLst/>
          </a:prstGeom>
          <a:solidFill>
            <a:schemeClr val="bg1">
              <a:lumMod val="50000"/>
            </a:schemeClr>
          </a:solidFill>
          <a:ln w="28575">
            <a:noFill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DB891FD-4868-E9BD-C1F7-9ABA0CE697BD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27432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3971486426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8324925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668780735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87475621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F5C4A64-6BB6-7B28-142C-EC8CA93ABC4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6773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82347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2640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19987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E9D28CD-FBE4-9F34-31D6-A6D9AB850DE1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2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11461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409219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775E8DFE-5461-4CFE-CC22-A3FA811F758E}"/>
              </a:ext>
            </a:extLst>
          </p:cNvPr>
          <p:cNvSpPr txBox="1"/>
          <p:nvPr/>
        </p:nvSpPr>
        <p:spPr>
          <a:xfrm>
            <a:off x="5095012" y="1394751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=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2A9329-655E-FCC4-8DC4-3AC38C7A1A02}"/>
              </a:ext>
            </a:extLst>
          </p:cNvPr>
          <p:cNvSpPr txBox="1"/>
          <p:nvPr/>
        </p:nvSpPr>
        <p:spPr>
          <a:xfrm>
            <a:off x="3132408" y="1394751"/>
            <a:ext cx="385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73C2E5-1D3E-2C02-341B-768C8A1FDF89}"/>
              </a:ext>
            </a:extLst>
          </p:cNvPr>
          <p:cNvSpPr txBox="1"/>
          <p:nvPr/>
        </p:nvSpPr>
        <p:spPr>
          <a:xfrm>
            <a:off x="1451423" y="23465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FCC1D65-FA70-C7B1-F08E-494A59749EC5}"/>
              </a:ext>
            </a:extLst>
          </p:cNvPr>
          <p:cNvSpPr txBox="1"/>
          <p:nvPr/>
        </p:nvSpPr>
        <p:spPr>
          <a:xfrm>
            <a:off x="5066637" y="3128983"/>
            <a:ext cx="380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1F8658-54CF-A51E-E992-A402FB9999A7}"/>
              </a:ext>
            </a:extLst>
          </p:cNvPr>
          <p:cNvSpPr txBox="1"/>
          <p:nvPr/>
        </p:nvSpPr>
        <p:spPr>
          <a:xfrm>
            <a:off x="6065510" y="2346562"/>
            <a:ext cx="375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6E8F4D-20AF-46E9-1D8E-CAA1C6ABBB83}"/>
              </a:ext>
            </a:extLst>
          </p:cNvPr>
          <p:cNvSpPr txBox="1"/>
          <p:nvPr/>
        </p:nvSpPr>
        <p:spPr>
          <a:xfrm>
            <a:off x="1320010" y="3443378"/>
            <a:ext cx="2245464" cy="512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5000"/>
              </a:lnSpc>
              <a:spcBef>
                <a:spcPts val="1800"/>
              </a:spcBef>
              <a:defRPr/>
            </a:pPr>
            <a:r>
              <a:rPr lang="en-US" sz="1600" dirty="0">
                <a:solidFill>
                  <a:srgbClr val="C6D9C3"/>
                </a:solidFill>
                <a:latin typeface="Calibri"/>
              </a:rPr>
              <a:t>Brought in, but unused before replacement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EF4CD3E8-C114-6E9C-F2F2-A126A0CF5A05}"/>
              </a:ext>
            </a:extLst>
          </p:cNvPr>
          <p:cNvGraphicFramePr>
            <a:graphicFrameLocks noGrp="1"/>
          </p:cNvGraphicFramePr>
          <p:nvPr/>
        </p:nvGraphicFramePr>
        <p:xfrm>
          <a:off x="3145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B7649832-BD4E-7ED4-D0B6-616AEED8316C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F0FE3FCF-3DDD-4453-C6B0-36C6F051FBDE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365316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0C838F3-246D-B16F-3AB2-58DC0F7E3D7B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17179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D880F73D-04A7-1CA4-00E9-6D4B7C998907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065651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F0D19432-5693-5A54-0095-257AE41EB0FD}"/>
              </a:ext>
            </a:extLst>
          </p:cNvPr>
          <p:cNvGraphicFramePr>
            <a:graphicFrameLocks noGrp="1"/>
          </p:cNvGraphicFramePr>
          <p:nvPr/>
        </p:nvGraphicFramePr>
        <p:xfrm>
          <a:off x="1686171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7C56E5FE-FD55-F8FB-3230-E66AD18E75D8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4146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035358FA-A46B-0F60-348C-49DDFBF49AC1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274788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85AEBFDC-E622-F0E7-D302-38C82D4BA2FD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100478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FC49DD99-DB1D-6FB4-585D-F2D431B7E683}"/>
              </a:ext>
            </a:extLst>
          </p:cNvPr>
          <p:cNvGraphicFramePr>
            <a:graphicFrameLocks noGrp="1"/>
          </p:cNvGraphicFramePr>
          <p:nvPr/>
        </p:nvGraphicFramePr>
        <p:xfrm>
          <a:off x="3608368" y="3436640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198613AA-5C99-33EB-FDFF-77309B6CEC0D}"/>
              </a:ext>
            </a:extLst>
          </p:cNvPr>
          <p:cNvGraphicFramePr>
            <a:graphicFrameLocks noGrp="1"/>
          </p:cNvGraphicFramePr>
          <p:nvPr/>
        </p:nvGraphicFramePr>
        <p:xfrm>
          <a:off x="5577843" y="1032114"/>
          <a:ext cx="1371600" cy="34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">
                  <a:extLst>
                    <a:ext uri="{9D8B030D-6E8A-4147-A177-3AD203B41FA5}">
                      <a16:colId xmlns:a16="http://schemas.microsoft.com/office/drawing/2014/main" val="408698951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589196929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515275198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190253931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30000"/>
                        </a:lnSpc>
                      </a:pP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536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052334"/>
      </p:ext>
    </p:extLst>
  </p:cSld>
  <p:clrMapOvr>
    <a:masterClrMapping/>
  </p:clrMapOvr>
</p:sld>
</file>

<file path=ppt/theme/theme1.xml><?xml version="1.0" encoding="utf-8"?>
<a:theme xmlns:a="http://schemas.openxmlformats.org/drawingml/2006/main" name="CS61C-ly-sp24-clean">
  <a:themeElements>
    <a:clrScheme name="CS61C 2">
      <a:dk1>
        <a:srgbClr val="000000"/>
      </a:dk1>
      <a:lt1>
        <a:srgbClr val="FFFFFF"/>
      </a:lt1>
      <a:dk2>
        <a:srgbClr val="003162"/>
      </a:dk2>
      <a:lt2>
        <a:srgbClr val="E4DCD1"/>
      </a:lt2>
      <a:accent1>
        <a:srgbClr val="02BCE2"/>
      </a:accent1>
      <a:accent2>
        <a:srgbClr val="C6D9C3"/>
      </a:accent2>
      <a:accent3>
        <a:srgbClr val="FDC016"/>
      </a:accent3>
      <a:accent4>
        <a:srgbClr val="D8E055"/>
      </a:accent4>
      <a:accent5>
        <a:srgbClr val="EB1378"/>
      </a:accent5>
      <a:accent6>
        <a:srgbClr val="A97DF9"/>
      </a:accent6>
      <a:hlink>
        <a:srgbClr val="94C8FD"/>
      </a:hlink>
      <a:folHlink>
        <a:srgbClr val="F7F5F5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smtClean="0">
            <a:solidFill>
              <a:schemeClr val="accent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sp24-clean" id="{0858438F-DF77-314E-B33E-DFE6DA7B50F8}" vid="{8CE37D40-99E0-404C-8A6D-C36CC65A7B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CS61C-ly-sp24-clean</Template>
  <TotalTime>17575</TotalTime>
  <Words>336</Words>
  <Application>Microsoft Macintosh PowerPoint</Application>
  <PresentationFormat>Custom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Wingdings</vt:lpstr>
      <vt:lpstr>CS61C-ly-sp24-clean</vt:lpstr>
      <vt:lpstr>C[i][j] memory access pattern (1/12)</vt:lpstr>
      <vt:lpstr>C[i][j] memory access pattern (2/12)</vt:lpstr>
      <vt:lpstr>C[i][j] memory access pattern (3/12)</vt:lpstr>
      <vt:lpstr>C[i][j] memory access pattern (4/12)</vt:lpstr>
      <vt:lpstr>C[i][j] memory access pattern (5/12)</vt:lpstr>
      <vt:lpstr>C[i][j] memory access pattern (6/12)</vt:lpstr>
      <vt:lpstr>C[i][j] memory access pattern (7/12)</vt:lpstr>
      <vt:lpstr>C[i][j] memory access pattern (8/12)</vt:lpstr>
      <vt:lpstr>C[i][j] memory access pattern (9/12)</vt:lpstr>
      <vt:lpstr>C[i][j] memory access pattern (10/12)</vt:lpstr>
      <vt:lpstr>C[i][j] memory access pattern (11/12)</vt:lpstr>
      <vt:lpstr>C[i][j] memory access pattern (12/12)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Lisa Yan</dc:creator>
  <cp:lastModifiedBy>Lisa Yan</cp:lastModifiedBy>
  <cp:revision>2026</cp:revision>
  <dcterms:created xsi:type="dcterms:W3CDTF">2024-02-19T04:17:04Z</dcterms:created>
  <dcterms:modified xsi:type="dcterms:W3CDTF">2026-04-06T03:24:53Z</dcterms:modified>
</cp:coreProperties>
</file>