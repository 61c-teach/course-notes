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1749" r:id="rId2"/>
    <p:sldId id="1755" r:id="rId3"/>
    <p:sldId id="1753" r:id="rId4"/>
    <p:sldId id="1754" r:id="rId5"/>
    <p:sldId id="1756" r:id="rId6"/>
  </p:sldIdLst>
  <p:sldSz cx="7315200" cy="4572000"/>
  <p:notesSz cx="6858000" cy="9144000"/>
  <p:defaultTextStyle>
    <a:defPPr>
      <a:defRPr lang="en-US"/>
    </a:defPPr>
    <a:lvl1pPr marL="0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1pPr>
    <a:lvl2pPr marL="263345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2pPr>
    <a:lvl3pPr marL="526692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3pPr>
    <a:lvl4pPr marL="790036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4pPr>
    <a:lvl5pPr marL="1053382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5pPr>
    <a:lvl6pPr marL="1316727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6pPr>
    <a:lvl7pPr marL="1580073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7pPr>
    <a:lvl8pPr marL="1843419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8pPr>
    <a:lvl9pPr marL="2106764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5FB"/>
    <a:srgbClr val="02172E"/>
    <a:srgbClr val="000000"/>
    <a:srgbClr val="676767"/>
    <a:srgbClr val="666666"/>
    <a:srgbClr val="011B37"/>
    <a:srgbClr val="0119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21"/>
    <p:restoredTop sz="92329"/>
  </p:normalViewPr>
  <p:slideViewPr>
    <p:cSldViewPr snapToGrid="0">
      <p:cViewPr varScale="1">
        <p:scale>
          <a:sx n="169" d="100"/>
          <a:sy n="169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46874-C40C-4245-BCC2-60A6AC86C34A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A077F-C537-FE4D-8D75-2451BFD4E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2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1pPr>
    <a:lvl2pPr marL="263345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2pPr>
    <a:lvl3pPr marL="526692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3pPr>
    <a:lvl4pPr marL="790036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4pPr>
    <a:lvl5pPr marL="1053382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5pPr>
    <a:lvl6pPr marL="1316727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6pPr>
    <a:lvl7pPr marL="1580073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7pPr>
    <a:lvl8pPr marL="1843419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8pPr>
    <a:lvl9pPr marL="2106764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9A7F1-CFAF-0760-AD64-76BD2241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8B4F7-DE0A-4D11-5985-5F352C250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1F502-B8DC-2F20-CCD6-7E1E8605A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4747E-9DF1-848D-68C7-491958CB8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78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6B227-7FF6-27B9-53E2-2CE995035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7AEFC-4E52-BDC3-EFCB-9E86CBE32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6A913F-0283-0D5B-2D72-BBEDDAD08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A446C-4ADA-43E4-0315-7FD1BD1B9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59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0CB18-CE89-5C6C-8CCE-DBBD4E10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DD1D3-8883-345F-5637-F3633CCA6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EEAD8-D54B-7C09-D554-4F7D72722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E7DF3-34C5-F4EE-F4B2-D6D1AEF79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5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6B94-FDCE-6B62-DDEC-0933E54CB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6A201-F819-A60C-4631-2171F84A6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7D096-B08A-7BCD-B44C-BAC123C17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E1FAE-9922-719B-22C2-03EE7A687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91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E65E9-D4C6-22CA-2CF8-E81D6952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2F33F-BCEC-6E57-8B83-2EF68F447E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DB37D-F789-F384-46E3-11E8F7D72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ACC97-2283-93EA-B528-03A361869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61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E539-87FD-7E81-5DB4-E5ABDF9C1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748242"/>
            <a:ext cx="5486400" cy="159173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1CE25-4BE4-238C-F93B-CC53EEA1B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401359"/>
            <a:ext cx="5486400" cy="110384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17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344" y="3041037"/>
            <a:ext cx="4693920" cy="508000"/>
          </a:xfrm>
        </p:spPr>
        <p:txBody>
          <a:bodyPr/>
          <a:lstStyle>
            <a:lvl1pPr algn="ctr">
              <a:defRPr b="1" i="0">
                <a:solidFill>
                  <a:srgbClr val="FFC117">
                    <a:alpha val="99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664" y="-759990"/>
            <a:ext cx="4145280" cy="31486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0" h="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b="1" i="0" dirty="0">
                <a:ln w="0"/>
                <a:solidFill>
                  <a:srgbClr val="4991B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CS61C</a:t>
            </a:r>
            <a:endParaRPr lang="en-US" sz="6400" b="1" i="0" dirty="0">
              <a:solidFill>
                <a:srgbClr val="4991B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664" y="785738"/>
            <a:ext cx="4145280" cy="19352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b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(a.k.a. Machine Structures)</a:t>
            </a:r>
            <a:endParaRPr lang="en-US" sz="3833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71" y="4320067"/>
            <a:ext cx="647830" cy="2519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" y="50801"/>
            <a:ext cx="487680" cy="541866"/>
          </a:xfrm>
          <a:prstGeom prst="rect">
            <a:avLst/>
          </a:prstGeom>
        </p:spPr>
      </p:pic>
      <p:sp>
        <p:nvSpPr>
          <p:cNvPr id="4" name="Google Shape;24;p49">
            <a:extLst>
              <a:ext uri="{FF2B5EF4-FFF2-40B4-BE49-F238E27FC236}">
                <a16:creationId xmlns:a16="http://schemas.microsoft.com/office/drawing/2014/main" id="{7CFCDDFF-F2F3-BB7F-5AAC-4DAC3FACB74D}"/>
              </a:ext>
            </a:extLst>
          </p:cNvPr>
          <p:cNvSpPr/>
          <p:nvPr/>
        </p:nvSpPr>
        <p:spPr>
          <a:xfrm>
            <a:off x="2864481" y="4241938"/>
            <a:ext cx="1586243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ea typeface="Courier"/>
                <a:cs typeface="Consolas" panose="020B0609020204030204" pitchFamily="49" charset="0"/>
                <a:sym typeface="Courier"/>
              </a:rPr>
              <a:t>cs61c.org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</a:t>
            </a:r>
            <a:endParaRPr sz="21199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pic>
        <p:nvPicPr>
          <p:cNvPr id="18" name="Google Shape;13;p48">
            <a:extLst>
              <a:ext uri="{FF2B5EF4-FFF2-40B4-BE49-F238E27FC236}">
                <a16:creationId xmlns:a16="http://schemas.microsoft.com/office/drawing/2014/main" id="{508F213C-E8CC-FC33-B2F4-1AE8CDDC63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07" y="4241939"/>
            <a:ext cx="758805" cy="2596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A2F13871-64D9-6820-CBB7-A7ABACF84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722" y="4157582"/>
            <a:ext cx="792480" cy="4202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Yan, Yokota</a:t>
            </a:r>
          </a:p>
        </p:txBody>
      </p:sp>
      <p:pic>
        <p:nvPicPr>
          <p:cNvPr id="12" name="Google Shape;23;p49">
            <a:extLst>
              <a:ext uri="{FF2B5EF4-FFF2-40B4-BE49-F238E27FC236}">
                <a16:creationId xmlns:a16="http://schemas.microsoft.com/office/drawing/2014/main" id="{B5F5D044-E7B8-227C-2762-FC050D99D253}"/>
              </a:ext>
            </a:extLst>
          </p:cNvPr>
          <p:cNvPicPr preferRelativeResize="0"/>
          <p:nvPr/>
        </p:nvPicPr>
        <p:blipFill>
          <a:blip r:embed="rId5"/>
          <a:srcRect l="481" r="481"/>
          <a:stretch/>
        </p:blipFill>
        <p:spPr>
          <a:xfrm>
            <a:off x="1200288" y="266517"/>
            <a:ext cx="759936" cy="113675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743AEC-29C7-B8BF-AA7C-A89A0709FC2C}"/>
              </a:ext>
            </a:extLst>
          </p:cNvPr>
          <p:cNvSpPr txBox="1"/>
          <p:nvPr/>
        </p:nvSpPr>
        <p:spPr>
          <a:xfrm>
            <a:off x="913508" y="1662528"/>
            <a:ext cx="1333501" cy="1118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UC Berkeley</a:t>
            </a:r>
            <a:b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Teaching Professor</a:t>
            </a:r>
            <a:b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Lisa Yan</a:t>
            </a:r>
          </a:p>
        </p:txBody>
      </p:sp>
    </p:spTree>
    <p:extLst>
      <p:ext uri="{BB962C8B-B14F-4D97-AF65-F5344CB8AC3E}">
        <p14:creationId xmlns:p14="http://schemas.microsoft.com/office/powerpoint/2010/main" val="281747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5C8A98-76CA-B27F-F133-051940E33456}"/>
              </a:ext>
            </a:extLst>
          </p:cNvPr>
          <p:cNvSpPr/>
          <p:nvPr/>
        </p:nvSpPr>
        <p:spPr>
          <a:xfrm>
            <a:off x="1" y="605369"/>
            <a:ext cx="3308413" cy="3577167"/>
          </a:xfrm>
          <a:prstGeom prst="rect">
            <a:avLst/>
          </a:prstGeom>
          <a:gradFill>
            <a:gsLst>
              <a:gs pos="0">
                <a:srgbClr val="000000">
                  <a:alpha val="15000"/>
                </a:srgbClr>
              </a:gs>
              <a:gs pos="100000">
                <a:srgbClr val="3A7EA2"/>
              </a:gs>
            </a:gsLst>
            <a:lin ang="5400000" scaled="0"/>
          </a:gra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1BEC3E7-7B09-56AA-6C4C-9388411ECDD4}"/>
              </a:ext>
            </a:extLst>
          </p:cNvPr>
          <p:cNvSpPr txBox="1">
            <a:spLocks/>
          </p:cNvSpPr>
          <p:nvPr/>
        </p:nvSpPr>
        <p:spPr>
          <a:xfrm>
            <a:off x="652273" y="50802"/>
            <a:ext cx="6297170" cy="541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bg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4200" dirty="0"/>
              <a:t>Agenda</a:t>
            </a:r>
          </a:p>
        </p:txBody>
      </p:sp>
      <p:sp>
        <p:nvSpPr>
          <p:cNvPr id="12" name="Google Shape;19;p49">
            <a:extLst>
              <a:ext uri="{FF2B5EF4-FFF2-40B4-BE49-F238E27FC236}">
                <a16:creationId xmlns:a16="http://schemas.microsoft.com/office/drawing/2014/main" id="{5ACAB7B2-3DB4-11AB-3F6A-3D7F0D221D93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46BF51CF-76B2-F664-5CE2-8565A7991D00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14" name="Google Shape;19;p49">
            <a:extLst>
              <a:ext uri="{FF2B5EF4-FFF2-40B4-BE49-F238E27FC236}">
                <a16:creationId xmlns:a16="http://schemas.microsoft.com/office/drawing/2014/main" id="{9F9F3E3D-A43E-88AC-BC3B-436B8A9CA70D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993CB-1C9B-C63E-0F8A-370349D82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43" y="592669"/>
            <a:ext cx="3053971" cy="3577167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60749C3-C532-CEDB-1D7A-4B5619D4526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59762" y="592669"/>
            <a:ext cx="3540128" cy="3577167"/>
          </a:xfrm>
        </p:spPr>
        <p:txBody>
          <a:bodyPr anchor="ctr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0BCE0A1-53A5-E732-E3A9-772DB447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6581" y="4349545"/>
            <a:ext cx="5365699" cy="1902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15-Intro to SDS </a:t>
            </a:r>
            <a:r>
              <a:rPr lang="en-US" b="0" dirty="0">
                <a:solidFill>
                  <a:schemeClr val="bg1"/>
                </a:solidFill>
              </a:rPr>
              <a:t>(</a:t>
            </a:r>
            <a:fld id="{6D651793-2DF7-3D4C-8732-EA1D0A66E3FB}" type="slidenum">
              <a:rPr lang="en-US" b="0" smtClean="0">
                <a:solidFill>
                  <a:schemeClr val="bg1"/>
                </a:solidFill>
              </a:rPr>
              <a:pPr/>
              <a:t>‹#›</a:t>
            </a:fld>
            <a:r>
              <a:rPr lang="en-US" b="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078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AE51-009D-97A0-35FD-778F9B4D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636A4-3650-86CB-0EC1-E6941894D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952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D106-FE16-3636-A88A-B6CB11217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1" y="1139828"/>
            <a:ext cx="6309360" cy="19018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A9DA9-4575-A61D-A7C5-331D48F34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1" y="3059646"/>
            <a:ext cx="6309360" cy="10001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1150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F76A-4E8C-78A6-F789-34256E6B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33B3-B1CA-CB1A-1DCB-143A25BFC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217083"/>
            <a:ext cx="3108960" cy="2900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2DB81-CB12-5A82-EE66-4C909BC65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217083"/>
            <a:ext cx="3108960" cy="2900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274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80FB-8440-F0AB-DE86-E63BA87D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34" y="39180"/>
            <a:ext cx="6325126" cy="5423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E0425-2C04-CE93-EBEB-F753F116F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4" y="1120778"/>
            <a:ext cx="3094672" cy="549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CBB38-5C7A-CC05-564A-609BE01C4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4" y="1670053"/>
            <a:ext cx="3094672" cy="2456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58C7F-3B0F-D41D-177C-2B3707A8C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1" y="1120778"/>
            <a:ext cx="3109913" cy="549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69418-7054-217D-1EEA-BA60E83D5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1" y="1670053"/>
            <a:ext cx="3109913" cy="2456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551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93CB-1C9B-C63E-0F8A-370349D8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200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3;p48">
            <a:extLst>
              <a:ext uri="{FF2B5EF4-FFF2-40B4-BE49-F238E27FC236}">
                <a16:creationId xmlns:a16="http://schemas.microsoft.com/office/drawing/2014/main" id="{E75F98E8-9EE7-EB25-6E46-96AA949A47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507" y="4241939"/>
            <a:ext cx="758805" cy="2596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;p48">
            <a:extLst>
              <a:ext uri="{FF2B5EF4-FFF2-40B4-BE49-F238E27FC236}">
                <a16:creationId xmlns:a16="http://schemas.microsoft.com/office/drawing/2014/main" id="{1FFAD22D-FF86-2BD6-5A5C-DE112158BD3F}"/>
              </a:ext>
            </a:extLst>
          </p:cNvPr>
          <p:cNvSpPr/>
          <p:nvPr/>
        </p:nvSpPr>
        <p:spPr>
          <a:xfrm>
            <a:off x="6522722" y="3897419"/>
            <a:ext cx="792480" cy="42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567" tIns="30233" rIns="75567" bIns="30233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 b="0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Yan, Yokota</a:t>
            </a:r>
            <a:endParaRPr sz="1167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C1AB0-44F2-2B15-08C4-846EC6327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371" y="4320067"/>
            <a:ext cx="647830" cy="2519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8B692A-00EA-451C-6282-4FCB84F6A3EB}"/>
              </a:ext>
            </a:extLst>
          </p:cNvPr>
          <p:cNvSpPr txBox="1"/>
          <p:nvPr userDrawn="1"/>
        </p:nvSpPr>
        <p:spPr>
          <a:xfrm>
            <a:off x="985115" y="4349550"/>
            <a:ext cx="53656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3"/>
                </a:solidFill>
              </a:rPr>
              <a:t>15-Intro-to-SDS </a:t>
            </a:r>
            <a:r>
              <a:rPr lang="en-US" sz="1500" b="0" dirty="0">
                <a:solidFill>
                  <a:schemeClr val="bg1"/>
                </a:solidFill>
              </a:rPr>
              <a:t>(</a:t>
            </a:r>
            <a:fld id="{527F163A-7DC8-994F-8E37-552A536FB1E1}" type="slidenum">
              <a:rPr lang="en-US" sz="1500" b="1" smtClean="0">
                <a:solidFill>
                  <a:schemeClr val="bg1"/>
                </a:solidFill>
              </a:rPr>
              <a:t>‹#›</a:t>
            </a:fld>
            <a:r>
              <a:rPr lang="en-US" sz="1500" b="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994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ru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956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13EE-3B86-1439-4D8A-0F5A8E51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E5C98-B752-33FE-F677-52892E487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2969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8BCA5-C336-9D9A-2972-DC8C1A0D7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1" y="630622"/>
            <a:ext cx="1577341" cy="34873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0CB82-E8EB-68A2-3447-2B526D00A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2" y="630622"/>
            <a:ext cx="4640581" cy="34873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745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rgbClr val="000000"/>
            </a:gs>
            <a:gs pos="100000">
              <a:srgbClr val="01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F2B2D-18B3-3E8E-5EBD-05A30425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3" y="50802"/>
            <a:ext cx="6297170" cy="5418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2D14E-D255-5456-8190-C7D4E6A80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593" y="592667"/>
            <a:ext cx="6784850" cy="3578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827718-89A1-51A3-7382-665DEA22A350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9D6DD1-D053-2448-A433-4388E815DAC4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D579EB-98E4-44FD-C7D5-98B2E3512F57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36935D-43FF-BC8C-6687-03DE40B09352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E159C0C1-47E1-589F-CD70-CC971396563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235483" y="4194099"/>
            <a:ext cx="1079717" cy="377901"/>
          </a:xfrm>
          <a:prstGeom prst="rect">
            <a:avLst/>
          </a:prstGeom>
        </p:spPr>
      </p:pic>
      <p:pic>
        <p:nvPicPr>
          <p:cNvPr id="26" name="Google Shape;13;p48">
            <a:extLst>
              <a:ext uri="{FF2B5EF4-FFF2-40B4-BE49-F238E27FC236}">
                <a16:creationId xmlns:a16="http://schemas.microsoft.com/office/drawing/2014/main" id="{0FEA16B6-018C-27E1-E216-ECD17DB80234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35359" y="4148177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EB6F0A4-91F0-7141-E2A6-3E00DA0EDE00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35358" y="34355"/>
            <a:ext cx="640465" cy="64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3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bg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471488" indent="-471488" algn="l" defTabSz="914400" rtl="0" eaLnBrk="1" latinLnBrk="0" hangingPunct="1">
        <a:lnSpc>
          <a:spcPct val="90000"/>
        </a:lnSpc>
        <a:spcBef>
          <a:spcPts val="1000"/>
        </a:spcBef>
        <a:buSzPct val="95000"/>
        <a:buFont typeface="Wingdings" pitchFamily="2" charset="2"/>
        <a:buChar char="§"/>
        <a:tabLst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869950" indent="-41275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Wingdings" pitchFamily="2" charset="2"/>
        <a:buChar char="§"/>
        <a:tabLst/>
        <a:defRPr sz="2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14438" indent="-300038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tabLst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68463" indent="-2968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176463" indent="-3476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0A85-0AB1-74F6-9EEB-BA28FD89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03871-931E-FEDD-8B73-32B347C61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2x2 block: C, top left (1/5)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F00D99-4C90-D7E1-C4E0-B180D19FE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288402"/>
              </p:ext>
            </p:extLst>
          </p:nvPr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D7C3F0-4D64-03AD-999F-4EF90A5E2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43594"/>
              </p:ext>
            </p:extLst>
          </p:nvPr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00CA35-77B0-1779-BD46-A0B1604BD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4288"/>
              </p:ext>
            </p:extLst>
          </p:nvPr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AECCCA9-3C5C-3F60-C838-3F5E3D02CBC5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0CE9F-5B21-78C1-F365-B946939ECFE2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76755E-BEA3-3300-F67F-10AE69CBE5FA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9D80B6-465F-7D24-4EF7-6839C69822BD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C456FE-DF86-DDF0-48FC-319B8F372BA3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BB35F-AD25-DFAD-8256-5ACAB78B0FF5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6B7539-B7CE-E476-FF0C-EE13C136B731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40BFF3-F5AD-714A-1B1F-EA06820B18A1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448AFB-D75C-C063-1BEE-C7B0C1477E92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69C1BF-9073-A356-D778-781BCB0739AD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2355777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379F4-9528-57D4-FEE6-6470214A0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B6E1C-3ED3-6195-915C-90AACA82A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2x2 block: C, top left (2/5)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855605-E4E4-E7A0-7423-3237A8327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812875"/>
              </p:ext>
            </p:extLst>
          </p:nvPr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F7990D-DCCA-F361-C136-4F9F8839ADB3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2BDA7E-FF89-5D12-BEAF-EB48078032AF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AA965C2-B017-FB7E-3DA2-C82EC53546DB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5EA2A3-6C4A-60CB-72EF-0E87166794D6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20568-D17B-2DD5-1095-095D2A400622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3DAD9F-2072-D5E3-A5A2-CF0ADE0B7BEA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16275E-077B-13F9-85BD-31F70587E1A5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2DE747-F27E-971C-D4FA-C2F42C7E4318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284AA3-4C03-E437-79D3-053287E01657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F5A302-8489-45F7-2C4D-D56C4C8696EC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80756A-9112-16B5-38DB-4A4479E4C727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ADE93B-26AE-4E1A-1576-459CDAEC33B6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currently unused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D9731BB-C293-789C-8820-CA210648CA83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ADE18D8-0DFE-20CE-0486-FDAD33384360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E425D88-9294-0023-8DE7-7DBD124A166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D440C2E-6F03-711C-ACC2-D949A7180C2B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400569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774F20B-4983-66BC-3C3B-6156579F4DE4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D88F526-6DD0-7206-771F-A66EFF5315C4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02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0F732-7ED6-CF48-9E45-FD7F4926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5C6D-FA68-E90F-42FE-AFE73833D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2x2 block: C, top left (3/5)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5980AC-92FF-702B-B9F3-BEBAE5ED3E6D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887AB0-33E8-5835-5C71-40C7BEE88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751968"/>
              </p:ext>
            </p:extLst>
          </p:nvPr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ED7EC6-5398-E450-B693-8FF37D4D0C55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FF88F4-B6F1-8E71-187D-A2FFC180B6A7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A2416-4597-A67B-8EE9-860EE987C4C7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0640C5-6FB2-13CD-E99D-F540432FB868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5D97C-5121-C4FA-9ECA-34D6EBD83E47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6157D-222C-FB1A-5B90-EED75E745FAD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EE32DC-76DC-C22E-64A5-21F79EBD8FFD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F7C84D-5791-194F-49EA-83DADB850590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D9645D-592A-0F59-70B3-8086013D7A8E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E58F36-A205-9B1A-9CD5-1377080715FB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249888-335E-E88E-3693-873EC6CB065B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currently unused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D5CADF-166E-2E28-97E6-5144F5301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551224"/>
              </p:ext>
            </p:extLst>
          </p:nvPr>
        </p:nvGraphicFramePr>
        <p:xfrm>
          <a:off x="3145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39F3512-DB2E-CBD0-9902-D68B15C89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530284"/>
              </p:ext>
            </p:extLst>
          </p:nvPr>
        </p:nvGraphicFramePr>
        <p:xfrm>
          <a:off x="314571" y="1400569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9F4D429-EF48-338B-5748-9ECBE70A9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319407"/>
              </p:ext>
            </p:extLst>
          </p:nvPr>
        </p:nvGraphicFramePr>
        <p:xfrm>
          <a:off x="3608368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5D01FDC-E9F6-7198-DCA9-C6A15F042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039358"/>
              </p:ext>
            </p:extLst>
          </p:nvPr>
        </p:nvGraphicFramePr>
        <p:xfrm>
          <a:off x="3608368" y="1386773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88B5D86-342F-1575-A695-E704F0CAB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772049"/>
              </p:ext>
            </p:extLst>
          </p:nvPr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276AD94-A511-34EF-1859-6BBD3B10C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21090"/>
              </p:ext>
            </p:extLst>
          </p:nvPr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3E8BB49-AC59-F903-3BB5-93FAB168A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374685"/>
              </p:ext>
            </p:extLst>
          </p:nvPr>
        </p:nvGraphicFramePr>
        <p:xfrm>
          <a:off x="5577843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AC38BA7-93CC-FC7A-A471-D464370A7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229733"/>
              </p:ext>
            </p:extLst>
          </p:nvPr>
        </p:nvGraphicFramePr>
        <p:xfrm>
          <a:off x="5577843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40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ECC28-13A1-D55D-B4FF-5AD53C011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84122-422C-6A9C-BAC6-CD1995FA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2x2 block: C, top left (4/5)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A143A0-A8C0-5720-CC2C-95D0F2979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195478"/>
              </p:ext>
            </p:extLst>
          </p:nvPr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E803EA-0EA3-939C-EA57-D3C83DB02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939739"/>
              </p:ext>
            </p:extLst>
          </p:nvPr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8D1401-03A8-86E6-7C59-9A4074E74179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C6E7FB-D11E-87E3-1AB8-8A41FE9AC8E1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C55F8-A125-F5D4-0E3D-D0EDCFBB493A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48424A-D0F7-B711-20D7-991B508CCC49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947AC-658B-04CA-F1A5-10A7DE008CCB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5B84A-E850-D767-3AA9-D68A5564714A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CC989E-7FBF-0FC0-C5B0-B082512D7D6B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5E280D-C299-7F0A-4B4B-A7DF2DC6DEAD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1C2569-7AD8-05C0-099D-C3BE71FF232E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683CEB-BBDD-1BF0-D1DF-A146941F5F1C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972A26-AD15-2827-B7B3-9ABBBB97D766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currently unused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4E23D34-CE86-C460-A50F-2A3F94C25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042492"/>
              </p:ext>
            </p:extLst>
          </p:nvPr>
        </p:nvGraphicFramePr>
        <p:xfrm>
          <a:off x="3608368" y="17393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A505E87-2C42-7FF6-C2B2-5C0D0E990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23409"/>
              </p:ext>
            </p:extLst>
          </p:nvPr>
        </p:nvGraphicFramePr>
        <p:xfrm>
          <a:off x="3608368" y="208710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0A63574-17BE-263C-54DE-116C70FC0F2A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31B555F-E334-45F1-E387-AB0880746575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696CAAA-8370-DF26-C086-4E05995A3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586409"/>
              </p:ext>
            </p:extLst>
          </p:nvPr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DEF6D19-DFFB-F1E9-9A22-7380CE18E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578651"/>
              </p:ext>
            </p:extLst>
          </p:nvPr>
        </p:nvGraphicFramePr>
        <p:xfrm>
          <a:off x="1686171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A69C225-3167-A840-DDAF-6CDA587DF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781881"/>
              </p:ext>
            </p:extLst>
          </p:nvPr>
        </p:nvGraphicFramePr>
        <p:xfrm>
          <a:off x="3608368" y="24361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EB0DA38-C963-8BFD-B86C-6DD951084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824017"/>
              </p:ext>
            </p:extLst>
          </p:nvPr>
        </p:nvGraphicFramePr>
        <p:xfrm>
          <a:off x="3608368" y="276933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05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59BED-BBD8-12D7-3B56-72961EE38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E207F-1057-2EB1-0FB7-2B30B9538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/>
          <a:lstStyle/>
          <a:p>
            <a:r>
              <a:rPr lang="en-US" sz="2800" dirty="0"/>
              <a:t>2x2 block: C, </a:t>
            </a:r>
            <a:r>
              <a:rPr lang="en-US" sz="2800"/>
              <a:t>top left (5/5)</a:t>
            </a:r>
            <a:endParaRPr lang="en-US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9A869C-BA1C-7AC4-FB88-217B53C7CA6A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53571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FB7E8E-EEED-C7EE-5E99-F2625EB7EDA7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53571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2E04F3-0102-8C65-6495-7DB536737E81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1DD2F3-1CB5-EAAB-8BDD-285567ED46DA}"/>
              </a:ext>
            </a:extLst>
          </p:cNvPr>
          <p:cNvSpPr txBox="1"/>
          <p:nvPr/>
        </p:nvSpPr>
        <p:spPr>
          <a:xfrm>
            <a:off x="5095012" y="1416207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B09AB-1E57-5D35-B624-37EA7C4EDBCD}"/>
              </a:ext>
            </a:extLst>
          </p:cNvPr>
          <p:cNvSpPr txBox="1"/>
          <p:nvPr/>
        </p:nvSpPr>
        <p:spPr>
          <a:xfrm>
            <a:off x="3132408" y="1416207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AAFA2-9282-EDA2-977F-8C820789F1DA}"/>
              </a:ext>
            </a:extLst>
          </p:cNvPr>
          <p:cNvSpPr txBox="1"/>
          <p:nvPr/>
        </p:nvSpPr>
        <p:spPr>
          <a:xfrm>
            <a:off x="1451423" y="2368019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0FBFDB-AF06-6B78-BFE7-09F469E6F093}"/>
              </a:ext>
            </a:extLst>
          </p:cNvPr>
          <p:cNvSpPr txBox="1"/>
          <p:nvPr/>
        </p:nvSpPr>
        <p:spPr>
          <a:xfrm>
            <a:off x="5066637" y="315044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897829-E676-FD8D-B5C9-8C5D5C04C7A6}"/>
              </a:ext>
            </a:extLst>
          </p:cNvPr>
          <p:cNvSpPr txBox="1"/>
          <p:nvPr/>
        </p:nvSpPr>
        <p:spPr>
          <a:xfrm>
            <a:off x="6065510" y="236801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0CA91A-7616-265E-437A-A7DCAA783D08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179997-0D97-DFBE-2FA2-467E24C2C0AD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BF4308-A585-6762-25C2-B77362B7A804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66ACBF-0874-8A48-0774-192FEB48B5C3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6A7FD7-D7F7-ACDD-D348-542C6C10528C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currently unused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864A1AE-4309-1A87-4170-93290275CD26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05FC7ED-EADA-8AE0-24C7-5F64952EE55D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4EE2D7A-3844-C378-9850-424572F1E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096489"/>
              </p:ext>
            </p:extLst>
          </p:nvPr>
        </p:nvGraphicFramePr>
        <p:xfrm>
          <a:off x="1686171" y="105357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84BD8F2-6530-4F98-0767-606BFF18D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057197"/>
              </p:ext>
            </p:extLst>
          </p:nvPr>
        </p:nvGraphicFramePr>
        <p:xfrm>
          <a:off x="1686171" y="139433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DA143FA-107F-3241-6FA7-C01C6AEE4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000371"/>
              </p:ext>
            </p:extLst>
          </p:nvPr>
        </p:nvGraphicFramePr>
        <p:xfrm>
          <a:off x="3608368" y="2436135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1F648E3-EE31-518C-38E4-6B15297AE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149479"/>
              </p:ext>
            </p:extLst>
          </p:nvPr>
        </p:nvGraphicFramePr>
        <p:xfrm>
          <a:off x="3608368" y="2769337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52FFAA0-6C88-C0B9-1086-8C4475A1F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447158"/>
              </p:ext>
            </p:extLst>
          </p:nvPr>
        </p:nvGraphicFramePr>
        <p:xfrm>
          <a:off x="3608368" y="311437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6500F84-26F6-886F-809D-080ABE2A7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546225"/>
              </p:ext>
            </p:extLst>
          </p:nvPr>
        </p:nvGraphicFramePr>
        <p:xfrm>
          <a:off x="3608368" y="345054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05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S61C-ly-sp24-clean">
  <a:themeElements>
    <a:clrScheme name="CS61C 2">
      <a:dk1>
        <a:srgbClr val="000000"/>
      </a:dk1>
      <a:lt1>
        <a:srgbClr val="FFFFFF"/>
      </a:lt1>
      <a:dk2>
        <a:srgbClr val="003162"/>
      </a:dk2>
      <a:lt2>
        <a:srgbClr val="E4DCD1"/>
      </a:lt2>
      <a:accent1>
        <a:srgbClr val="02BCE2"/>
      </a:accent1>
      <a:accent2>
        <a:srgbClr val="C6D9C3"/>
      </a:accent2>
      <a:accent3>
        <a:srgbClr val="FDC016"/>
      </a:accent3>
      <a:accent4>
        <a:srgbClr val="D8E055"/>
      </a:accent4>
      <a:accent5>
        <a:srgbClr val="EB1378"/>
      </a:accent5>
      <a:accent6>
        <a:srgbClr val="A97DF9"/>
      </a:accent6>
      <a:hlink>
        <a:srgbClr val="94C8FD"/>
      </a:hlink>
      <a:folHlink>
        <a:srgbClr val="F7F5F5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sp24-clean" id="{0858438F-DF77-314E-B33E-DFE6DA7B50F8}" vid="{8CE37D40-99E0-404C-8A6D-C36CC65A7B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CS61C-ly-sp24-clean</Template>
  <TotalTime>17611</TotalTime>
  <Words>117</Words>
  <Application>Microsoft Macintosh PowerPoint</Application>
  <PresentationFormat>Custom</PresentationFormat>
  <Paragraphs>50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Wingdings</vt:lpstr>
      <vt:lpstr>CS61C-ly-sp24-clean</vt:lpstr>
      <vt:lpstr>2x2 block: C, top left (1/5)</vt:lpstr>
      <vt:lpstr>2x2 block: C, top left (2/5)</vt:lpstr>
      <vt:lpstr>2x2 block: C, top left (3/5)</vt:lpstr>
      <vt:lpstr>2x2 block: C, top left (4/5)</vt:lpstr>
      <vt:lpstr>2x2 block: C, top left (5/5)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Lisa Yan</dc:creator>
  <cp:lastModifiedBy>Lisa Yan</cp:lastModifiedBy>
  <cp:revision>2035</cp:revision>
  <dcterms:created xsi:type="dcterms:W3CDTF">2024-02-19T04:17:04Z</dcterms:created>
  <dcterms:modified xsi:type="dcterms:W3CDTF">2026-04-09T23:05:34Z</dcterms:modified>
</cp:coreProperties>
</file>