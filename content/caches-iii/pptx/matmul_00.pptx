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1735" r:id="rId2"/>
    <p:sldId id="1736" r:id="rId3"/>
    <p:sldId id="1747" r:id="rId4"/>
    <p:sldId id="1746" r:id="rId5"/>
    <p:sldId id="1745" r:id="rId6"/>
    <p:sldId id="1744" r:id="rId7"/>
    <p:sldId id="1743" r:id="rId8"/>
    <p:sldId id="1742" r:id="rId9"/>
    <p:sldId id="1741" r:id="rId10"/>
    <p:sldId id="1740" r:id="rId11"/>
    <p:sldId id="1739" r:id="rId12"/>
    <p:sldId id="1738" r:id="rId13"/>
    <p:sldId id="1737" r:id="rId14"/>
  </p:sldIdLst>
  <p:sldSz cx="7315200" cy="4572000"/>
  <p:notesSz cx="6858000" cy="9144000"/>
  <p:defaultTextStyle>
    <a:defPPr>
      <a:defRPr lang="en-US"/>
    </a:defPPr>
    <a:lvl1pPr marL="0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1pPr>
    <a:lvl2pPr marL="263345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2pPr>
    <a:lvl3pPr marL="526692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3pPr>
    <a:lvl4pPr marL="790036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4pPr>
    <a:lvl5pPr marL="1053382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5pPr>
    <a:lvl6pPr marL="1316727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6pPr>
    <a:lvl7pPr marL="1580073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7pPr>
    <a:lvl8pPr marL="1843419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8pPr>
    <a:lvl9pPr marL="2106764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172E"/>
    <a:srgbClr val="000000"/>
    <a:srgbClr val="676767"/>
    <a:srgbClr val="666666"/>
    <a:srgbClr val="011B37"/>
    <a:srgbClr val="0119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40"/>
    <p:restoredTop sz="92329"/>
  </p:normalViewPr>
  <p:slideViewPr>
    <p:cSldViewPr snapToGrid="0">
      <p:cViewPr varScale="1">
        <p:scale>
          <a:sx n="128" d="100"/>
          <a:sy n="128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46874-C40C-4245-BCC2-60A6AC86C34A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A077F-C537-FE4D-8D75-2451BFD4E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26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1pPr>
    <a:lvl2pPr marL="263345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2pPr>
    <a:lvl3pPr marL="526692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3pPr>
    <a:lvl4pPr marL="790036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4pPr>
    <a:lvl5pPr marL="1053382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5pPr>
    <a:lvl6pPr marL="1316727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6pPr>
    <a:lvl7pPr marL="1580073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7pPr>
    <a:lvl8pPr marL="1843419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8pPr>
    <a:lvl9pPr marL="2106764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61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1C395-3784-5DCD-3E1E-00E81248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67DD6-8426-8557-2400-CEFE890D8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85F1C-9BA0-E26D-B279-F2F31901F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A202D-C7E3-0704-2F06-703CC0ED5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56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3D755-9716-DE4C-5D59-DEAB0940C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94D53-A81D-7F35-A0B6-8DA4E035E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D2C7C9-1C9A-A3C1-4185-4F8A142A0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BE508-78C1-8434-C4B2-229548EB4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81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C4464-DF05-CBDF-DBAF-12392A9F2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415F2-B012-4FEC-8C49-300654938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0A6EC-D4F2-5DF6-4A5E-F0F3A0420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6988F-BC13-3DE9-6837-5A0719ED3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83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018E-38C6-9588-F1E0-F0EFA3EA4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6730C-8256-D2DA-F959-08A70967A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14A1D-31CE-FB3A-9984-69ECAB77D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3F327-F0F6-B166-323B-3424EC74A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09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A833-9881-36B0-7439-591E40BA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25BC3-7B32-E718-701D-BD1AC4B53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521BA-147E-A27E-91B7-AB52D8E2A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11F4E-A044-2790-6512-DCC663822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80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AEB6F-2D95-FE6D-8C31-AEF68BAF4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67D01-28A8-25D0-5F72-0313DA5B7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8C695-43F0-E97B-CD2C-52ED2BD4B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0807A-31CE-F6C8-97AE-93FBBF22E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02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D99C1-7801-4086-DD57-1180B30CB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D0FC2-E198-5191-A6C5-A646D8096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B241E-AFA7-1DD4-F804-32EE3EB1D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D19EF-0F11-A8DB-EEF8-7B0EF62DD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0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784F-D4EA-0F34-E62B-2F6A7E901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AEE04-2F2C-FCCA-EE23-7B6653127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DFE37-F929-5590-E9AE-4A03DFE04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1A086-868A-364E-BB8E-D453603D4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41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8708D-B973-5115-EABC-D36340F8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D4A14-C298-4457-E707-97CC55C1F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08F28-335D-FD6E-94E1-774CDF4CA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61063-B40F-C4F9-16F1-5AAE7A8C4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09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D37A-79C3-DEF2-0C51-6BEC71B4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2F1F1-F0FA-258C-8818-6E108787D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9D65B-05BD-73E4-B716-BC1968FC6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0283B-B8CF-3177-D8E7-7431A541E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69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5323-1F72-6554-A462-1ECC04746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788608-81A8-7AE2-2F02-5027702CF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303D0-6365-039D-BD07-FF010F74D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3365C-0432-BC30-FF31-1C1F54FAA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786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4992-9DBC-3172-324A-9405228E4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F2366-DC2D-FE4B-3B2E-6F4581E2A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C3BF0-1356-B2BD-8697-65144420C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4B662-C64C-02A1-C2A9-9DC10712E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21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E539-87FD-7E81-5DB4-E5ABDF9C1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748242"/>
            <a:ext cx="5486400" cy="159173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1CE25-4BE4-238C-F93B-CC53EEA1B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401359"/>
            <a:ext cx="5486400" cy="110384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172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344" y="3041037"/>
            <a:ext cx="4693920" cy="508000"/>
          </a:xfrm>
        </p:spPr>
        <p:txBody>
          <a:bodyPr/>
          <a:lstStyle>
            <a:lvl1pPr algn="ctr">
              <a:defRPr b="1" i="0">
                <a:solidFill>
                  <a:srgbClr val="FFC117">
                    <a:alpha val="99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664" y="-759990"/>
            <a:ext cx="4145280" cy="31486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0" h="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b="1" i="0" dirty="0">
                <a:ln w="0"/>
                <a:solidFill>
                  <a:srgbClr val="4991B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CS61C</a:t>
            </a:r>
            <a:endParaRPr lang="en-US" sz="6400" b="1" i="0" dirty="0">
              <a:solidFill>
                <a:srgbClr val="4991B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664" y="785738"/>
            <a:ext cx="4145280" cy="19352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b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(a.k.a. Machine Structures)</a:t>
            </a:r>
            <a:endParaRPr lang="en-US" sz="3833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71" y="4320067"/>
            <a:ext cx="647830" cy="2519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" y="50801"/>
            <a:ext cx="487680" cy="541866"/>
          </a:xfrm>
          <a:prstGeom prst="rect">
            <a:avLst/>
          </a:prstGeom>
        </p:spPr>
      </p:pic>
      <p:sp>
        <p:nvSpPr>
          <p:cNvPr id="4" name="Google Shape;24;p49">
            <a:extLst>
              <a:ext uri="{FF2B5EF4-FFF2-40B4-BE49-F238E27FC236}">
                <a16:creationId xmlns:a16="http://schemas.microsoft.com/office/drawing/2014/main" id="{7CFCDDFF-F2F3-BB7F-5AAC-4DAC3FACB74D}"/>
              </a:ext>
            </a:extLst>
          </p:cNvPr>
          <p:cNvSpPr/>
          <p:nvPr/>
        </p:nvSpPr>
        <p:spPr>
          <a:xfrm>
            <a:off x="2864481" y="4241938"/>
            <a:ext cx="1586243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ea typeface="Courier"/>
                <a:cs typeface="Consolas" panose="020B0609020204030204" pitchFamily="49" charset="0"/>
                <a:sym typeface="Courier"/>
              </a:rPr>
              <a:t>cs61c.org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</a:t>
            </a:r>
            <a:endParaRPr sz="21199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pic>
        <p:nvPicPr>
          <p:cNvPr id="18" name="Google Shape;13;p48">
            <a:extLst>
              <a:ext uri="{FF2B5EF4-FFF2-40B4-BE49-F238E27FC236}">
                <a16:creationId xmlns:a16="http://schemas.microsoft.com/office/drawing/2014/main" id="{508F213C-E8CC-FC33-B2F4-1AE8CDDC63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07" y="4241939"/>
            <a:ext cx="758805" cy="2596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A2F13871-64D9-6820-CBB7-A7ABACF84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722" y="4157582"/>
            <a:ext cx="792480" cy="4202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Yan, Yokota</a:t>
            </a:r>
          </a:p>
        </p:txBody>
      </p:sp>
      <p:pic>
        <p:nvPicPr>
          <p:cNvPr id="12" name="Google Shape;23;p49">
            <a:extLst>
              <a:ext uri="{FF2B5EF4-FFF2-40B4-BE49-F238E27FC236}">
                <a16:creationId xmlns:a16="http://schemas.microsoft.com/office/drawing/2014/main" id="{B5F5D044-E7B8-227C-2762-FC050D99D253}"/>
              </a:ext>
            </a:extLst>
          </p:cNvPr>
          <p:cNvPicPr preferRelativeResize="0"/>
          <p:nvPr/>
        </p:nvPicPr>
        <p:blipFill>
          <a:blip r:embed="rId5"/>
          <a:srcRect l="481" r="481"/>
          <a:stretch/>
        </p:blipFill>
        <p:spPr>
          <a:xfrm>
            <a:off x="1200288" y="266517"/>
            <a:ext cx="759936" cy="113675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743AEC-29C7-B8BF-AA7C-A89A0709FC2C}"/>
              </a:ext>
            </a:extLst>
          </p:cNvPr>
          <p:cNvSpPr txBox="1"/>
          <p:nvPr/>
        </p:nvSpPr>
        <p:spPr>
          <a:xfrm>
            <a:off x="913508" y="1662528"/>
            <a:ext cx="1333501" cy="1118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UC Berkeley</a:t>
            </a:r>
            <a:b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Teaching Professor</a:t>
            </a:r>
            <a:b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Lisa Yan</a:t>
            </a:r>
          </a:p>
        </p:txBody>
      </p:sp>
    </p:spTree>
    <p:extLst>
      <p:ext uri="{BB962C8B-B14F-4D97-AF65-F5344CB8AC3E}">
        <p14:creationId xmlns:p14="http://schemas.microsoft.com/office/powerpoint/2010/main" val="281747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5C8A98-76CA-B27F-F133-051940E33456}"/>
              </a:ext>
            </a:extLst>
          </p:cNvPr>
          <p:cNvSpPr/>
          <p:nvPr/>
        </p:nvSpPr>
        <p:spPr>
          <a:xfrm>
            <a:off x="1" y="605369"/>
            <a:ext cx="3308413" cy="3577167"/>
          </a:xfrm>
          <a:prstGeom prst="rect">
            <a:avLst/>
          </a:prstGeom>
          <a:gradFill>
            <a:gsLst>
              <a:gs pos="0">
                <a:srgbClr val="000000">
                  <a:alpha val="15000"/>
                </a:srgbClr>
              </a:gs>
              <a:gs pos="100000">
                <a:srgbClr val="3A7EA2"/>
              </a:gs>
            </a:gsLst>
            <a:lin ang="5400000" scaled="0"/>
          </a:gra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1BEC3E7-7B09-56AA-6C4C-9388411ECDD4}"/>
              </a:ext>
            </a:extLst>
          </p:cNvPr>
          <p:cNvSpPr txBox="1">
            <a:spLocks/>
          </p:cNvSpPr>
          <p:nvPr/>
        </p:nvSpPr>
        <p:spPr>
          <a:xfrm>
            <a:off x="652273" y="50802"/>
            <a:ext cx="6297170" cy="541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bg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4200" dirty="0"/>
              <a:t>Agenda</a:t>
            </a:r>
          </a:p>
        </p:txBody>
      </p:sp>
      <p:sp>
        <p:nvSpPr>
          <p:cNvPr id="12" name="Google Shape;19;p49">
            <a:extLst>
              <a:ext uri="{FF2B5EF4-FFF2-40B4-BE49-F238E27FC236}">
                <a16:creationId xmlns:a16="http://schemas.microsoft.com/office/drawing/2014/main" id="{5ACAB7B2-3DB4-11AB-3F6A-3D7F0D221D93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46BF51CF-76B2-F664-5CE2-8565A7991D00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14" name="Google Shape;19;p49">
            <a:extLst>
              <a:ext uri="{FF2B5EF4-FFF2-40B4-BE49-F238E27FC236}">
                <a16:creationId xmlns:a16="http://schemas.microsoft.com/office/drawing/2014/main" id="{9F9F3E3D-A43E-88AC-BC3B-436B8A9CA70D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993CB-1C9B-C63E-0F8A-370349D82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43" y="592669"/>
            <a:ext cx="3053971" cy="3577167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60749C3-C532-CEDB-1D7A-4B5619D4526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59762" y="592669"/>
            <a:ext cx="3540128" cy="3577167"/>
          </a:xfrm>
        </p:spPr>
        <p:txBody>
          <a:bodyPr anchor="ctr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0BCE0A1-53A5-E732-E3A9-772DB447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6581" y="4349545"/>
            <a:ext cx="5365699" cy="1902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15-Intro to SDS </a:t>
            </a:r>
            <a:r>
              <a:rPr lang="en-US" b="0" dirty="0">
                <a:solidFill>
                  <a:schemeClr val="bg1"/>
                </a:solidFill>
              </a:rPr>
              <a:t>(</a:t>
            </a:r>
            <a:fld id="{6D651793-2DF7-3D4C-8732-EA1D0A66E3FB}" type="slidenum">
              <a:rPr lang="en-US" b="0" smtClean="0">
                <a:solidFill>
                  <a:schemeClr val="bg1"/>
                </a:solidFill>
              </a:rPr>
              <a:pPr/>
              <a:t>‹#›</a:t>
            </a:fld>
            <a:r>
              <a:rPr lang="en-US" b="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078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AE51-009D-97A0-35FD-778F9B4D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636A4-3650-86CB-0EC1-E6941894D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952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D106-FE16-3636-A88A-B6CB11217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1" y="1139828"/>
            <a:ext cx="6309360" cy="19018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A9DA9-4575-A61D-A7C5-331D48F34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1" y="3059646"/>
            <a:ext cx="6309360" cy="10001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1150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F76A-4E8C-78A6-F789-34256E6B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33B3-B1CA-CB1A-1DCB-143A25BFC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217083"/>
            <a:ext cx="3108960" cy="2900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2DB81-CB12-5A82-EE66-4C909BC65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1217083"/>
            <a:ext cx="3108960" cy="2900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274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80FB-8440-F0AB-DE86-E63BA87D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34" y="39180"/>
            <a:ext cx="6325126" cy="5423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E0425-2C04-CE93-EBEB-F753F116F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4" y="1120778"/>
            <a:ext cx="3094672" cy="5492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CBB38-5C7A-CC05-564A-609BE01C4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4" y="1670053"/>
            <a:ext cx="3094672" cy="24563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58C7F-3B0F-D41D-177C-2B3707A8C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1" y="1120778"/>
            <a:ext cx="3109913" cy="5492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69418-7054-217D-1EEA-BA60E83D5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1" y="1670053"/>
            <a:ext cx="3109913" cy="24563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551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93CB-1C9B-C63E-0F8A-370349D8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200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3;p48">
            <a:extLst>
              <a:ext uri="{FF2B5EF4-FFF2-40B4-BE49-F238E27FC236}">
                <a16:creationId xmlns:a16="http://schemas.microsoft.com/office/drawing/2014/main" id="{E75F98E8-9EE7-EB25-6E46-96AA949A47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507" y="4241939"/>
            <a:ext cx="758805" cy="2596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;p48">
            <a:extLst>
              <a:ext uri="{FF2B5EF4-FFF2-40B4-BE49-F238E27FC236}">
                <a16:creationId xmlns:a16="http://schemas.microsoft.com/office/drawing/2014/main" id="{1FFAD22D-FF86-2BD6-5A5C-DE112158BD3F}"/>
              </a:ext>
            </a:extLst>
          </p:cNvPr>
          <p:cNvSpPr/>
          <p:nvPr/>
        </p:nvSpPr>
        <p:spPr>
          <a:xfrm>
            <a:off x="6522722" y="3897419"/>
            <a:ext cx="792480" cy="42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567" tIns="30233" rIns="75567" bIns="30233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 b="0" i="0" u="none" strike="noStrike" cap="none" dirty="0">
                <a:solidFill>
                  <a:schemeClr val="lt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Yan, Yokota</a:t>
            </a:r>
            <a:endParaRPr sz="1167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DC1AB0-44F2-2B15-08C4-846EC6327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371" y="4320067"/>
            <a:ext cx="647830" cy="2519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8B692A-00EA-451C-6282-4FCB84F6A3EB}"/>
              </a:ext>
            </a:extLst>
          </p:cNvPr>
          <p:cNvSpPr txBox="1"/>
          <p:nvPr userDrawn="1"/>
        </p:nvSpPr>
        <p:spPr>
          <a:xfrm>
            <a:off x="985115" y="4349550"/>
            <a:ext cx="53656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3"/>
                </a:solidFill>
              </a:rPr>
              <a:t>15-Intro-to-SDS </a:t>
            </a:r>
            <a:r>
              <a:rPr lang="en-US" sz="1500" b="0" dirty="0">
                <a:solidFill>
                  <a:schemeClr val="bg1"/>
                </a:solidFill>
              </a:rPr>
              <a:t>(</a:t>
            </a:r>
            <a:fld id="{527F163A-7DC8-994F-8E37-552A536FB1E1}" type="slidenum">
              <a:rPr lang="en-US" sz="1500" b="1" smtClean="0">
                <a:solidFill>
                  <a:schemeClr val="bg1"/>
                </a:solidFill>
              </a:rPr>
              <a:t>‹#›</a:t>
            </a:fld>
            <a:r>
              <a:rPr lang="en-US" sz="1500" b="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9948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ru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956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13EE-3B86-1439-4D8A-0F5A8E51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E5C98-B752-33FE-F677-52892E487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2969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8BCA5-C336-9D9A-2972-DC8C1A0D7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1" y="630622"/>
            <a:ext cx="1577341" cy="348735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0CB82-E8EB-68A2-3447-2B526D00A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2" y="630622"/>
            <a:ext cx="4640581" cy="34873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745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rgbClr val="000000"/>
            </a:gs>
            <a:gs pos="100000">
              <a:srgbClr val="01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F2B2D-18B3-3E8E-5EBD-05A30425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3" y="50802"/>
            <a:ext cx="6297170" cy="5418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2D14E-D255-5456-8190-C7D4E6A80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593" y="592667"/>
            <a:ext cx="6784850" cy="3578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827718-89A1-51A3-7382-665DEA22A350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9D6DD1-D053-2448-A433-4388E815DAC4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D579EB-98E4-44FD-C7D5-98B2E3512F57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36935D-43FF-BC8C-6687-03DE40B09352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E159C0C1-47E1-589F-CD70-CC971396563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235483" y="4194099"/>
            <a:ext cx="1079717" cy="377901"/>
          </a:xfrm>
          <a:prstGeom prst="rect">
            <a:avLst/>
          </a:prstGeom>
        </p:spPr>
      </p:pic>
      <p:pic>
        <p:nvPicPr>
          <p:cNvPr id="26" name="Google Shape;13;p48">
            <a:extLst>
              <a:ext uri="{FF2B5EF4-FFF2-40B4-BE49-F238E27FC236}">
                <a16:creationId xmlns:a16="http://schemas.microsoft.com/office/drawing/2014/main" id="{0FEA16B6-018C-27E1-E216-ECD17DB80234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35359" y="4148177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EB6F0A4-91F0-7141-E2A6-3E00DA0EDE00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35358" y="34355"/>
            <a:ext cx="640465" cy="64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3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bg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471488" indent="-471488" algn="l" defTabSz="914400" rtl="0" eaLnBrk="1" latinLnBrk="0" hangingPunct="1">
        <a:lnSpc>
          <a:spcPct val="90000"/>
        </a:lnSpc>
        <a:spcBef>
          <a:spcPts val="1000"/>
        </a:spcBef>
        <a:buSzPct val="95000"/>
        <a:buFont typeface="Wingdings" pitchFamily="2" charset="2"/>
        <a:buChar char="§"/>
        <a:tabLst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869950" indent="-41275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Wingdings" pitchFamily="2" charset="2"/>
        <a:buChar char="§"/>
        <a:tabLst/>
        <a:defRPr sz="2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14438" indent="-300038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tabLst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68463" indent="-2968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176463" indent="-3476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FFC5B-C745-56A3-F0BF-91E4E4DD3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(12/12)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4C6AFB-434C-3ED5-80D4-CFDECC120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730093"/>
              </p:ext>
            </p:extLst>
          </p:nvPr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00AB07-64DE-8491-CDA8-0C343FDFB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43927"/>
              </p:ext>
            </p:extLst>
          </p:nvPr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9751DD-62B4-E65A-BF53-4BCC085BE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332063"/>
              </p:ext>
            </p:extLst>
          </p:nvPr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52360B-8526-8CC5-4AFD-6EBA9FF8CD55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EA26D-2E76-9C02-5A09-B9A8954F31A4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ED858E-9838-464C-575A-DC88718556AC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9562B-EACB-D1F4-9301-7C5779552289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0BFF0-3FAF-9AED-5F0F-5734FBC36F89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16EF2E4-3ADA-90BC-E92F-474B22057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424627"/>
              </p:ext>
            </p:extLst>
          </p:nvPr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B745FD-AC26-2718-6E84-FF9F60475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571265"/>
              </p:ext>
            </p:extLst>
          </p:nvPr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290CAB1-5A90-82BE-27FF-88A45B724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443328"/>
              </p:ext>
            </p:extLst>
          </p:nvPr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D9096BE-7202-856E-732A-9A1DE3F95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925149"/>
              </p:ext>
            </p:extLst>
          </p:nvPr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BB9576E-C124-1330-4E50-01D5016F9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819591"/>
              </p:ext>
            </p:extLst>
          </p:nvPr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4431580-BD51-B4DA-D47A-F4C931A4E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803576"/>
              </p:ext>
            </p:extLst>
          </p:nvPr>
        </p:nvGraphicFramePr>
        <p:xfrm>
          <a:off x="16861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2E6116C-FB2F-B8A1-E173-E00B64C89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214148"/>
              </p:ext>
            </p:extLst>
          </p:nvPr>
        </p:nvGraphicFramePr>
        <p:xfrm>
          <a:off x="3608368" y="24361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F357614-B05A-2D5D-B57F-39F61B975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679659"/>
              </p:ext>
            </p:extLst>
          </p:nvPr>
        </p:nvGraphicFramePr>
        <p:xfrm>
          <a:off x="3608368" y="276933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1BBA450-E78A-7EAE-076D-5DA918C77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525359"/>
              </p:ext>
            </p:extLst>
          </p:nvPr>
        </p:nvGraphicFramePr>
        <p:xfrm>
          <a:off x="3608368" y="31219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5991967-F304-CED4-9A1A-5A29B73F3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434737"/>
              </p:ext>
            </p:extLst>
          </p:nvPr>
        </p:nvGraphicFramePr>
        <p:xfrm>
          <a:off x="3608368" y="345809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7A57563-B021-A901-64F5-901F63C49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155242"/>
              </p:ext>
            </p:extLst>
          </p:nvPr>
        </p:nvGraphicFramePr>
        <p:xfrm>
          <a:off x="5577843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F17CB35-57EF-ADD9-53FD-C1F84B9B62C2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4396CF-92EE-9C74-848C-30A2DD015697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800893-3048-1E82-3D28-0B4D10D4A59F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8CD061-5910-16CE-BB49-7DC7319332CA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D2BF68-E251-781E-8694-972D90834BBF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13692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666D1-0DFB-BA0B-12F1-A6592967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2BB22-C733-75EA-BA7E-8806CC0E4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(1/12)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32ED42-4B9E-87C4-756B-603DAC2D6CC9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E1BCA3-6B83-8E7B-BF8A-7B5F27083429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AC535F-56C8-C566-7A31-5E04C8B984D6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E1F7419-4B45-F8CE-E9F8-61C8C8D638C7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BD1F7-C495-15E5-32A8-ACFB8F395C56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E159A-464F-1920-BEC4-0387134ED858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ADF29-928D-6B51-296D-4787D5B0EC90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440517-80C0-E83C-9202-9737EBCF9B2F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3AE79A-7164-4E18-38D4-65E682C70C1D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2C394D-3A72-BBF6-D783-A21FF8C11D00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C0218B-DF9D-4604-55E0-0C28D1FCDD45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154957-7E7C-0243-564E-B02D834014C7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8D4B14-FF98-623E-9EF9-2CEF987F47BB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298955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400D6-6D98-359D-0C44-88CBFF3BA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7D91-09A4-8F0B-E3B2-35D06FEA3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(2/12)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B33EAB-B59E-4274-7B6B-3477B99A48C7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4351BF-4F6E-A9BF-DC45-6B3745FDC87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9F3BA8-755F-D746-D1A8-CDF25FDB1207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49D3A8-8F6F-C523-E76B-8FEF6DA20F7D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A567D-E997-78BC-CFEF-6245CAA8AD34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C3F66B-1DC2-6D1B-0D64-3E4DA65B7879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3F729F-EACA-00DE-627C-3AC367597C78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42D6F-815A-5651-C400-B9A95550138F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CB69518-4AA9-7C91-8311-F47D0938603B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F0994FCA-A9ED-4FE9-3E03-C779E3331E4B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A870F5-6ABE-03ED-1B20-F275E2220697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968240-47D6-5B43-3588-FF24F4A7E7D2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760493-64C5-5021-490D-30891664D48B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4B3662-97BF-2223-66EE-640BD76F7F26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1379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AAA8-5E00-4446-7EAA-F11F0E385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0DB9A-FE19-E14B-9EF5-DD61452CD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(3/12)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97D647-5AAC-033F-0F23-5220073E4571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452ABA-1DBE-EAD2-02D6-A0C4D539E10F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D7D0CA-668F-17DD-B19F-409DC601627D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2AF9A0-A265-42DA-4FB7-2772E16D6454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095585-D7D2-DD7D-8C6B-FCBB5FFE1A78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2F6F4C-DFBF-821B-FA48-DC547889DFD8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894830-88AA-B71C-2324-1D3AC125D7AF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B2F569-3FDC-2FA3-33F4-D9852CF7C212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752CB8E-FD12-7F41-A91C-670B16BFF53A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379C852-CD69-FADF-3D94-36FD09F97B3D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7FD35C5A-8A76-6ADF-41CF-9B9A355F2F54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037EFC-5BB7-D2A1-63D2-95C00A8B42D6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81A554-955A-D73C-0463-EF5FFDF8957A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A4351E-626F-9CFB-F67F-0C6C37AC9FE0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CEC175-C064-F811-BEC7-1BC32C574C86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93548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20FDE-B97F-65F2-6C70-356266909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D18D1-E185-6BE4-B4DC-AF2E4D5E4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(4/12)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6B7775-DE4F-3242-E432-F9211A0DB819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1E9CFE-3E0D-BB46-6104-6200F3325C3A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23A158-BCC7-B175-1961-E0EF4D160BC1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A88F43-09C6-78C3-48FC-32A00310636F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A4B73-77E5-5C9E-96DD-AA5159E8A295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6489D0-2638-1BFE-01C6-71C69292393B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1A4232-1E33-DA2B-1075-18CFA82C58F5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B8549D-7E6A-E301-4BD0-C7D34CB42C08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ED4C568-A87A-D6E2-6B57-258920DC99C1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272F6D0-2595-1B56-DDDE-53E5202B5315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FBFB693-B2FB-F32E-E6F6-D3E2D3F8E16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AE81EEF5-CF78-5EC5-4871-CDF013EF0AA2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2D7806-1764-B04E-66E4-D51F26AB797C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BEDF74-052F-0F80-7840-8317D398D50D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9A653D-AFC1-1C0E-278D-8C7E46E5A377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EB26B7-FD20-CDBA-237A-BBFC6ADDB638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1283327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CD086-B471-F359-B0E6-DF3439C8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9517-5220-78D3-4A5B-359A1A91D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(5/12)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A054C0-D91F-6209-B5E2-69FB8FF743C7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E0B753-78D8-2075-9C5D-00C9E0901AA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0BCA64-32F1-D2C2-9186-1D13A675E925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CD107E6-575D-76CB-75F0-0E3D74A56A01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27F8A-304F-7F33-2461-8D475DCB63BC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22085-5DE5-A4B8-F324-0B92E8BE863E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5A40E2-9F1E-97D1-0A69-D3DAAF454441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7A1DE-93C7-5673-7270-EEF4055DE3FD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475F200-882D-33D2-57EC-9A8696D3B263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5C6E5D3-FB02-7AFC-2DEA-4243C8D16571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18FA77D-5B93-909F-62C5-F103706A332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7BEA9E4-8AC4-0D8C-8924-4BBCEFA4BD6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25894E9-82FD-D4E6-AC6A-B6926459FD20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1BAC7F-1EED-6991-67A7-E5FEA2B1AEA5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50BD51-674B-0000-7381-60606215C405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D1838A-E409-E293-42A2-9A87A2B7725C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CE428B-D3D1-6144-3B83-88441DBD4424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3822088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5351D-9F5A-048D-EBBC-A105915CB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AAEB7-0D01-2390-649A-FA97870A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(6/12)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E112D2-9787-4441-0061-74F140B63FF0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6144DD-9BCF-B435-B58F-8E5A718C6BC3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EC8DFA-947A-2A2B-BBA9-0E26C6DBD99C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DE462A-21DA-11C4-C929-AE6AB545E361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57F0D-4630-FC2F-EEB9-854440337A4C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D9713-B003-2230-A885-35435A532F41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DE842-9F40-1523-C12D-F9809AB0BD33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B2E71A-7C58-51E7-F2BF-CACDD75E0A1A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BE9DF74-BE4E-1273-3034-F2E1ECFD3A58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69F6ADA-1E2C-D2AE-1ACA-657117E31CA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7703DAD-F883-6AC7-D8DA-82E4F34E42C3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7BF3FF1-942C-0D71-B67A-925B1B5510E5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1E4846C-2DA7-0D8A-CF75-78CAE27A13F9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F003990F-0608-B8E0-CFAC-A3F70DA6BF10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A6BC1C-A647-CCD7-7438-E3A1DDEE2EC4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557E4A-B316-385E-24A7-42CC9BB1062D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53A7F7-3AB5-A0A1-9892-8F3D094D3CEC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79AD99-E026-2C3F-54FB-E177E73EF291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1065654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55DE4-7DE1-B6DB-C118-39E1538B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D2C5-57FE-A7A7-1865-60D919914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(7/12)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F94289-971F-FA50-BD32-5AE12D0DA5FC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92B774-CDAB-EF99-8C65-577961083753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DC358F-6F16-D39F-085D-C74EC1BA6971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6FFD7AB-ED62-108E-322B-F72C9A6FBE83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BE098-7313-A1E6-25D2-7632704E0557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D57DCA-EF32-B54D-496F-EDA867AA8AC8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29F1AF-8E11-C0EC-B680-BD86D9CC8733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2F43E-178F-7A7C-144E-295A3911B0C7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062C460-7837-E10D-A382-FBE1E6AB4372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1370056-F42C-14AC-DA9E-63E6C4FE4C1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D41C170-FAB1-F4CC-9F9C-5F07192300F6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C96EEA1-B8B8-1C72-BC0B-686494F5EF1F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547358A-A5E1-DD55-4ED9-88D270F2F2DB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6F6615D-82D0-1A38-5FA3-E6F462144A66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BAE7796-3490-2EA3-C768-C6808A465766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285DCF-0C45-66BA-1498-D81822C96CF1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73248C-7CBF-166F-C99E-3AEA249D336F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33FA84-8423-1F7E-19D6-83C69C6FF75B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9E7941-5A13-A40C-67B7-8557EFB4993F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100922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039FF-4980-0D79-155B-9F8F83ACF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43741-55DC-CFF3-49B1-B1A4FCE0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(8/12)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75BA26-202E-8D5A-FD04-B98C9AFB007C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E4D7CE-A9A8-D543-DB7B-E8550D4985B7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C45E99-24C2-A487-2662-2EF9BEB92B0C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26C193-147F-D44E-DBFC-F1998DAF6796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761F8-5A21-7D3F-8510-CC72AC838B73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AB700-6C29-3FC8-5ECD-745954F73EF7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AD401F-F93C-BAC3-D0AF-A48B823B7580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E810B8-05DD-D044-9C06-25A5F4FF32F6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B7C9CD2-1566-0A27-C920-5DE132365E73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A1A8854-0D18-746C-E895-D81D0BF5E409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99E0E3-BA60-1A16-C754-F0A1A769DE0F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53C5B34-FC0E-F301-8D72-6834CA9B3DF8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5EC24AE-6B0C-0A17-AA6F-0BBA90993F6A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B3A1182-99A8-F4F3-5954-213BF4B8D3B3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0161AB8-6246-2131-9226-63327ED9D1AB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4361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E505DA2-FA82-0FE4-3ED5-15B2F5F32B85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5ED478-C53A-9210-83B3-CF4BA91B9749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4F1AA1-D7E0-DA9E-C530-FB7136BFA898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37989B-D411-4D01-C12A-5063C4B56946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2BE9EE-2EBA-2D38-C7EC-FFDEC29587A4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3716078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FC784-0E67-0ABB-AFBB-4C7669E0F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D355-1962-CCE1-F57B-C5EB9518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(9/12)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31C737-6EB6-A6D4-228C-65F600F8DF3C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D6CB07-C7AE-1483-802C-32D60975E8F1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EAF831-C107-D5D0-AA51-2FEA56C64006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476086-0855-5B84-7891-07AECD88D153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61BE9D-DA72-13C9-E6C6-427B38F4BD90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B136F-FB32-5799-9733-E06F39659102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62AD8B-BFEF-E94C-10E6-F185E22DFB4C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F9970-0251-4DD3-F0BB-0C322BE78C03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F932DE8-BBF7-8C02-5F6D-A44B0473F1CE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075F341-043A-53B8-51B5-7E2D4EE25B03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1327E48-A364-19F9-0F93-4FA0919E4C96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AF468DA-1D9E-7851-D172-070C2FD17017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C2D6E0C-6E91-38ED-D0F8-C4A566D29C0D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4ADC396-BAB2-79D0-C9A4-0FECF023A168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90F8470-7A83-DFFB-7E66-A3C2BE7F100E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4361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3EE65EB-37EE-B4BD-8942-873E24F2C1D4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76933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4BA1AF1-79B7-0A75-9BD8-FB470B40B2A5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A1443D-4957-FC75-8641-B3F16FB1E25B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371C38-EC9B-CACD-8F41-AB54C1EEA2C9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687615-A69E-B231-363A-1EF5540AFBBF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B12D7D-8C2A-A8EE-FB28-E5A1D2BEC419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2308877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011D6-7E7F-066A-4669-6713CAA52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6224-C7D4-72C8-01D8-5DBC28D70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(10/12)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FEE089-4BC7-5B1E-E322-92A92DD7DEC0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9EFA19-3CF1-9E4B-688E-F95212C446E5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246611-C53A-336F-F3CD-594321747BB9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154CE38-742C-B007-DFE4-6FBEC6C0D59A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68CF3-2611-54A0-E39B-773368A78356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F61D2F-A4A7-816F-87A5-3BCEAC620DD7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3DE220-EC91-7CB6-5DFA-9249CADB9749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6E210D-BB21-5A1F-BF8C-1CDA1A9EE13F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90B6FD-8A83-171A-AC70-042DDD46158C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D5967BA-C885-3D72-98E8-F3870793B93A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01571CA-B39E-C4DB-3C7C-033F9E8A6871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D220000-C794-F2B8-BB63-AD87286EEDF6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D29E285-A4E7-B92F-57BF-55ABF88B17B9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4B8A60E-A670-C836-37EC-2B7EE8E135D9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FBAE7EC-99BB-478B-9EDA-8897E2E8D1B0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4361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73433EA-3508-0CA3-80A8-763B30823E39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76933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4E4AF76-E808-98B1-8F7D-096DCA38B8EF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31219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5CF918FC-A908-B3F3-C4AF-66979993704A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9D8BCE-658A-388C-C4BD-10B75E403D20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6C9F53-0BF4-3D42-6861-C2FFB64C99B2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F0FDF7-7616-6B64-BECE-7790AC9135FF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734380-9BA0-FA89-BE67-EFFBAE266CD1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1416024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159E3-2B05-C33F-6EB7-0880672EB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67D4-028E-B51D-078D-86332256B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(11/12)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D4F233-32B7-288D-EC23-D6B919B191BC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A8C545-39D4-77C0-2499-167B5079125D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5349FF-DAFF-E7C8-3F84-58CB66505130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01D8BB-2144-F03C-F783-48BE5D06D2D8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53C0F-F89D-41F2-8C95-2EBEF7F56BFB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A9A55-AC6A-820F-6F6D-1917EA057538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4A513-9D38-F0D7-D995-7A50182973E8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655064-646B-804A-6C74-4139AA67FE24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E502FF7-38B9-FEAB-BE75-92CB5D09CE31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A3EAE3-F750-58D4-8290-A945B89FB13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F32F974-82C5-E8E4-988F-8BEA14EC629E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3F03307-FC18-2DB1-AA9E-5E9938BC2EFF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9BBBEF5-BAD5-8062-AD9B-B52B0444FE07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F451CE8-89C5-0D2F-0824-6C6C09C905F0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F8042B6-8564-FC50-7F1F-1D3132ECB61A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4361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DB4E2ED-B111-6C20-C5B6-8A69AE9EB0D1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76933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BDFD1EF-7F13-00B4-6037-4ED227A74136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31219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A9DFA1D-55BB-DAF4-9CD6-F55234459D8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345809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FCB6F94A-5256-ADDD-3A67-8D841E56082A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13B944-B3D8-4310-0A4D-13DA3E5E585B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784F20-D70F-57B7-60E1-61FC5E4663D7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398FEF-F632-D891-FEC7-5F56033E47BD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7BC891-3124-1925-1B0B-DD36AFD61325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1592125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3273-94B8-1AA0-7C6F-AE8A586BC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07FE-5B4A-C23F-D47D-31B73745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C[0][0] memory access pattern (12/12)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1E2AB5-B18F-784F-8044-02F9198AE25B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C0F8BD-2690-F3B5-2DAE-27009B82A3E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E12595-BF6A-E2A2-9371-55A088237F60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5E411DA-CEA7-A185-4DF6-92BA1791D78A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9D9C0-65AD-189E-5ACC-DDF14092AD51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1CCBD0-A608-6502-3174-F405F434B2E9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0CDDFA-2BA4-447A-6BF8-8C8FD44C42D0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090DE-773F-0894-00DF-977BC71447D3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4FA5920-0714-D558-4E16-3A947A99B6CD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A028CEC-0347-8F1B-DC1C-6FB2F555A4A8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3FA67B2-1B11-1779-B902-84A718EED93E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063039B-AD44-7C3A-CF67-08DB1D2ABD15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DBB3E1C-C67E-FE4F-FA2C-1A6B3C8D6AEA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4B62B18-D59D-6CD7-B213-61019C9C259C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388B9B5-EBEB-1889-8CA7-A526D352FD4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4361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6628D74-6C1C-483C-0AE6-0BB87318AFA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76933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5FFA09A-ECA7-1EE1-D6C8-9F44DE317CF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31219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10502AD-1D68-01AD-63D4-69731698B288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345809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B362CD5-73AF-2823-02C9-70FD6D55F718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5FA7F5D-A633-83E4-8BA0-59F2BC51B6D9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96A7D8-F337-9CBA-BD2C-E6DD86080B8F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526815-4159-D1DB-0CFD-EFC68396569C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7B0CCB-62E7-ACD9-49AB-625A029FF285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AF19A5-5060-26E9-270C-51A0DAB285D0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3681106726"/>
      </p:ext>
    </p:extLst>
  </p:cSld>
  <p:clrMapOvr>
    <a:masterClrMapping/>
  </p:clrMapOvr>
</p:sld>
</file>

<file path=ppt/theme/theme1.xml><?xml version="1.0" encoding="utf-8"?>
<a:theme xmlns:a="http://schemas.openxmlformats.org/drawingml/2006/main" name="CS61C-ly-sp24-clean">
  <a:themeElements>
    <a:clrScheme name="CS61C 2">
      <a:dk1>
        <a:srgbClr val="000000"/>
      </a:dk1>
      <a:lt1>
        <a:srgbClr val="FFFFFF"/>
      </a:lt1>
      <a:dk2>
        <a:srgbClr val="003162"/>
      </a:dk2>
      <a:lt2>
        <a:srgbClr val="E4DCD1"/>
      </a:lt2>
      <a:accent1>
        <a:srgbClr val="02BCE2"/>
      </a:accent1>
      <a:accent2>
        <a:srgbClr val="C6D9C3"/>
      </a:accent2>
      <a:accent3>
        <a:srgbClr val="FDC016"/>
      </a:accent3>
      <a:accent4>
        <a:srgbClr val="D8E055"/>
      </a:accent4>
      <a:accent5>
        <a:srgbClr val="EB1378"/>
      </a:accent5>
      <a:accent6>
        <a:srgbClr val="A97DF9"/>
      </a:accent6>
      <a:hlink>
        <a:srgbClr val="94C8FD"/>
      </a:hlink>
      <a:folHlink>
        <a:srgbClr val="F7F5F5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sp24-clean" id="{0858438F-DF77-314E-B33E-DFE6DA7B50F8}" vid="{8CE37D40-99E0-404C-8A6D-C36CC65A7B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CS61C-ly-sp24-clean</Template>
  <TotalTime>17575</TotalTime>
  <Words>351</Words>
  <Application>Microsoft Macintosh PowerPoint</Application>
  <PresentationFormat>Custom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Wingdings</vt:lpstr>
      <vt:lpstr>CS61C-ly-sp24-clean</vt:lpstr>
      <vt:lpstr>C[0][0] memory access pattern (12/12)</vt:lpstr>
      <vt:lpstr>C[0][0] memory access pattern (1/12)</vt:lpstr>
      <vt:lpstr>C[0][0] memory access pattern (2/12)</vt:lpstr>
      <vt:lpstr>C[0][0] memory access pattern (3/12)</vt:lpstr>
      <vt:lpstr>C[0][0] memory access pattern (4/12)</vt:lpstr>
      <vt:lpstr>C[0][0] memory access pattern (5/12)</vt:lpstr>
      <vt:lpstr>C[0][0] memory access pattern (6/12)</vt:lpstr>
      <vt:lpstr>C[0][0] memory access pattern (7/12)</vt:lpstr>
      <vt:lpstr>C[0][0] memory access pattern (8/12)</vt:lpstr>
      <vt:lpstr>C[0][0] memory access pattern (9/12)</vt:lpstr>
      <vt:lpstr>C[0][0] memory access pattern (10/12)</vt:lpstr>
      <vt:lpstr>C[0][0] memory access pattern (11/12)</vt:lpstr>
      <vt:lpstr>C[0][0] memory access pattern (12/12)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Lisa Yan</dc:creator>
  <cp:lastModifiedBy>Lisa Yan</cp:lastModifiedBy>
  <cp:revision>2022</cp:revision>
  <dcterms:created xsi:type="dcterms:W3CDTF">2024-02-19T04:17:04Z</dcterms:created>
  <dcterms:modified xsi:type="dcterms:W3CDTF">2026-04-06T03:27:57Z</dcterms:modified>
</cp:coreProperties>
</file>