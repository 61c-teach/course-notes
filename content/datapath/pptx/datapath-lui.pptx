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09" r:id="rId2"/>
  </p:sldMasterIdLst>
  <p:notesMasterIdLst>
    <p:notesMasterId r:id="rId10"/>
  </p:notesMasterIdLst>
  <p:sldIdLst>
    <p:sldId id="1365" r:id="rId3"/>
    <p:sldId id="1366" r:id="rId4"/>
    <p:sldId id="1371" r:id="rId5"/>
    <p:sldId id="1370" r:id="rId6"/>
    <p:sldId id="1369" r:id="rId7"/>
    <p:sldId id="1368" r:id="rId8"/>
    <p:sldId id="1367" r:id="rId9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223"/>
    <a:srgbClr val="00264A"/>
    <a:srgbClr val="00152A"/>
    <a:srgbClr val="002548"/>
    <a:srgbClr val="4991B2"/>
    <a:srgbClr val="000000"/>
    <a:srgbClr val="032141"/>
    <a:srgbClr val="D9E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025"/>
    <p:restoredTop sz="94304"/>
  </p:normalViewPr>
  <p:slideViewPr>
    <p:cSldViewPr snapToGrid="0">
      <p:cViewPr varScale="1">
        <p:scale>
          <a:sx n="99" d="100"/>
          <a:sy n="99" d="100"/>
        </p:scale>
        <p:origin x="19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79AFB-556A-7647-8681-E8CCC214AEB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562F5-9C85-F843-B903-B3B42F5C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7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07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F747-5E81-3039-4AC4-F5F66861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95AD0-DCC4-0596-3FE3-8F0B09C02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94899-00A4-6EC5-6EC7-62D9E4B96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DEDFB-333B-D37B-4C55-0BF607BE4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10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B154-2F37-4A0D-E9C5-4C15D8797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5D974F-4664-3394-045B-C1652C394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79028-3A56-44E1-4D34-3CB29A31A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CC67B-A0E2-A269-EC83-DEBDD2F2A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87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30709-2080-9185-EBD8-BE5A7B14C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0FA487-D50A-731D-78D7-9B1B2638E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D47AC-D9C2-4C3E-43C5-23496B52A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3762A-26F9-4EB8-9901-E16BE4BB8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51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E6947-D74E-D697-4491-64CB9EBD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BEC46-DD94-F63B-D28E-E7386F95C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6F7EC-B3CB-DF58-DDAA-3880230F2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F9339-2954-69E3-CBA1-A912C681A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11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77FCA-442F-0185-1DE7-0F084A41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87FA6-D960-0F72-0718-0CB611CB4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F0647-EE4E-51CD-E6F1-30BC139CD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00370-7EB9-3D5A-AF7A-86F150CB9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64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A8E6-AFB4-57F0-0ECE-C8FE6810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B0F89-5ABF-4E1F-E0E9-817B92560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014C2-CCA6-D920-4DD4-16D6FCD86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37CF6-C432-85D4-4DF6-0CEEA7234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74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tiff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emf"/><Relationship Id="rId5" Type="http://schemas.openxmlformats.org/officeDocument/2006/relationships/image" Target="../media/image2.tiff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04D8-8C6A-A1BE-E710-691D034B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B3F4E-7F7A-7010-DF2B-2B5FC40C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5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185DB5B-BEBF-6B87-32BE-E3D2FAA3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021" y="4561558"/>
            <a:ext cx="7789961" cy="761999"/>
          </a:xfrm>
          <a:prstGeom prst="rect">
            <a:avLst/>
          </a:prstGeom>
        </p:spPr>
        <p:txBody>
          <a:bodyPr/>
          <a:lstStyle>
            <a:lvl1pPr algn="ctr">
              <a:defRPr sz="42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D695780-6F13-8D58-9C18-35AACFB3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05076"/>
            <a:ext cx="6908800" cy="16328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>
                    <a:alpha val="99000"/>
                  </a:srgbClr>
                </a:solidFill>
                <a:effectLst/>
                <a:latin typeface="18 VAG Rounded Bold   07390" charset="0"/>
              </a:rPr>
              <a:t>CS61C</a:t>
            </a:r>
            <a:endParaRPr lang="en-US" sz="6400" b="1" dirty="0">
              <a:solidFill>
                <a:srgbClr val="4991B1">
                  <a:alpha val="99000"/>
                </a:srgbClr>
              </a:solidFill>
              <a:latin typeface="18 VAG Rounded Bold   07390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2D69298-76B5-35A4-3319-24FFE4F5C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59824"/>
            <a:ext cx="6908800" cy="1540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in</a:t>
            </a:r>
            <a:b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</a:b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2">
                    <a:alpha val="99000"/>
                  </a:schemeClr>
                </a:solidFill>
                <a:latin typeface="18 VAG Rounded Thin   55390" pitchFamily="2" charset="0"/>
              </a:rPr>
              <a:t>(a.k.a. Machine Structures)</a:t>
            </a:r>
            <a:endParaRPr lang="en-US" sz="3833" b="1" dirty="0">
              <a:solidFill>
                <a:schemeClr val="bg2">
                  <a:alpha val="99000"/>
                </a:schemeClr>
              </a:solidFill>
              <a:latin typeface="18 VAG Rounded Bold   07390" charset="0"/>
            </a:endParaRPr>
          </a:p>
        </p:txBody>
      </p:sp>
      <p:pic>
        <p:nvPicPr>
          <p:cNvPr id="16" name="Google Shape;23;p49">
            <a:extLst>
              <a:ext uri="{FF2B5EF4-FFF2-40B4-BE49-F238E27FC236}">
                <a16:creationId xmlns:a16="http://schemas.microsoft.com/office/drawing/2014/main" id="{34967360-50B3-A7B0-0715-41A94158E827}"/>
              </a:ext>
            </a:extLst>
          </p:cNvPr>
          <p:cNvPicPr preferRelativeResize="0"/>
          <p:nvPr/>
        </p:nvPicPr>
        <p:blipFill>
          <a:blip r:embed="rId2"/>
          <a:srcRect l="481" r="481"/>
          <a:stretch/>
        </p:blipFill>
        <p:spPr>
          <a:xfrm>
            <a:off x="8888173" y="410681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ECC42E-4CE3-4707-674B-71A0975151E3}"/>
              </a:ext>
            </a:extLst>
          </p:cNvPr>
          <p:cNvSpPr txBox="1"/>
          <p:nvPr/>
        </p:nvSpPr>
        <p:spPr>
          <a:xfrm>
            <a:off x="8410205" y="2493787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Assistant Teaching Professor</a:t>
            </a:r>
            <a:b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Lisa Yan</a:t>
            </a:r>
          </a:p>
        </p:txBody>
      </p:sp>
      <p:sp>
        <p:nvSpPr>
          <p:cNvPr id="19" name="Google Shape;24;p49">
            <a:extLst>
              <a:ext uri="{FF2B5EF4-FFF2-40B4-BE49-F238E27FC236}">
                <a16:creationId xmlns:a16="http://schemas.microsoft.com/office/drawing/2014/main" id="{55D34F2F-A07D-B6C8-15A2-8BEA5F388780}"/>
              </a:ext>
            </a:extLst>
          </p:cNvPr>
          <p:cNvSpPr/>
          <p:nvPr/>
        </p:nvSpPr>
        <p:spPr>
          <a:xfrm>
            <a:off x="3822337" y="6370191"/>
            <a:ext cx="4547326" cy="492388"/>
          </a:xfrm>
          <a:prstGeom prst="rect">
            <a:avLst/>
          </a:prstGeom>
          <a:gradFill>
            <a:gsLst>
              <a:gs pos="0">
                <a:srgbClr val="002A52"/>
              </a:gs>
              <a:gs pos="100000">
                <a:srgbClr val="003262"/>
              </a:gs>
            </a:gsLst>
            <a:lin ang="5400000" scaled="0"/>
          </a:gra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1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cs61c.org</a:t>
            </a:r>
            <a:r>
              <a:rPr lang="en-US"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199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19;p49">
            <a:extLst>
              <a:ext uri="{FF2B5EF4-FFF2-40B4-BE49-F238E27FC236}">
                <a16:creationId xmlns:a16="http://schemas.microsoft.com/office/drawing/2014/main" id="{6FB1CB93-C34B-732D-69A5-FDC99B477111}"/>
              </a:ext>
            </a:extLst>
          </p:cNvPr>
          <p:cNvSpPr/>
          <p:nvPr/>
        </p:nvSpPr>
        <p:spPr>
          <a:xfrm>
            <a:off x="3108960" y="5135309"/>
            <a:ext cx="5974080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54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4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8D4BA-5CFB-7F64-C19D-CFBCDCDD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75" y="909321"/>
            <a:ext cx="5998909" cy="5364480"/>
          </a:xfrm>
        </p:spPr>
        <p:txBody>
          <a:bodyPr anchor="ctr">
            <a:normAutofit/>
          </a:bodyPr>
          <a:lstStyle>
            <a:lvl1pPr marL="609585" indent="-531271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3600" b="0" i="0">
                <a:solidFill>
                  <a:schemeClr val="bg1"/>
                </a:solidFill>
                <a:latin typeface="18 VAG Rounded Light   0239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CEBC6-3272-877B-6FC0-88185C9300D1}"/>
              </a:ext>
            </a:extLst>
          </p:cNvPr>
          <p:cNvSpPr/>
          <p:nvPr/>
        </p:nvSpPr>
        <p:spPr>
          <a:xfrm>
            <a:off x="0" y="908051"/>
            <a:ext cx="5514021" cy="536575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rgbClr val="3A7EA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18 VAG Rounded Light   0239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C5CA34-43CE-D2B0-CA59-D41610FD01AD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1750-A405-1B89-FEC0-D5EA9AD8CE8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AF6151-774C-D88A-F797-71D61040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7" y="886850"/>
            <a:ext cx="5181600" cy="53657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78315" indent="0">
              <a:tabLst/>
              <a:defRPr sz="58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EE6D3610-51E7-072A-C443-EB48D2CE05B3}"/>
              </a:ext>
            </a:extLst>
          </p:cNvPr>
          <p:cNvSpPr/>
          <p:nvPr/>
        </p:nvSpPr>
        <p:spPr>
          <a:xfrm>
            <a:off x="330438" y="5084098"/>
            <a:ext cx="4740068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292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3AF8-3354-C1AF-87B5-7D4A7143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4C7F-8368-7F6B-D89B-1288477C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413" y="916710"/>
            <a:ext cx="5303520" cy="5260254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6F8F-A65B-D532-67B0-48E3513E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3316"/>
            <a:ext cx="5394960" cy="5243648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D10F-3A40-C609-3618-CF470B0B02F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E0520-96D2-C5AA-6269-0C246918494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54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1067-BA44-3904-7E43-138A62BA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714379-5477-4D73-C7EF-823FDEF5649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6669C0-8787-EED5-07F5-111A4D70AA8F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A3CF7-6031-BD55-66FF-DEF78D03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465" y="2306249"/>
            <a:ext cx="8137073" cy="2245505"/>
          </a:xfrm>
        </p:spPr>
        <p:txBody>
          <a:bodyPr>
            <a:noAutofit/>
          </a:bodyPr>
          <a:lstStyle>
            <a:lvl1pPr algn="ctr">
              <a:defRPr sz="8533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3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5D6C36-AF3C-3D5D-85D0-B0BCB39B2FA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BD31BE-11B0-12C9-4F44-86656D6D03F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9E1F49-FF31-2B00-2304-6BCA27806331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6AFDBD-60BE-5483-0C26-669A37732B99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913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32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B2A-FB40-E32F-5166-4622746C4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CBE5D-916B-9810-03A4-1958ED6B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595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CE9ED49C-E0F6-3E47-BD59-EA863495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BAC4D5-0EE4-FD4C-8CC9-387D71F8E638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rgbClr val="E4DDD2"/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rgbClr val="E4DDD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6AA3AF-E757-5D40-AF18-590283A894E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3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solidFill>
                  <a:srgbClr val="00BEE2"/>
                </a:solidFill>
                <a:latin typeface="VAG Rundschrift D Light" pitchFamily="2" charset="77"/>
              </a:defRPr>
            </a:lvl3pPr>
            <a:lvl4pPr marL="1685519" indent="-457189">
              <a:buClr>
                <a:srgbClr val="FFC117"/>
              </a:buClr>
              <a:buFont typeface="Arial" panose="020B0604020202020204" pitchFamily="34" charset="0"/>
              <a:buChar char="•"/>
              <a:defRPr sz="2400" b="0" i="0">
                <a:solidFill>
                  <a:srgbClr val="FFC117"/>
                </a:solidFill>
                <a:latin typeface="VAG Rundschrift D Light" pitchFamily="2" charset="77"/>
              </a:defRPr>
            </a:lvl4pPr>
            <a:lvl5pPr>
              <a:buClr>
                <a:srgbClr val="E4DDD2"/>
              </a:buClr>
              <a:defRPr b="0" i="0">
                <a:solidFill>
                  <a:srgbClr val="E4DDD2"/>
                </a:solidFill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89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2677E839-A4BD-EF4E-B7C9-4C82DFEEE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928127"/>
            <a:ext cx="3937000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33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928127"/>
            <a:ext cx="4000501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D9E74F-8295-8546-AB63-B09A36C3C5C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7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10502901" cy="5365751"/>
          </a:xfrm>
        </p:spPr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latin typeface="VAG Rundschrift D Light" pitchFamily="2" charset="77"/>
              </a:defRPr>
            </a:lvl3pPr>
            <a:lvl4pPr>
              <a:defRPr b="0" i="0">
                <a:latin typeface="VAG Rundschrift D Light" pitchFamily="2" charset="77"/>
              </a:defRPr>
            </a:lvl4pPr>
            <a:lvl5pPr>
              <a:defRPr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283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E29CF758-356F-D645-A544-8AD2373E3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825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5843" y="901825"/>
            <a:ext cx="4980157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89000"/>
            <a:ext cx="54229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18 VAG Rounded Black   0939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18 VAG Rounded Black   0939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BEC86-E652-F848-AA3E-EC0AC5D44B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00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8572501" cy="53657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53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8ECFEE2E-863C-C649-AF97-D7D700C3C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889000"/>
            <a:ext cx="3937000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889000"/>
            <a:ext cx="40005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FCD5E-49BF-E247-8C97-949C07F042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41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2DF9A1AA-6E36-A244-B9C8-150E2F1D4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3801021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68AA9D09-0281-BC43-ACED-6D4085FEB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5" name="Picture 14" descr="A picture containing light&#10;&#10;Description automatically generated">
            <a:extLst>
              <a:ext uri="{FF2B5EF4-FFF2-40B4-BE49-F238E27FC236}">
                <a16:creationId xmlns:a16="http://schemas.microsoft.com/office/drawing/2014/main" id="{019910D7-85CB-0247-9141-23A9945206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chemeClr val="bg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07AA5D-B271-D84F-A242-5CBE7971CF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36E3C-0B8E-D148-80CC-68FAAB4D55A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ABD46-61F1-7C48-91F4-12BDB7C8B8CB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FC28AFEE-91A4-6C48-A147-EC214E5A8F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  <a:lvl2pPr>
              <a:defRPr>
                <a:latin typeface="VAGRundschriftD" panose="00000500000000000000" pitchFamily="50" charset="0"/>
              </a:defRPr>
            </a:lvl2pPr>
            <a:lvl3pPr>
              <a:defRPr>
                <a:latin typeface="VAGRundschriftD" panose="00000500000000000000" pitchFamily="50" charset="0"/>
              </a:defRPr>
            </a:lvl3pPr>
            <a:lvl4pPr>
              <a:defRPr>
                <a:latin typeface="VAGRundschriftD" panose="00000500000000000000" pitchFamily="50" charset="0"/>
              </a:defRPr>
            </a:lvl4pPr>
            <a:lvl5pPr>
              <a:defRPr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997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8ED939BA-A982-714F-AC2A-BE41FDE657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light&#10;&#10;Description automatically generated">
            <a:extLst>
              <a:ext uri="{FF2B5EF4-FFF2-40B4-BE49-F238E27FC236}">
                <a16:creationId xmlns:a16="http://schemas.microsoft.com/office/drawing/2014/main" id="{EC63A20D-21AB-2B40-91E4-4FDA4EB93B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889000"/>
            <a:ext cx="3937000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889000"/>
            <a:ext cx="3971925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C76881-1B14-4D4F-83AB-0BD4F70F885A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D8DF-85B5-244D-B7EE-8DE77A729BC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06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6BD88787-61C8-AE47-8735-AE6C83007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ADF33AB0-2DBB-E042-B8C0-EC348F7CC1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1654314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ood&#10;&#10;Description automatically generated">
            <a:extLst>
              <a:ext uri="{FF2B5EF4-FFF2-40B4-BE49-F238E27FC236}">
                <a16:creationId xmlns:a16="http://schemas.microsoft.com/office/drawing/2014/main" id="{6C194DF9-C0AF-304B-88A9-02036DD40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22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F8288F7D-1E3A-1E47-9FDA-D20C05CD8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3F85B7C0-ACB5-AB44-8C40-83F8FCB8A3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3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9392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tiff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chemeClr val="tx1"/>
            </a:gs>
            <a:gs pos="100000">
              <a:srgbClr val="00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07444E4B-B667-204F-6CBC-6541042F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97" y="76200"/>
            <a:ext cx="10509504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BFD2F-B4A1-0BFE-9946-F9ACEA1C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413" y="916710"/>
            <a:ext cx="11332079" cy="528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oogle Shape;13;p48">
            <a:extLst>
              <a:ext uri="{FF2B5EF4-FFF2-40B4-BE49-F238E27FC236}">
                <a16:creationId xmlns:a16="http://schemas.microsoft.com/office/drawing/2014/main" id="{86EC8A50-6ED8-8792-AC2D-624D27BA987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176" y="6362905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FE450-8072-3EB0-9EC8-CEC906BCB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0B3E7-42CF-CC16-BDE1-F34A834A2E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200">
          <a:solidFill>
            <a:schemeClr val="bg2">
              <a:alpha val="99099"/>
            </a:schemeClr>
          </a:solidFill>
          <a:latin typeface="18 VAG Rounded Bold   07390" pitchFamily="2" charset="0"/>
          <a:ea typeface="+mj-ea"/>
          <a:cs typeface="+mj-cs"/>
        </a:defRPr>
      </a:lvl1pPr>
    </p:titleStyle>
    <p:bodyStyle>
      <a:lvl1pPr marL="467772" indent="-383108" algn="l" defTabSz="914377" rtl="0" eaLnBrk="1" latinLnBrk="0" hangingPunct="1">
        <a:lnSpc>
          <a:spcPct val="100000"/>
        </a:lnSpc>
        <a:spcBef>
          <a:spcPts val="1000"/>
        </a:spcBef>
        <a:buClrTx/>
        <a:buSzPct val="95000"/>
        <a:buFont typeface="Wingdings" pitchFamily="2" charset="2"/>
        <a:buChar char="§"/>
        <a:tabLst/>
        <a:defRPr sz="3600" b="1" i="0" kern="1200">
          <a:ln>
            <a:noFill/>
          </a:ln>
          <a:solidFill>
            <a:schemeClr val="bg1">
              <a:alpha val="99000"/>
            </a:schemeClr>
          </a:solidFill>
          <a:latin typeface="18 VAG Rounded Bold   07390" pitchFamily="2" charset="0"/>
          <a:ea typeface="+mn-ea"/>
          <a:cs typeface="+mn-cs"/>
        </a:defRPr>
      </a:lvl1pPr>
      <a:lvl2pPr marL="768331" indent="-311143" algn="l" defTabSz="914377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SzPct val="100000"/>
        <a:buFont typeface="Wingdings" pitchFamily="2" charset="2"/>
        <a:buChar char="§"/>
        <a:tabLst/>
        <a:defRPr sz="3200" b="0" i="0" kern="1200">
          <a:solidFill>
            <a:schemeClr val="accent2"/>
          </a:solidFill>
          <a:latin typeface="18 VAG Rounded Light   02390" pitchFamily="2" charset="0"/>
          <a:ea typeface="+mn-ea"/>
          <a:cs typeface="+mn-cs"/>
        </a:defRPr>
      </a:lvl2pPr>
      <a:lvl3pPr marL="1066773" indent="-298443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2800" b="0" i="0" kern="1200">
          <a:solidFill>
            <a:schemeClr val="accent1"/>
          </a:solidFill>
          <a:latin typeface="18 VAG Rounded Light   02390" pitchFamily="2" charset="0"/>
          <a:ea typeface="+mn-ea"/>
          <a:cs typeface="+mn-cs"/>
        </a:defRPr>
      </a:lvl3pPr>
      <a:lvl4pPr marL="1449881" indent="-298443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accent3"/>
          </a:solidFill>
          <a:latin typeface="18 VAG Rounded Light   02390" pitchFamily="2" charset="0"/>
          <a:ea typeface="+mn-ea"/>
          <a:cs typeface="+mn-cs"/>
        </a:defRPr>
      </a:lvl4pPr>
      <a:lvl5pPr marL="1763140" indent="-226478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bg2"/>
          </a:solidFill>
          <a:latin typeface="18 VAG Rounded Light   0239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DD4C6C20-F48B-6B49-86FF-DB6B770C5747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0"/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5"/>
                </a:solidFill>
                <a:latin typeface="VAGRundschriftD" panose="00000500000000000000" pitchFamily="50" charset="0"/>
                <a:ea typeface="+mn-ea"/>
                <a:cs typeface="+mn-cs"/>
              </a:rPr>
              <a:t>RISC-V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1115843" y="888611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00" y="908050"/>
            <a:ext cx="8572501" cy="536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0" rIns="130622" bIns="653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1"/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926C7-7ABA-BC4B-B059-3F085BB916B3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3723A-86A7-6746-8062-52657EB054C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4BFA1-742A-6040-9A02-17161CC49CF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67" kern="1200" spc="-119">
          <a:solidFill>
            <a:srgbClr val="E4DDD2"/>
          </a:solidFill>
          <a:latin typeface="18 VAG Rounded Bold   07390"/>
          <a:ea typeface="ＭＳ Ｐゴシック" charset="-128"/>
          <a:cs typeface="AppleGaramond Bd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5pPr>
      <a:lvl6pPr marL="54424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6pPr>
      <a:lvl7pPr marL="108849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7pPr>
      <a:lvl8pPr marL="163273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8pPr>
      <a:lvl9pPr marL="217698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9pPr>
    </p:titleStyle>
    <p:bodyStyle>
      <a:lvl1pPr marL="489442" indent="-408184" algn="l" rtl="0" eaLnBrk="0" fontAlgn="base" hangingPunct="0">
        <a:spcBef>
          <a:spcPts val="833"/>
        </a:spcBef>
        <a:spcAft>
          <a:spcPct val="0"/>
        </a:spcAft>
        <a:buClr>
          <a:srgbClr val="E4DDD2"/>
        </a:buClr>
        <a:buSzPct val="95000"/>
        <a:buFont typeface="Wingdings" pitchFamily="-1" charset="2"/>
        <a:buChar char=""/>
        <a:defRPr sz="3200" b="0" i="0" kern="1200">
          <a:solidFill>
            <a:schemeClr val="tx1"/>
          </a:solidFill>
          <a:latin typeface="VAG Rundschrift D Light" pitchFamily="2" charset="77"/>
          <a:ea typeface="ＭＳ Ｐゴシック" charset="-128"/>
          <a:cs typeface="VAG Rundschrift D Light" pitchFamily="2" charset="77"/>
        </a:defRPr>
      </a:lvl1pPr>
      <a:lvl2pPr marL="880619" indent="-340153" algn="l" rtl="0" eaLnBrk="0" fontAlgn="base" hangingPunct="0">
        <a:spcBef>
          <a:spcPct val="20000"/>
        </a:spcBef>
        <a:spcAft>
          <a:spcPct val="0"/>
        </a:spcAft>
        <a:buSzPct val="90000"/>
        <a:buFont typeface="Wingdings" pitchFamily="-1" charset="2"/>
        <a:buChar char=""/>
        <a:defRPr sz="2667" b="0" i="0" kern="1200">
          <a:solidFill>
            <a:srgbClr val="C5DBC3"/>
          </a:solidFill>
          <a:latin typeface="VAG Rundschrift D Light" pitchFamily="2" charset="77"/>
          <a:ea typeface="ＭＳ Ｐゴシック" charset="-128"/>
          <a:cs typeface="+mn-cs"/>
        </a:defRPr>
      </a:lvl2pPr>
      <a:lvl3pPr marL="1184868" indent="-272123" algn="l" rtl="0" eaLnBrk="0" fontAlgn="base" hangingPunct="0">
        <a:spcBef>
          <a:spcPct val="20000"/>
        </a:spcBef>
        <a:spcAft>
          <a:spcPct val="0"/>
        </a:spcAft>
        <a:buFont typeface="Wingdings 2" pitchFamily="-1" charset="2"/>
        <a:buChar char=""/>
        <a:defRPr sz="2667" b="0" i="0" kern="1200">
          <a:solidFill>
            <a:srgbClr val="00BEE2"/>
          </a:solidFill>
          <a:latin typeface="VAG Rundschrift D Light" pitchFamily="2" charset="77"/>
          <a:ea typeface="ＭＳ Ｐゴシック" charset="-128"/>
          <a:cs typeface="+mn-cs"/>
        </a:defRPr>
      </a:lvl3pPr>
      <a:lvl4pPr marL="1685519" indent="-457189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Font typeface="Arial" panose="020B0604020202020204" pitchFamily="34" charset="0"/>
        <a:buChar char="•"/>
        <a:defRPr sz="2500" b="0" i="0" kern="1200">
          <a:solidFill>
            <a:srgbClr val="FFC117"/>
          </a:solidFill>
          <a:latin typeface="VAG Rundschrift D Light" pitchFamily="2" charset="77"/>
          <a:ea typeface="ＭＳ Ｐゴシック" charset="-128"/>
          <a:cs typeface="+mn-cs"/>
        </a:defRPr>
      </a:lvl4pPr>
      <a:lvl5pPr marL="1763128" indent="-24944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-1" charset="2"/>
        <a:buChar char=""/>
        <a:defRPr sz="2400" b="0" i="0" kern="1200">
          <a:solidFill>
            <a:srgbClr val="E4DDD2"/>
          </a:solidFill>
          <a:latin typeface="VAG Rundschrift D Light" pitchFamily="2" charset="77"/>
          <a:ea typeface="ＭＳ Ｐゴシック" charset="-128"/>
          <a:cs typeface="+mn-cs"/>
        </a:defRPr>
      </a:lvl5pPr>
      <a:lvl6pPr marL="2035476" indent="-25035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2264058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2492642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2721224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42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76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5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roup 462">
            <a:extLst>
              <a:ext uri="{FF2B5EF4-FFF2-40B4-BE49-F238E27FC236}">
                <a16:creationId xmlns:a16="http://schemas.microsoft.com/office/drawing/2014/main" id="{7588937E-7BA3-1BB2-AD11-FC8900860B68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464" name="Elbow Connector 463">
              <a:extLst>
                <a:ext uri="{FF2B5EF4-FFF2-40B4-BE49-F238E27FC236}">
                  <a16:creationId xmlns:a16="http://schemas.microsoft.com/office/drawing/2014/main" id="{BB8E4887-D62A-3D70-B818-37602906D94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ABA9AE8C-0B88-618F-CFEF-D16CD3149CCC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9C00FBFC-F52C-12CD-1592-6F7CF677A624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ED3FAC8E-68F2-8F7B-360F-9B49C35A3B90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5" name="Group 484">
                <a:extLst>
                  <a:ext uri="{FF2B5EF4-FFF2-40B4-BE49-F238E27FC236}">
                    <a16:creationId xmlns:a16="http://schemas.microsoft.com/office/drawing/2014/main" id="{412E0061-C414-E222-C13F-0B9E86FFCE07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97" name="Elbow Connector 496">
                  <a:extLst>
                    <a:ext uri="{FF2B5EF4-FFF2-40B4-BE49-F238E27FC236}">
                      <a16:creationId xmlns:a16="http://schemas.microsoft.com/office/drawing/2014/main" id="{D978DEB2-16C2-89EA-702F-A4FBBFBA75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95D2D90F-A322-2953-131C-72003555F0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368906E3-2813-13F9-CE31-16C264A305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EDB83366-D339-2AFF-ABBB-63D2A2F8C519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35C9B5B4-63DA-B864-486A-B417623DD97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1D98925-FC59-B4F6-9D65-83FD5F3000B1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rapezoid 312">
            <a:extLst>
              <a:ext uri="{FF2B5EF4-FFF2-40B4-BE49-F238E27FC236}">
                <a16:creationId xmlns:a16="http://schemas.microsoft.com/office/drawing/2014/main" id="{043DD0F7-B2BE-0FAA-DD3E-9D3792146F44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542881D0-E006-5FD1-06B4-BF7FDE875101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DB1CA216-A44B-94A2-491B-0FE076CC9699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4CABF1C-C840-9F3E-AB67-F1D6561813BC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4D1DEAE-7AAB-4FA5-9AC7-CEF254DF6C1E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3182A8-AAC2-5CFD-2ED1-D6AE1F38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dirty="0"/>
              <a:t> Datapath (6/6)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06A984C2-C1BE-5F6D-FBBD-BEB503CEC8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E2B3D3E-7682-F6FD-4010-CC6BCDC1F9B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50D48F20-2317-959C-0E0D-67B0974EEDE2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4FDE1979-E809-7A50-A64F-A7DC871340D6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C3F319D4-E9C9-BF79-1D0B-B024CF36D456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EFECB578-3A21-E891-8D71-0213F089D1C0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4BB69EA9-5AFD-ECF3-6FBC-565768226B64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7F7F169-A5F4-56F1-6936-D7E5E795DF1A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5C8CA32-3065-E6B7-1BD4-077B2DB83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C9BC0A6-4DFD-877B-775C-BD92FA02190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CB4FC43-FB1E-DAD9-6933-1031DF7B151C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6C5600C-FF32-7B65-A838-616535BD3D13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205D2502-C217-CFAD-90DA-7224BAC69EC5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5795E669-F7FD-51D5-9708-7B3C9BD34CCE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5D422CF-1692-106D-093A-8F6E171C79D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29E1759E-8C1A-B8F6-C0AE-84288FE3023D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81177FA1-F44B-D412-678F-D0996FE371E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FEB16DF6-43AA-9A5F-FFF9-30CB1A3DA5D6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D9AC5A45-167B-FAFC-8F95-7FB83C097F1E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6BC64DA7-A1B1-1E33-61B5-D83764BAC155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A49D0FB0-BFA2-EDA4-4ABE-999F6FEBA857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67A46396-A71B-E5C3-E2EC-583B4A603C90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2D1A0F8A-F1AA-0736-73BB-5204DAFA85B2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98CA2B2E-5BEF-6E19-FC37-311D08B845B0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B01F1A18-F34F-006C-C71D-DCC3DF9FCB76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45940B4-83F7-A371-DDED-84DC7989114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F1F7DB0-6CD9-15D8-A9C7-594A704DE0B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FE738B2C-2C36-2578-E323-38E7D6FA3739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C60DDE42-432D-6CCE-975F-C92E5D285C26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C7F68ECD-ACAD-374E-B7B5-00E15FD21DCB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08456E4-D4F5-2EA1-FF19-789AA5C3F8DA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08607ED-5082-B8EB-0CB6-ED344CA1BE73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424B80CA-05F9-1646-30DD-53D39995ABBD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77D15A79-CBAA-3476-E953-9E88EC542CAD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30435E35-829A-9B0E-3C1B-8AC96951ACA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D38A11AD-8791-608A-0552-C121A94FF645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C66CA67-38E7-34E8-E7FC-AAD1AEB58582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DE0A5376-D330-42E2-FB65-5A8544619591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356B3A68-0F26-F67A-1004-D091F831F6EB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8C12DBEE-9119-E687-12AE-4F54DD2F914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296AC102-0DC9-9CA8-A46D-84AEF8599F88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C2019ECA-1D43-2798-7640-624AE67C748A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D8640-1BD8-BEED-DD26-8BB1044FBB1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7B03F4-4F70-EB67-2FC8-0AEE5100B90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ECC671-A924-2356-B7DC-DE13636CBDA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A7E8C0-8665-164F-DB94-DAE69967F44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EADA092F-D4E9-20EF-B62D-834B9B1CF63B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D784A5C8-32E2-3AA1-3DDB-295CDDAE88B9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2DED7013-C5E9-CBB1-99CD-9964AAD09670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A55CBC4E-3F99-6A1A-ED53-27D7DCB45B96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E192C444-756E-E8CF-390A-6E0B4FE752FD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66292F7A-6202-ABC8-7BBE-EE2DB8DD49CA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19745264-D758-7058-338A-8FE0A2DA6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7E10B256-ADFC-8E2C-6C6F-6E4DBEC36AB1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C90E192-1621-0F41-7C51-B3D1435DC511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0B84DDB6-BD95-C1CE-FF79-AD196961DC6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D2BD06BC-7A4A-85C8-A85B-E9F3AEAD7C8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FF4442EF-7773-4AC3-344F-B93A2F318AB3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00D96AA0-7597-8224-59E9-1D8FB270A8D9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9E730C79-AAC2-7A21-158E-0E25313D56F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CC95B9F-5DF4-D7FA-AEA7-3A8533F0CD4C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D1E69A0-9944-8D40-E6A1-E6D049015EEA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D5574E08-8C14-422C-BD9C-969F4F3B25C2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2E54D0A-9FBB-BD56-7769-DC00BEB2FC6E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C1D377E-FE43-1B1D-FCF0-12F1B82B4052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E390CF13-3728-8277-3D3E-B31B8898A532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ABE00C5-6753-0E18-2457-6761BCF0A196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05891022-9DF5-AB96-D32B-08916867D91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5F21712-74F9-1B1C-C348-211340BF727D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7322C1B-FFBE-A7F0-2BCE-481B27FF43B3}"/>
              </a:ext>
            </a:extLst>
          </p:cNvPr>
          <p:cNvSpPr txBox="1"/>
          <p:nvPr/>
        </p:nvSpPr>
        <p:spPr>
          <a:xfrm>
            <a:off x="7468738" y="1077778"/>
            <a:ext cx="20098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chemeClr val="accent1">
                    <a:alpha val="99000"/>
                  </a:schemeClr>
                </a:solidFill>
                <a:latin typeface="18 VAG Rounded Bold   07390" pitchFamily="2" charset="0"/>
              </a:rPr>
              <a:t>Grab only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b="1" dirty="0">
                <a:solidFill>
                  <a:schemeClr val="accent1">
                    <a:alpha val="99000"/>
                  </a:schemeClr>
                </a:solidFill>
                <a:latin typeface="18 VAG Rounded Bold   07390" pitchFamily="2" charset="0"/>
              </a:rPr>
              <a:t>!</a:t>
            </a:r>
            <a:br>
              <a:rPr lang="en-US" sz="20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(</a:t>
            </a:r>
            <a:r>
              <a:rPr lang="en-US" sz="18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=B)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97B8F45-783A-ECA8-8A7C-0F8D612BA8C3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EB7AC3D-F7B5-2878-6B12-AD8895F7842C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DE938227-1E4D-9C95-BFDC-595B19E389B1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50CB0154-72BF-EC38-CA63-C0C6A1FBAE95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2" name="Trapezoid 301">
            <a:extLst>
              <a:ext uri="{FF2B5EF4-FFF2-40B4-BE49-F238E27FC236}">
                <a16:creationId xmlns:a16="http://schemas.microsoft.com/office/drawing/2014/main" id="{A718148C-4940-771E-DEEC-E5D64C0729B8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B387978E-8879-0C49-0FA9-0F9BB2ACC7CD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8F682B4B-37F4-BF5A-412A-D0C767721AB7}"/>
              </a:ext>
            </a:extLst>
          </p:cNvPr>
          <p:cNvSpPr txBox="1"/>
          <p:nvPr/>
        </p:nvSpPr>
        <p:spPr>
          <a:xfrm>
            <a:off x="9804538" y="1063996"/>
            <a:ext cx="2332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result to destination register.</a:t>
            </a:r>
          </a:p>
        </p:txBody>
      </p:sp>
      <p:sp>
        <p:nvSpPr>
          <p:cNvPr id="312" name="Trapezoid 311">
            <a:extLst>
              <a:ext uri="{FF2B5EF4-FFF2-40B4-BE49-F238E27FC236}">
                <a16:creationId xmlns:a16="http://schemas.microsoft.com/office/drawing/2014/main" id="{F566EE9C-868C-CB80-FA50-DF9B2A3FE120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1F3D42-53E0-C344-42BA-6B32D2CB1CBF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3ACDD8C5-43C7-F2B9-FEF7-E2A297C717F9}"/>
              </a:ext>
            </a:extLst>
          </p:cNvPr>
          <p:cNvGrpSpPr/>
          <p:nvPr/>
        </p:nvGrpSpPr>
        <p:grpSpPr>
          <a:xfrm>
            <a:off x="7685588" y="4436007"/>
            <a:ext cx="599285" cy="120728"/>
            <a:chOff x="7685588" y="4436007"/>
            <a:chExt cx="599285" cy="120728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D38AE8F-60F9-C295-02EF-B72367B5368B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1" y="4436007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1F2F8C4-2010-09E0-538C-53A3E22C7913}"/>
                </a:ext>
              </a:extLst>
            </p:cNvPr>
            <p:cNvSpPr/>
            <p:nvPr/>
          </p:nvSpPr>
          <p:spPr>
            <a:xfrm>
              <a:off x="7685588" y="4442070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CC623889-6F45-A652-6193-7E01C1A9F503}"/>
              </a:ext>
            </a:extLst>
          </p:cNvPr>
          <p:cNvGrpSpPr/>
          <p:nvPr/>
        </p:nvGrpSpPr>
        <p:grpSpPr>
          <a:xfrm>
            <a:off x="3062789" y="3429000"/>
            <a:ext cx="4683138" cy="2117475"/>
            <a:chOff x="3062789" y="3429000"/>
            <a:chExt cx="4683138" cy="211747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BD293B8-4644-26EB-2C46-0D208F13233F}"/>
                </a:ext>
              </a:extLst>
            </p:cNvPr>
            <p:cNvGrpSpPr/>
            <p:nvPr/>
          </p:nvGrpSpPr>
          <p:grpSpPr>
            <a:xfrm>
              <a:off x="3191223" y="3971033"/>
              <a:ext cx="4554704" cy="1575442"/>
              <a:chOff x="3191225" y="3962068"/>
              <a:chExt cx="4554704" cy="1575442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7781251C-BBD0-9FE4-6B71-5F6DF05CEE7A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22F20E89-FCF8-75CA-942C-51F690DD26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326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Elbow Connector 39">
                <a:extLst>
                  <a:ext uri="{FF2B5EF4-FFF2-40B4-BE49-F238E27FC236}">
                    <a16:creationId xmlns:a16="http://schemas.microsoft.com/office/drawing/2014/main" id="{9F3C83E4-38C3-A561-4AD1-6B9529B3F1D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9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0" name="Elbow Connector 469">
              <a:extLst>
                <a:ext uri="{FF2B5EF4-FFF2-40B4-BE49-F238E27FC236}">
                  <a16:creationId xmlns:a16="http://schemas.microsoft.com/office/drawing/2014/main" id="{CD793F00-A816-D4CC-EFAF-75130030C2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FC1B4FC9-FC74-B331-60F0-EA1DA2F178C6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0734BFB5-2FC1-1B42-02A2-2E46EF59440E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502" name="TextBox 501">
                <a:extLst>
                  <a:ext uri="{FF2B5EF4-FFF2-40B4-BE49-F238E27FC236}">
                    <a16:creationId xmlns:a16="http://schemas.microsoft.com/office/drawing/2014/main" id="{916508B6-A974-BCD1-F195-2BB33681D117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6D17EEB4-A894-4644-664A-24125B8FE3EC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06" name="Group 505">
                  <a:extLst>
                    <a:ext uri="{FF2B5EF4-FFF2-40B4-BE49-F238E27FC236}">
                      <a16:creationId xmlns:a16="http://schemas.microsoft.com/office/drawing/2014/main" id="{8605ED5E-0025-719D-0071-9A4818975B48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136" name="Straight Arrow Connector 135">
                    <a:extLst>
                      <a:ext uri="{FF2B5EF4-FFF2-40B4-BE49-F238E27FC236}">
                        <a16:creationId xmlns:a16="http://schemas.microsoft.com/office/drawing/2014/main" id="{348F6863-C3AA-2253-06C2-811B3301EB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7" name="Group 136">
                    <a:extLst>
                      <a:ext uri="{FF2B5EF4-FFF2-40B4-BE49-F238E27FC236}">
                        <a16:creationId xmlns:a16="http://schemas.microsoft.com/office/drawing/2014/main" id="{EB28183E-421E-E8DD-F68A-1169D39D3ACE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147" name="Elbow Connector 146">
                      <a:extLst>
                        <a:ext uri="{FF2B5EF4-FFF2-40B4-BE49-F238E27FC236}">
                          <a16:creationId xmlns:a16="http://schemas.microsoft.com/office/drawing/2014/main" id="{DC7FD668-03E4-8309-5B58-55407BB094E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2E924C8B-12B6-44F4-E76A-3B9FE8B7A1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42" name="Straight Connector 141">
                    <a:extLst>
                      <a:ext uri="{FF2B5EF4-FFF2-40B4-BE49-F238E27FC236}">
                        <a16:creationId xmlns:a16="http://schemas.microsoft.com/office/drawing/2014/main" id="{B736D0D4-1ACB-A5A9-9AA1-48DBD28CDC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Elbow Connector 144">
                    <a:extLst>
                      <a:ext uri="{FF2B5EF4-FFF2-40B4-BE49-F238E27FC236}">
                        <a16:creationId xmlns:a16="http://schemas.microsoft.com/office/drawing/2014/main" id="{C020C985-D8DD-DD9D-B4A3-C462490D7B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Elbow Connector 145">
                    <a:extLst>
                      <a:ext uri="{FF2B5EF4-FFF2-40B4-BE49-F238E27FC236}">
                        <a16:creationId xmlns:a16="http://schemas.microsoft.com/office/drawing/2014/main" id="{D8E3A5F6-86D0-16F5-048C-81E7701B57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1" name="Freeform 510">
                  <a:extLst>
                    <a:ext uri="{FF2B5EF4-FFF2-40B4-BE49-F238E27FC236}">
                      <a16:creationId xmlns:a16="http://schemas.microsoft.com/office/drawing/2014/main" id="{045D6B57-1E6C-287B-23EB-AFE65790911A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3D891528-06B0-1D39-A708-703A41A63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4B10935-54FA-9E20-3F2D-D394609713A9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2FAAC0-FD1A-8156-84C7-A3714B816F72}"/>
              </a:ext>
            </a:extLst>
          </p:cNvPr>
          <p:cNvGrpSpPr/>
          <p:nvPr/>
        </p:nvGrpSpPr>
        <p:grpSpPr>
          <a:xfrm>
            <a:off x="3772163" y="2375192"/>
            <a:ext cx="7370064" cy="1050473"/>
            <a:chOff x="3772163" y="2375192"/>
            <a:chExt cx="7370064" cy="105047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FCD4448-10A0-7802-54E0-EB3AC03860CE}"/>
                </a:ext>
              </a:extLst>
            </p:cNvPr>
            <p:cNvGrpSpPr/>
            <p:nvPr/>
          </p:nvGrpSpPr>
          <p:grpSpPr>
            <a:xfrm>
              <a:off x="3772163" y="2375192"/>
              <a:ext cx="7370064" cy="1031999"/>
              <a:chOff x="3772163" y="2375192"/>
              <a:chExt cx="7370064" cy="1031999"/>
            </a:xfrm>
            <a:effectLst>
              <a:glow rad="101600">
                <a:srgbClr val="011223">
                  <a:alpha val="75938"/>
                </a:srgbClr>
              </a:glow>
            </a:effectLst>
          </p:grpSpPr>
          <p:cxnSp>
            <p:nvCxnSpPr>
              <p:cNvPr id="24" name="Elbow Connector 23">
                <a:extLst>
                  <a:ext uri="{FF2B5EF4-FFF2-40B4-BE49-F238E27FC236}">
                    <a16:creationId xmlns:a16="http://schemas.microsoft.com/office/drawing/2014/main" id="{DDEB4D45-DB1F-AE27-028B-2208F67B8EF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23108F6-D013-CD85-C5C3-45CA0BCEEEB2}"/>
                  </a:ext>
                </a:extLst>
              </p:cNvPr>
              <p:cNvCxnSpPr/>
              <p:nvPr/>
            </p:nvCxnSpPr>
            <p:spPr>
              <a:xfrm>
                <a:off x="3772163" y="2384802"/>
                <a:ext cx="7370064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Elbow Connector 27">
                <a:extLst>
                  <a:ext uri="{FF2B5EF4-FFF2-40B4-BE49-F238E27FC236}">
                    <a16:creationId xmlns:a16="http://schemas.microsoft.com/office/drawing/2014/main" id="{3FDD2471-865C-54C3-B475-D7129245A0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17058" y="2375192"/>
                <a:ext cx="320293" cy="1031999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62FBEC6-8225-7F32-6280-2A1DB2ACC689}"/>
                </a:ext>
              </a:extLst>
            </p:cNvPr>
            <p:cNvSpPr/>
            <p:nvPr/>
          </p:nvSpPr>
          <p:spPr>
            <a:xfrm>
              <a:off x="10485120" y="3403600"/>
              <a:ext cx="416560" cy="22065"/>
            </a:xfrm>
            <a:custGeom>
              <a:avLst/>
              <a:gdLst>
                <a:gd name="connsiteX0" fmla="*/ 0 w 416560"/>
                <a:gd name="connsiteY0" fmla="*/ 10160 h 22065"/>
                <a:gd name="connsiteX1" fmla="*/ 264160 w 416560"/>
                <a:gd name="connsiteY1" fmla="*/ 10160 h 22065"/>
                <a:gd name="connsiteX2" fmla="*/ 365760 w 416560"/>
                <a:gd name="connsiteY2" fmla="*/ 20320 h 22065"/>
                <a:gd name="connsiteX3" fmla="*/ 416560 w 416560"/>
                <a:gd name="connsiteY3" fmla="*/ 0 h 2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560" h="22065">
                  <a:moveTo>
                    <a:pt x="0" y="10160"/>
                  </a:moveTo>
                  <a:cubicBezTo>
                    <a:pt x="133935" y="36947"/>
                    <a:pt x="-21356" y="10160"/>
                    <a:pt x="264160" y="10160"/>
                  </a:cubicBezTo>
                  <a:cubicBezTo>
                    <a:pt x="298196" y="10160"/>
                    <a:pt x="331893" y="16933"/>
                    <a:pt x="365760" y="20320"/>
                  </a:cubicBezTo>
                  <a:cubicBezTo>
                    <a:pt x="411046" y="8998"/>
                    <a:pt x="396526" y="20034"/>
                    <a:pt x="416560" y="0"/>
                  </a:cubicBezTo>
                </a:path>
              </a:pathLst>
            </a:custGeom>
            <a:noFill/>
            <a:ln w="57150">
              <a:solidFill>
                <a:schemeClr val="accent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ED4BC4F-60DC-F423-E019-2F5384E519B1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20 bits. (U-Type)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027449-C97D-501C-1C4D-EC663DD58A4E}"/>
              </a:ext>
            </a:extLst>
          </p:cNvPr>
          <p:cNvSpPr txBox="1"/>
          <p:nvPr/>
        </p:nvSpPr>
        <p:spPr>
          <a:xfrm>
            <a:off x="8170665" y="1728050"/>
            <a:ext cx="2667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A029EF54-D704-B332-29FF-80B20DC4E5BE}"/>
              </a:ext>
            </a:extLst>
          </p:cNvPr>
          <p:cNvCxnSpPr>
            <a:cxnSpLocks/>
          </p:cNvCxnSpPr>
          <p:nvPr/>
        </p:nvCxnSpPr>
        <p:spPr>
          <a:xfrm flipV="1">
            <a:off x="8833634" y="3382107"/>
            <a:ext cx="1709928" cy="594360"/>
          </a:xfrm>
          <a:prstGeom prst="bentConnector3">
            <a:avLst>
              <a:gd name="adj1" fmla="val 6354"/>
            </a:avLst>
          </a:prstGeom>
          <a:ln w="6350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B1DD50A-2CDF-B1B3-E44B-BF5FF0051ECE}"/>
              </a:ext>
            </a:extLst>
          </p:cNvPr>
          <p:cNvGrpSpPr/>
          <p:nvPr/>
        </p:nvGrpSpPr>
        <p:grpSpPr>
          <a:xfrm>
            <a:off x="451516" y="5516420"/>
            <a:ext cx="10447307" cy="565283"/>
            <a:chOff x="451516" y="5516420"/>
            <a:chExt cx="10447307" cy="565283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E7A2351-21AF-C6C8-E7ED-E35D2D4BAA4E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1EA2115-1C95-DD21-EA0C-3BB9D3D67A96}"/>
                </a:ext>
              </a:extLst>
            </p:cNvPr>
            <p:cNvSpPr txBox="1"/>
            <p:nvPr/>
          </p:nvSpPr>
          <p:spPr>
            <a:xfrm>
              <a:off x="451516" y="5560628"/>
              <a:ext cx="1199367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PCSel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2"/>
                  </a:solidFill>
                  <a:latin typeface="18 VAG Rounded Light   02390" pitchFamily="2" charset="0"/>
                </a:rPr>
                <a:t>not taken(0)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402EA2A-B24C-1B48-010F-37D814ED1314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U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6515330-4671-8B76-EDD8-25F801F45C0A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41CC760-6144-0881-8C87-D0E66E7B0C40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66498D3-388C-EF39-0AD3-18C160CF575B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50BFE8ED-CF17-041F-F0E1-17EC6E8EC9C3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b="1" dirty="0">
                  <a:solidFill>
                    <a:schemeClr val="accent1"/>
                  </a:solidFill>
                  <a:latin typeface="18 VAG Rounded Bold   07390" pitchFamily="2" charset="0"/>
                </a:rPr>
                <a:t>B</a:t>
              </a: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F3A5C15F-9C31-D48A-1BB0-5C052D554F89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41C436E6-FFA7-1339-748F-D81144127314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182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/>
      <p:bldP spid="310" grpId="0"/>
      <p:bldP spid="311" grpId="0"/>
      <p:bldP spid="30" grpId="0"/>
      <p:bldP spid="3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0101D-D11F-1384-73C4-B1E14964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roup 462">
            <a:extLst>
              <a:ext uri="{FF2B5EF4-FFF2-40B4-BE49-F238E27FC236}">
                <a16:creationId xmlns:a16="http://schemas.microsoft.com/office/drawing/2014/main" id="{E967A271-9AA5-E280-5FBF-5F126BEC06E5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464" name="Elbow Connector 463">
              <a:extLst>
                <a:ext uri="{FF2B5EF4-FFF2-40B4-BE49-F238E27FC236}">
                  <a16:creationId xmlns:a16="http://schemas.microsoft.com/office/drawing/2014/main" id="{04162BE6-D538-01E8-F303-83A783E734F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2536A145-5ACC-A6B5-3DE9-5772565AF260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143F3F6F-5AA1-FA77-BC1B-DB06C0AD105C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E4B7D6D0-0148-96C1-33DA-127222060B51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5" name="Group 484">
                <a:extLst>
                  <a:ext uri="{FF2B5EF4-FFF2-40B4-BE49-F238E27FC236}">
                    <a16:creationId xmlns:a16="http://schemas.microsoft.com/office/drawing/2014/main" id="{52A77DB9-DA39-6555-4B1E-DEFAD861C011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97" name="Elbow Connector 496">
                  <a:extLst>
                    <a:ext uri="{FF2B5EF4-FFF2-40B4-BE49-F238E27FC236}">
                      <a16:creationId xmlns:a16="http://schemas.microsoft.com/office/drawing/2014/main" id="{53871938-3DF1-B7DB-2C60-011F94B0F9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4405BEFF-941B-D659-794A-3EBB35509C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407380FF-989E-C3EA-47AA-AD1D566D50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C25C25FD-934F-25FB-5D7B-9AF123D76434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66F1E599-54DF-59AE-40F1-10D5D1B190A0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7A19B91-334C-6DA1-455A-05FA5A85FB66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rapezoid 312">
            <a:extLst>
              <a:ext uri="{FF2B5EF4-FFF2-40B4-BE49-F238E27FC236}">
                <a16:creationId xmlns:a16="http://schemas.microsoft.com/office/drawing/2014/main" id="{B4D83244-CD1D-E181-8B6B-5E3CED55FDFE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C680CCB5-AD13-E92F-AF6B-869C42BD3D9B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2F5D5705-7DB7-6934-93E7-04580B08A039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7C69EB0D-E6D7-698F-28A5-C99B69F90374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CF13C6A1-CE74-AB32-0F5B-ED381AF35F19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2833D12-1AA7-E490-3985-0AB3A44D4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dirty="0"/>
              <a:t> Datapath (1/6)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50AC0233-9305-5456-59A2-CA9B12C1E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025C588-16E0-266B-0CEC-6E5ADFB0E652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EC360BBE-3BA3-FF34-C350-33A8FF93BD5A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B033E9A6-7CD4-0D2B-76F1-46AAD088966F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AF305A3F-C8F2-EF9E-4766-E326EF40FC41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81B7D8E7-7D43-5B44-BCD5-CD40B8A8F2ED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F1722C67-FC69-4987-0C20-D69BE2FA8C4C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C40A6B0E-0DCB-A023-30A9-DBDF7ECE1C65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2778BD63-852C-4A0E-A057-8C8F92196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D76EAAEE-6451-9B12-0CD7-CB34ECF25F15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B575EC81-3BDB-C6E2-1A86-E609B042FF1E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D2DF5A1B-C649-A232-C94C-3D3CB8857AF4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9E2B643F-23FA-7C63-CF71-CAA78736F0B9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FAADF537-1A98-DA7D-0557-6E03AD61DB4F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DAF0C96B-8436-6F87-66A8-330B04A8D7AA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443A509A-AFBB-6B40-08B8-B254956AA822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BE6A4318-015D-AD32-F5EA-9271E5E2EF74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40EC36DA-84C3-69BC-4AB4-A7F41AE89311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FC3B7BCD-FFA0-0CB8-8418-B60007BF8FAB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73AACC9A-070E-47F2-A460-87CF8A7E3811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EB5ACDC1-7866-CF39-6940-AF325CE3E3A3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DC0880A5-1A84-18BA-C156-E2A30B9A6328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01AB14CE-C593-1C87-AC39-46CB0A8A3C73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C8DCB4F4-C8D6-FD82-7BF6-15548351FB6C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7CD91748-6E33-8FBE-364E-7375CB427083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FE62A4CC-7B40-D71B-BA0A-56A6ABF8200B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083C2917-385A-73C2-43C0-D4860D4A850A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7CA065CD-09E6-839C-6927-3AA6ED9DBBAC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D7231022-FC75-B7AD-BFE9-4EB011FE81F2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C78F531F-79C2-A564-9A25-B994B3AEE890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DC8184E-8852-2009-917A-23A2770BDD44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F345FE7F-90D8-B7FF-90E2-E764DE26DCD8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3D05B80F-25D6-3F64-234A-9DC58D00333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49EEAA15-F2A0-E548-01E8-CD1A94B99588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810284D1-E143-4DC1-67F6-DDDD80141A3D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29DADBDB-EE19-F9EB-05F7-D1303BB7FD74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CA3BE11-1B03-E2DC-AD26-6D5EBFAA0A5A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EDFC9E0F-7167-6CDD-3B73-1AD30F5BDAA5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75ED184D-F4BB-1746-35D0-D68CC756D592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43982C75-F068-31DA-4722-5DBE1C62E55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299C2928-0E03-7D91-03DA-1AA5BAB2A589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F66CDCAA-6876-7775-3854-DFDE0D16AB54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661A62-D305-9798-5F15-F21263533F18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F57654-852F-8AD0-D6DE-F6CDA2D976AA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5EF1589-36F1-311A-273C-4209AE8A04C8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4F933C7-E22B-8254-B84B-430595C69FF5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FB2F90C8-64E9-766E-C279-BC7F44B20661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DE180FB8-0372-3216-6410-9BA5F4ADB79F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E383208A-958A-7BA2-5B45-3BED2651E318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D5820409-D975-191E-A33C-89FB0D4BA321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1C86FC0D-31C4-F58F-FDC6-72889E6E8497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C460658A-092E-FA7E-6995-30F7E0859C5E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6B7AA463-CF84-56D3-6A1C-8BBC77257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66B2A640-602E-4DB1-1DB0-42D3FCB63438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F967BDE-2861-F13F-8CCE-697DD9935947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2C248EB9-78DB-9BFA-E655-5928FFCCB8F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CF53DA1C-00AB-A629-E322-25082E2C740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A1165511-C7FF-F4F0-AD68-D38C5FE3DE86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9FD198C8-1DCA-25CB-10DC-36B678CB1AE1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E0384696-E836-AA1C-570A-7A22EF652664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D24FBE2-83B0-D3B2-252A-33B3454F61F8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0AD2C1B-1E4B-7112-6179-7A3FF948F9EA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1C9E12A-A999-8062-1D03-7ABA42582C76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73716B1-0F12-3845-127C-6F9171E55984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ED3FB91-8150-7E4D-EDC5-038E2D005E03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4B81859B-3183-931A-B061-FA4AC0081E68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55CB7EF5-DA98-5DF1-AD3B-713FD8C7A2D9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85A2159A-6E44-E17D-555D-52F75B7670F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222058CD-5DF8-FC14-1B27-3D3E67E6222F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AB5FB7B-E878-49BF-2E2C-885F5C701914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72D33000-BB0D-0EA8-2E10-793BF64B0B0C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34BB42E3-A66C-952A-51DE-51A98A9F59D1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42C08155-9C86-53A5-2AA9-F02B75A44535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2" name="Trapezoid 301">
            <a:extLst>
              <a:ext uri="{FF2B5EF4-FFF2-40B4-BE49-F238E27FC236}">
                <a16:creationId xmlns:a16="http://schemas.microsoft.com/office/drawing/2014/main" id="{6173CE20-EE8C-B12E-C958-57AC54FA2D6D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12" name="Trapezoid 311">
            <a:extLst>
              <a:ext uri="{FF2B5EF4-FFF2-40B4-BE49-F238E27FC236}">
                <a16:creationId xmlns:a16="http://schemas.microsoft.com/office/drawing/2014/main" id="{7D9D5961-89E2-9F89-EEDA-BC1981A140D0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7C2968-B88E-217B-D67D-FAE227AC587F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FA1D05-B5E4-53BE-AC6E-99BCE14F1326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61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BA297-6000-7ABA-301B-C54A4F64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roup 462">
            <a:extLst>
              <a:ext uri="{FF2B5EF4-FFF2-40B4-BE49-F238E27FC236}">
                <a16:creationId xmlns:a16="http://schemas.microsoft.com/office/drawing/2014/main" id="{CCA34A15-FDB9-E510-B68C-FF3822CF2810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464" name="Elbow Connector 463">
              <a:extLst>
                <a:ext uri="{FF2B5EF4-FFF2-40B4-BE49-F238E27FC236}">
                  <a16:creationId xmlns:a16="http://schemas.microsoft.com/office/drawing/2014/main" id="{064B9AD6-B8A0-3965-412B-3D98AC41AA5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4F9023F7-6A8A-6161-6E03-1B90C6A36775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786DC84A-ED87-69ED-DA50-71DA934D8D5F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9D16DFF1-1891-ECBE-DE6D-C8CC2805C6C6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5" name="Group 484">
                <a:extLst>
                  <a:ext uri="{FF2B5EF4-FFF2-40B4-BE49-F238E27FC236}">
                    <a16:creationId xmlns:a16="http://schemas.microsoft.com/office/drawing/2014/main" id="{9C3E5B92-5B97-4C4C-9476-DDF0E073B45D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97" name="Elbow Connector 496">
                  <a:extLst>
                    <a:ext uri="{FF2B5EF4-FFF2-40B4-BE49-F238E27FC236}">
                      <a16:creationId xmlns:a16="http://schemas.microsoft.com/office/drawing/2014/main" id="{489FB8CB-D216-04AB-0560-3F5F2E3B89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B2490D36-7632-7EAB-F6AD-7BD1B29482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7BCD1BD4-B064-0BB1-F9BC-A435183B6A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6C701DEE-CFBD-C8AB-B475-32274A842D4E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6A1699BD-E27B-DD3E-1066-7F4676284F6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D61B25D-C407-A0FB-7D37-DD54761B4F4C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rapezoid 312">
            <a:extLst>
              <a:ext uri="{FF2B5EF4-FFF2-40B4-BE49-F238E27FC236}">
                <a16:creationId xmlns:a16="http://schemas.microsoft.com/office/drawing/2014/main" id="{4927D2DD-34A4-970B-D854-1859E1C28DBD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43C144BE-7D28-E9E4-9BE9-9E5A4A43ED59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66FD4F5B-71AE-CCD2-9256-EAB0B5D2B5F4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1DFC3D22-D27B-570B-7FE4-3891842172DD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135DA438-8914-B530-5320-14C0E7F54A26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FEB6F0B-C009-FCF7-5A97-8F4D5B1F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dirty="0"/>
              <a:t> Datapath (2/6)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C26A491F-D1CC-E732-56BA-ACEE73DD79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CDBA734C-54B1-8E38-E07F-9D8BFA87BD0B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0E21D4C5-56A3-B8E4-23D4-3428EE97B4B8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C77E82D2-E05D-B922-7C08-BB16EC18F534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D3C73408-61CA-0261-C667-9394F6F1A074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85D0864B-CF07-4A55-B46A-881C95AC612A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EBA721EB-9F27-08B7-9EBF-C810096F6F51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287C7C3A-F6A2-9D6B-8B64-900159267D44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891A7D21-305E-EBE8-FB70-040FF16B9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55747926-A67B-99B7-46BA-FD6EC61B6D11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4D8FC897-299F-E9EB-289D-D378453FAA88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35E2E4E3-0AB5-2CEF-BB41-77297EDCF5FE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C2700996-3D15-813C-5667-743973A614E1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2646852D-D7DF-9856-09FB-A56E554426E3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F5EA697D-B9FA-7CE8-5B70-2FDA76A143C2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C55F2AD9-96D5-201E-B39F-8D59CFA9D30D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8328E8BC-584F-AC63-1A98-1660D33D581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497571AF-C5F1-508F-6B63-9AF787464E44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4F3A4E23-371E-DCC2-87AF-827421DB9902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884B6347-0B2C-16F9-26A7-B95A046FF72D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C4438F3F-8F6B-B173-1EFD-D58EA11BD09B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B3E1C2D8-E84A-764E-5FB9-C7AFEF5E0FAE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7760856C-5F54-A662-7507-9429E90A6F37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3DE96292-3B7B-6756-05B4-D16B70303535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1C68B3EB-9566-7F43-4DE0-801AE170070A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DEB8FF35-8318-63F5-CCBF-6C3DF0D16417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AC668AEC-B960-CBCA-DD98-0A8E84A7508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AED7DD99-0283-788E-7E29-CE11B5BB840C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67CA803B-1E31-3F5E-049C-78CDEBF86B2A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A3EE66E2-6641-E2E1-F9D1-F310A3F74C44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C0BEBE8-2C5A-0028-FC43-CE692316A73F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CDAFA7E9-900D-8700-0790-A4C111215D24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8C6A6A47-340C-E3DA-B7C2-11BFCDB0AC1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71118C2B-3CDC-6216-106A-A0285F0829D7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4E766F11-14AC-2617-2C55-750D48A9A073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82F88FD2-A003-54CD-7F92-F43BC1549296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0C34752-EEA4-8A15-F2D0-F8DA234C3D7A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13B10EA3-9CCE-848E-3948-91E424BC3A76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6C2C5106-00D4-5676-0791-937BC27FE7C8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EC16F3D5-5472-15F6-05E9-1826A0368EF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BAA6224A-4BEB-73F4-A2FF-7EDE8246B07F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231563A8-9121-616E-2CDC-ED18BB5E1C54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D88633-C99E-E4BE-07EA-2E62A684EF0B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17A6D58-BF92-4E15-09DD-9D227F581D32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1CB6E9A-2D49-D6F3-C934-32C296381F3B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2D6EA49-A5B4-6E9E-8778-B307E63A2717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42ED95B6-70CA-D199-3060-6FAC9546488E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74AC050E-C590-E27D-DE19-27D836AB6E4F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89FD96AF-AC03-5939-CBA6-99F7651752FC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ABB9E6AE-FDA0-17C4-E31F-5AA9F0A56E8D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9171FBD0-6D21-2929-C2BF-BF88FD9FD682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DFA55E84-653F-E4D9-26C0-F4BAEFA66471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FCB601BC-BAC6-5435-23E9-BFB15DE18D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F95E2FC8-02C1-5062-14CE-A01CFBC675A9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B1FD564-DB06-B3EA-AA5A-C2D927592802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C4F50A32-2296-36AB-31C9-A566B59B1A0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84AF39B8-BF3B-CF61-2223-9BBD7AAF1E2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F0F4ED02-30FC-F89B-5687-52F349E7A0BC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62B297B2-2D76-F803-4C5F-34D7C5F3DDB2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540F82BE-BC01-4E47-EF06-68711F6F0F8F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D92BD43-13AC-FF17-9F63-886EC6ED9EA8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0540B79-4E2C-C75D-315F-AE8B3B8F51C7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50919371-FF6A-584A-3E4B-E352188205DC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918EA8E3-6D0C-EBD4-8058-833494E30AA7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C4B31839-2A1E-43E4-8CBE-31BD4D8AF855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80F5E0A0-04CE-E7E9-ADC9-8B7DC0EC9109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3CBAD77-1575-EE68-3DFB-D87EF617908B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D8F13B60-4BD6-BC21-B8DA-10123BD91E3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FC1AAED6-9EAF-7513-FD50-2B990D34F84D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2CDA72A-736D-F7F7-211B-E7039F2B4076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2CB00804-FBD2-603F-A6F5-6C223AA469B4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00852E79-6C3E-52D8-692E-F0070A8F8922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692EEF57-DE2E-3846-6BF2-71353173A760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2" name="Trapezoid 301">
            <a:extLst>
              <a:ext uri="{FF2B5EF4-FFF2-40B4-BE49-F238E27FC236}">
                <a16:creationId xmlns:a16="http://schemas.microsoft.com/office/drawing/2014/main" id="{4F42BF0C-0CA0-B493-AF54-4FF031A5EEAE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DAB5D34C-EDDD-2219-B63F-97D313900B8A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12" name="Trapezoid 311">
            <a:extLst>
              <a:ext uri="{FF2B5EF4-FFF2-40B4-BE49-F238E27FC236}">
                <a16:creationId xmlns:a16="http://schemas.microsoft.com/office/drawing/2014/main" id="{96F7E226-0271-D75C-F6AE-7AF0177FE955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29C0F9-8629-410E-DECD-5C4AF6F2833C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71552B29-291F-10C6-39D9-6ED54D83E5B1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91AAB573-95E3-9A40-3FF4-C1811BAAE1C8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502" name="TextBox 501">
                <a:extLst>
                  <a:ext uri="{FF2B5EF4-FFF2-40B4-BE49-F238E27FC236}">
                    <a16:creationId xmlns:a16="http://schemas.microsoft.com/office/drawing/2014/main" id="{7385199C-E25C-4906-63B5-B5025A70CE0D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1F26AB71-0B60-A4A7-ED67-7B8EC98F2001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06" name="Group 505">
                  <a:extLst>
                    <a:ext uri="{FF2B5EF4-FFF2-40B4-BE49-F238E27FC236}">
                      <a16:creationId xmlns:a16="http://schemas.microsoft.com/office/drawing/2014/main" id="{D9C33821-12F3-33CF-ABE8-5E6510EE2D3A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136" name="Straight Arrow Connector 135">
                    <a:extLst>
                      <a:ext uri="{FF2B5EF4-FFF2-40B4-BE49-F238E27FC236}">
                        <a16:creationId xmlns:a16="http://schemas.microsoft.com/office/drawing/2014/main" id="{9EB14F6A-87FA-3DAF-6BED-B8D73ED01E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7" name="Group 136">
                    <a:extLst>
                      <a:ext uri="{FF2B5EF4-FFF2-40B4-BE49-F238E27FC236}">
                        <a16:creationId xmlns:a16="http://schemas.microsoft.com/office/drawing/2014/main" id="{6A99EF60-4EF2-A355-0164-F566B22F3C4E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147" name="Elbow Connector 146">
                      <a:extLst>
                        <a:ext uri="{FF2B5EF4-FFF2-40B4-BE49-F238E27FC236}">
                          <a16:creationId xmlns:a16="http://schemas.microsoft.com/office/drawing/2014/main" id="{AA27C1DA-164B-2193-5B26-659746BE0CF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C3511A1C-F25D-0AEA-13D1-C187E0D118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42" name="Straight Connector 141">
                    <a:extLst>
                      <a:ext uri="{FF2B5EF4-FFF2-40B4-BE49-F238E27FC236}">
                        <a16:creationId xmlns:a16="http://schemas.microsoft.com/office/drawing/2014/main" id="{49C57661-DABD-36E3-7CBD-012740A9B6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Elbow Connector 144">
                    <a:extLst>
                      <a:ext uri="{FF2B5EF4-FFF2-40B4-BE49-F238E27FC236}">
                        <a16:creationId xmlns:a16="http://schemas.microsoft.com/office/drawing/2014/main" id="{43DA65B6-41A0-1D28-D6AD-C4278B7F21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Elbow Connector 145">
                    <a:extLst>
                      <a:ext uri="{FF2B5EF4-FFF2-40B4-BE49-F238E27FC236}">
                        <a16:creationId xmlns:a16="http://schemas.microsoft.com/office/drawing/2014/main" id="{75D8D95C-B08C-86C2-45D2-B042F81E3E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1" name="Freeform 510">
                  <a:extLst>
                    <a:ext uri="{FF2B5EF4-FFF2-40B4-BE49-F238E27FC236}">
                      <a16:creationId xmlns:a16="http://schemas.microsoft.com/office/drawing/2014/main" id="{9B7D5B4E-D6B6-B120-4D33-3E90DE3041F6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C34EC31D-D4A3-6D9E-0285-F028083B54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3A235EA-C4EB-7CF0-FDFF-65F1E0F91391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654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2BBA-44DD-4BFA-011F-61764FC4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roup 462">
            <a:extLst>
              <a:ext uri="{FF2B5EF4-FFF2-40B4-BE49-F238E27FC236}">
                <a16:creationId xmlns:a16="http://schemas.microsoft.com/office/drawing/2014/main" id="{3D435083-BAE8-272C-07DE-DFC15408D877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464" name="Elbow Connector 463">
              <a:extLst>
                <a:ext uri="{FF2B5EF4-FFF2-40B4-BE49-F238E27FC236}">
                  <a16:creationId xmlns:a16="http://schemas.microsoft.com/office/drawing/2014/main" id="{ED0E09B9-6D40-4CAC-5ED7-FF3889524E9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793D6718-E1AC-3731-C0A2-CC690E7C6DEA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8D6843E2-095D-EE54-B6F2-D391D243B059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3A8D6A28-ED9C-A49B-1C05-CEF6FDD410C9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5" name="Group 484">
                <a:extLst>
                  <a:ext uri="{FF2B5EF4-FFF2-40B4-BE49-F238E27FC236}">
                    <a16:creationId xmlns:a16="http://schemas.microsoft.com/office/drawing/2014/main" id="{8990FAC0-6902-E419-D3ED-71CE8725B51A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97" name="Elbow Connector 496">
                  <a:extLst>
                    <a:ext uri="{FF2B5EF4-FFF2-40B4-BE49-F238E27FC236}">
                      <a16:creationId xmlns:a16="http://schemas.microsoft.com/office/drawing/2014/main" id="{DD013DC2-9BBC-234D-15FC-C5512B1341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F38081AA-8255-6227-025A-D797E1A1B5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5244AB0-B46C-30FF-EDB9-A54A9F880F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753E169A-D01B-A52E-BA79-5FFCF286115D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2E65A429-8CC7-C226-5D3B-F4DF3B2BDCB0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CCD1073-E5FE-3ABF-8BCD-E4B0D0C8FDBE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rapezoid 312">
            <a:extLst>
              <a:ext uri="{FF2B5EF4-FFF2-40B4-BE49-F238E27FC236}">
                <a16:creationId xmlns:a16="http://schemas.microsoft.com/office/drawing/2014/main" id="{1D7F1532-4329-60F2-7D88-AC4C6C34DEC7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14064EB3-4EFE-837B-57DA-936ADFA292F1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86F1CFE7-7A8D-3F8A-D87D-D9D42E608939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0E2206A4-6B8E-616D-3F7C-6CA9057F3776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9D47A432-3CF4-152E-3011-DC68D77520A9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EA24077-0B3B-7CEC-FD63-C88466556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dirty="0"/>
              <a:t> Datapath (3/6)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713FDA1C-5FE0-F61B-6785-BC72656E9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6565A04D-ADC6-AF85-99EA-065942D9D523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AE5DF046-32B1-180E-2EAC-AEB65FDBE7C3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6E488521-71F3-20C9-2CBD-9D27F9256F4D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0030F071-4E47-427C-6065-2A8D0A2054E0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FFF6E4A9-3117-4437-6AA1-F54CD8A72522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67158260-9361-DA5F-466E-81D0FFC00087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894883AE-9B9F-6F54-0206-FCCB49948743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673ED9F1-681D-3735-4132-89F15F194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95B94766-6F1A-2878-EC5A-012DF162CDC6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F8269AC9-E591-34C9-801B-CDF807AFE0D6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4ACBA519-73D2-78B4-1065-1BC774A11CC4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00F24A0E-A42B-BB70-49CC-9457E16F98A3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DA33800E-CC1B-4CEF-19C5-74A8484E80D1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473385D-D168-2FC9-5BD7-2475EC46DAB1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1F5E864B-CC82-0EDE-FB0A-A76505412192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254203C5-45C4-8204-D7AA-F9E7E6C87A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5BF2FF48-B62B-4953-BA27-68E936D3152F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0DE6276F-EDD7-D39A-58C9-A4305268BDA2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4C3E1127-C3AD-E51B-19AE-E8BF20F32208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C2BE25CD-6B9E-99C2-ADA1-0E44C7653233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E5FCEAB7-8592-3771-E254-7E0CD911470A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0A249DC1-44AD-E751-51A8-8BE282765F37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E40B7927-7815-DEC1-DCF4-ADDBC88C0074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9B0DFB62-24CC-7C28-DDA1-35045490FEE5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1E88B7F7-17E3-D5E5-EF7D-B13C6C7103A4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F1EF5C89-842E-26C7-0CC7-B32BC3B81F26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779409F4-23DD-F31F-7F5A-09FA5E00B51C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0DD7AEB1-54A0-B73A-1C67-CE15B1D6F607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7FEC95E4-55E9-538B-AA99-A798173882B1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E71C3330-DF19-19D7-60FA-62E84563D7E7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33D3C341-C1C1-CCFA-2FEC-A841B432B515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C10C3D93-04AD-1231-E810-4895FD9005B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10690335-F3F2-7CDD-A44A-A277673ECA7E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0A4B03A5-6892-3942-FB0E-8F15412AF0F0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75EEB5A2-3BCA-6251-C3B3-D26A3CAD73C6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81C8B93-F1BC-A7BE-263A-1B91857B7F57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1FD043DF-EFF0-3992-1C77-2F355D0D9D6B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CC8CA52B-E49F-6527-F40D-4495FC004E69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8EC7C8DD-7AE9-5B92-4940-BCE247ED619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FBFF1172-F9A0-98A9-1901-58D169EA1849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3085D34F-A20E-3BC1-79D6-EDA9DB5B75CF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49CE39-DA62-A081-7461-FFC4C5EDCB07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151004-EE5D-4431-3BB5-751AF0DB4F75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EC5B462-B910-4496-F4DA-B53F75737E6F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776454-8258-9AE3-F855-854076E9DD31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4CBB4217-BCAA-C4CC-B5E4-215A3615170F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7407F8E9-FFF7-4C96-74D5-D02427DD0175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CD51869C-36CD-36A1-6B92-45AA97574808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3B588727-42CC-D1F0-EA75-19DD8B2D998B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8B3111DC-0469-6BFE-B7A3-09026CC53160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EA184AD4-8D35-9198-0ABE-0D76853CD7CD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BB03DF0B-3F2C-ED63-694E-F82DD5139E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B3CD3278-91B9-2295-41B0-02834C8AF806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9D785BC-8AFB-267A-1CD3-05EDCCED4418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F2D75936-B8C3-E851-5EB0-1751D9D03C3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64C8E2D9-A8B7-D16B-DCBA-568619FF7E6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A03EABB7-8CFD-193B-E827-2EB3EF0AFF6D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8D13AD2F-544A-FF1E-65E0-0A3898269D9C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3FB2C2AD-9EBE-93E3-1ABB-C759DABF24BE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EE25905-B7E4-5F99-5DC0-963665894E81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54A373D-0A25-310A-37E9-A6D2179B024B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D1B5B124-AF0E-47D1-ADDC-4A932D88E4A8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6A15BB9-B887-1A07-1D6F-BEEF8515E5DC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553CE4B-5B91-C44D-4E07-218C5765C27B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4CA29E0A-01BD-297D-B99E-750ACCD114BF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0C0E3C88-453E-A9D9-1F68-CF2BB8DB6483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02D55E7C-D2B6-D7DF-D9C0-4EDC6A5CCFD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C19F549-C494-7EA5-F14B-C773216FA585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BF3F070-170F-C697-28E4-44573C5D6886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84A9345B-9A66-95CC-67CE-769CC869FF55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B12A5E06-8254-B951-47E4-C67D2BB8A2E3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B45FE99F-B31B-5108-5DFD-233D10697974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2" name="Trapezoid 301">
            <a:extLst>
              <a:ext uri="{FF2B5EF4-FFF2-40B4-BE49-F238E27FC236}">
                <a16:creationId xmlns:a16="http://schemas.microsoft.com/office/drawing/2014/main" id="{1310A7CA-3444-0CC2-92D0-E2BD628B108C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8D95B0F8-CF68-F24B-EB00-300E376AF7D3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12" name="Trapezoid 311">
            <a:extLst>
              <a:ext uri="{FF2B5EF4-FFF2-40B4-BE49-F238E27FC236}">
                <a16:creationId xmlns:a16="http://schemas.microsoft.com/office/drawing/2014/main" id="{16DDEDEB-9A09-2349-4AC3-585E1FBBF9E5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319E66-48F9-B6D9-48C2-6093A726E249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78CED31E-B484-5A2B-F15D-1410A76B6B76}"/>
              </a:ext>
            </a:extLst>
          </p:cNvPr>
          <p:cNvGrpSpPr/>
          <p:nvPr/>
        </p:nvGrpSpPr>
        <p:grpSpPr>
          <a:xfrm>
            <a:off x="3062789" y="3429000"/>
            <a:ext cx="4683138" cy="2117475"/>
            <a:chOff x="3062789" y="3429000"/>
            <a:chExt cx="4683138" cy="211747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10833AC-6B0D-6C5C-F63C-6307A2C2C94A}"/>
                </a:ext>
              </a:extLst>
            </p:cNvPr>
            <p:cNvGrpSpPr/>
            <p:nvPr/>
          </p:nvGrpSpPr>
          <p:grpSpPr>
            <a:xfrm>
              <a:off x="3191223" y="3971033"/>
              <a:ext cx="4554704" cy="1575442"/>
              <a:chOff x="3191225" y="3962068"/>
              <a:chExt cx="4554704" cy="1575442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D6BBC16F-FFC3-C020-F639-7F75BD91A85B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0E7956E4-BEB0-2C9F-B191-7AA8E235E5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326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Elbow Connector 39">
                <a:extLst>
                  <a:ext uri="{FF2B5EF4-FFF2-40B4-BE49-F238E27FC236}">
                    <a16:creationId xmlns:a16="http://schemas.microsoft.com/office/drawing/2014/main" id="{4DB6D9AE-E80C-EE72-D7B5-1A96D4C662D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9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0" name="Elbow Connector 469">
              <a:extLst>
                <a:ext uri="{FF2B5EF4-FFF2-40B4-BE49-F238E27FC236}">
                  <a16:creationId xmlns:a16="http://schemas.microsoft.com/office/drawing/2014/main" id="{75702D8D-101F-240A-37A1-6096B6CB9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86123EBF-4A24-0C0D-5B9D-6C2B760387B4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99570C8C-D1E1-9854-C920-416CA91C7FEB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502" name="TextBox 501">
                <a:extLst>
                  <a:ext uri="{FF2B5EF4-FFF2-40B4-BE49-F238E27FC236}">
                    <a16:creationId xmlns:a16="http://schemas.microsoft.com/office/drawing/2014/main" id="{8A90117C-EFEC-B833-3659-235BCD8C65C0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E0F4748B-E0C4-9F1F-1A4C-DA83FD912F82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06" name="Group 505">
                  <a:extLst>
                    <a:ext uri="{FF2B5EF4-FFF2-40B4-BE49-F238E27FC236}">
                      <a16:creationId xmlns:a16="http://schemas.microsoft.com/office/drawing/2014/main" id="{E9C8EC58-41CF-BA5C-C8BD-6F1224F532C2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136" name="Straight Arrow Connector 135">
                    <a:extLst>
                      <a:ext uri="{FF2B5EF4-FFF2-40B4-BE49-F238E27FC236}">
                        <a16:creationId xmlns:a16="http://schemas.microsoft.com/office/drawing/2014/main" id="{85712CF3-DF09-6F39-9428-1D3FFD3825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7" name="Group 136">
                    <a:extLst>
                      <a:ext uri="{FF2B5EF4-FFF2-40B4-BE49-F238E27FC236}">
                        <a16:creationId xmlns:a16="http://schemas.microsoft.com/office/drawing/2014/main" id="{E42315BF-357D-2D18-1E09-226FDBE2DC23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147" name="Elbow Connector 146">
                      <a:extLst>
                        <a:ext uri="{FF2B5EF4-FFF2-40B4-BE49-F238E27FC236}">
                          <a16:creationId xmlns:a16="http://schemas.microsoft.com/office/drawing/2014/main" id="{C07E3CFF-6764-C311-D615-A9563E1E3F6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0F895349-7606-3F66-176C-2D8493F8BAB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42" name="Straight Connector 141">
                    <a:extLst>
                      <a:ext uri="{FF2B5EF4-FFF2-40B4-BE49-F238E27FC236}">
                        <a16:creationId xmlns:a16="http://schemas.microsoft.com/office/drawing/2014/main" id="{77CE5005-E376-E1C9-378C-E9D9DF7DAD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Elbow Connector 144">
                    <a:extLst>
                      <a:ext uri="{FF2B5EF4-FFF2-40B4-BE49-F238E27FC236}">
                        <a16:creationId xmlns:a16="http://schemas.microsoft.com/office/drawing/2014/main" id="{2E53C45F-2096-557A-632E-D493D07744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Elbow Connector 145">
                    <a:extLst>
                      <a:ext uri="{FF2B5EF4-FFF2-40B4-BE49-F238E27FC236}">
                        <a16:creationId xmlns:a16="http://schemas.microsoft.com/office/drawing/2014/main" id="{C8069767-E588-67EF-5B40-DC1D933BD0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1" name="Freeform 510">
                  <a:extLst>
                    <a:ext uri="{FF2B5EF4-FFF2-40B4-BE49-F238E27FC236}">
                      <a16:creationId xmlns:a16="http://schemas.microsoft.com/office/drawing/2014/main" id="{A643350E-387F-9A68-C8E6-A2B646812EC7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1C5E3307-71DD-787A-2629-F05E8C2456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36C2B5E-D59F-58C7-57DB-DECCCA4A0355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295AC4-560B-000F-85CF-D9CE3C2A67CD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20 bits. (U-Type)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804188-350E-638D-59B6-F75F50270ED1}"/>
              </a:ext>
            </a:extLst>
          </p:cNvPr>
          <p:cNvSpPr txBox="1"/>
          <p:nvPr/>
        </p:nvSpPr>
        <p:spPr>
          <a:xfrm>
            <a:off x="4062897" y="5552119"/>
            <a:ext cx="817853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5"/>
                </a:solidFill>
                <a:latin typeface="18 VAG Rounded Light   02390" pitchFamily="2" charset="0"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365510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B0E18-527C-CE62-4ADA-05C1617A7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roup 462">
            <a:extLst>
              <a:ext uri="{FF2B5EF4-FFF2-40B4-BE49-F238E27FC236}">
                <a16:creationId xmlns:a16="http://schemas.microsoft.com/office/drawing/2014/main" id="{E71B21FE-227C-D662-D581-4AF846AC40FB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464" name="Elbow Connector 463">
              <a:extLst>
                <a:ext uri="{FF2B5EF4-FFF2-40B4-BE49-F238E27FC236}">
                  <a16:creationId xmlns:a16="http://schemas.microsoft.com/office/drawing/2014/main" id="{F9DE91BF-4714-D06E-FFD4-B8ED3ADDAC5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A1E11526-CFC8-3CED-CD5E-4422740A2CD6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7700D2AD-B15F-2E3A-5538-BA98E6B8DA94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BDB99C09-ED69-EC11-1289-6293285336F2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5" name="Group 484">
                <a:extLst>
                  <a:ext uri="{FF2B5EF4-FFF2-40B4-BE49-F238E27FC236}">
                    <a16:creationId xmlns:a16="http://schemas.microsoft.com/office/drawing/2014/main" id="{7C40949F-3957-51E4-CC73-F4F8C4A3A345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97" name="Elbow Connector 496">
                  <a:extLst>
                    <a:ext uri="{FF2B5EF4-FFF2-40B4-BE49-F238E27FC236}">
                      <a16:creationId xmlns:a16="http://schemas.microsoft.com/office/drawing/2014/main" id="{BEC70A98-B133-D37D-8317-15AB3826CC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11DB6761-5A61-7480-A772-B57C4ECC2C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264C16E2-F6AC-343D-1C7F-1EF73B61CB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6A6BBB58-F495-92AC-9691-507256FA881E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F817646C-6BB7-96CC-179F-1019330904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DBE860E-6139-0C54-D418-09E0949ED188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rapezoid 312">
            <a:extLst>
              <a:ext uri="{FF2B5EF4-FFF2-40B4-BE49-F238E27FC236}">
                <a16:creationId xmlns:a16="http://schemas.microsoft.com/office/drawing/2014/main" id="{255FDFDD-7966-8DF2-C486-A3DDFABB4D8F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49CABDCB-0573-E868-87F5-C8F44E48D96F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158992B7-006B-D0CC-481E-C67C16927E57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0B17166-3A7B-D469-2CF7-A1CEF8E00874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4AB53B9-9B0D-9C3E-F956-7A8C7DE052F4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0B06CC1-D9BD-8C00-455B-8C1869C0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dirty="0"/>
              <a:t> Datapath (4/6)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18A8806B-DD77-0619-39A4-85302B2061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FE8DE306-4AC6-730F-CF87-C0E54DC9C6E7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23ACBBE5-9DBE-A8A0-544C-62ABF6BEED23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620A044D-8CDB-B0AB-FC62-D7DF7AA1FC70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E4857107-BB0F-0D25-D87D-6C0766DA9DB3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B79B3365-98B8-546D-D6BE-F7E81CFE6720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A6F3508E-F3A0-1BF2-9A92-A65F55D775B7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35E89EF9-AFD6-12BB-BD4A-D8093412F8B1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8A32FE7C-8743-6AA0-2298-89F27C2A8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A91B644A-42ED-CE74-A72A-41E45ADA756D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D5C9B561-C1B1-9FB8-0820-B04D1AB3C43E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2B5C1694-A630-DDE0-F3EF-BAA6769E35C0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269FAFCE-D75E-1E58-9DFE-F53B38739DD3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4F45F884-665A-921B-713B-4EB937FE0F94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7CED1104-7CE3-990C-A404-2FE7C96ADDC6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864A616F-C66C-B26D-7597-2AFFDC6F7D73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510042B8-3F68-D0CA-C5D5-3A670E3247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3E8CF4BB-616C-27F7-E0CE-AAD00935C6F8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384E04F0-DE14-BACC-C86B-DB3104AC0DF2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18796C44-793A-3438-FCF6-D633CA2527D2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3D4CABB9-570B-A74C-FBEC-38CAB9833D91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41E9E3C0-55CF-FB90-2E6A-20B0FF0EE3B8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471019FC-295C-68C5-382B-FA9862A94A94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B8E154F3-5438-5BDD-F48A-A71FD0A42637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A7892923-E89F-49F6-B48F-628112E6A7E1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CECCBB3D-D593-FCF7-54E3-37CEC25E4895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F8EAF7A3-ADCC-00EB-2DC5-A0918E08C1C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3DEACA71-1092-FB2D-804F-12212C1FDFBB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3B8E837D-3719-D696-AB34-7B24D5099800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725DE3D1-3CE3-6371-969B-2ACC50277090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E25AFE3-D8B1-06B1-6407-FD1CFA1E4C17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086A84F6-F53E-8D73-7868-FC1F888763B6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6BE30C7B-763E-1F6D-A34B-4E57D64F676E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5F742B2E-0B9C-7F03-4D6C-D38A5B1B3404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23447C09-E055-8C42-B354-5373A60C7C39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0511B57F-062D-4E13-0629-3BB99A76A17F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346AB2-2EF7-B8C2-4FDD-7C50B2AEADF0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3490CC39-D761-9005-FBCB-82FD4D2B53B9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4E250691-5C48-6E65-2A25-DBBC58B00A69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130883E1-A4D2-87BE-A552-6F91A2CE6F8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46A5BEE7-06CF-E81F-8E44-DCE529C9BBAE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B8BE323F-AD31-4D86-612B-A0C5ABEA69F5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932CE8-C921-85C0-543D-97C4962A0D05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CAA225-F28E-65A2-9241-274C76DD6061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AF5025C-AAF3-C65D-D02C-1841E8CA3A8A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3C8C0EF-F119-3E1F-CD07-2E97AB90394D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04AA7E6D-F9FE-BE08-8A6A-505504141F80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CA6FA003-8B1E-B71B-EB15-FD430DFDD28B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69AAD584-6C60-057F-ECC8-3F2F55E8E535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BA6CB93E-991B-7069-8CD0-9AF7118A0028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A93A882D-24AD-98C4-C6F5-192DB7CD6B3E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FD339476-747D-4D51-2487-BAEEBC807914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32A40FF5-77E0-ABD1-B695-D62A5380EF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72B43042-6A0B-0EE7-EBA7-C3FA541E5ABB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ED51424-D1E4-8F9C-4F57-0EF1D96F9A48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0603B855-913D-D3ED-1114-5857206E4D0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E695A355-2299-E765-9EC4-7059E0228DE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01D866C7-6A76-9CB0-9191-1EE6DEFA617E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F5E10B15-C8B8-DB81-6138-14131C2395D9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C3046CBE-BF6D-763F-614C-ABCA0E886D06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3020A28-C863-792A-014B-4C4DCE1686C5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0DFB0EE-50CB-AE60-0C8B-18FF287BB73E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537A4A9E-8648-E3F7-8717-EEAD033E01AB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3E17BF7-8DB7-27B0-7637-8BF0B929B1E6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4378FD8-1925-FF9F-27E1-0D4AED7BA869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BE2C81B5-B04D-24B9-98DB-B9882A9B0200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58759B2B-ED0D-A040-8B5A-D39810596442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3BEC1EB0-5C35-D5BA-36A1-87CE722A249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1FDB0A2-5F45-B60A-EB3F-8423FC59891D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98A9519-883E-546E-B67B-19A4B31B67DE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D1D9AE2A-DBCE-D056-C4E2-4714A6B5D7AB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FB5CC37D-77E2-7F9B-F078-E94D6B0D576D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0FC47EAB-2640-FCAC-4E41-A64A6D058F3F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2" name="Trapezoid 301">
            <a:extLst>
              <a:ext uri="{FF2B5EF4-FFF2-40B4-BE49-F238E27FC236}">
                <a16:creationId xmlns:a16="http://schemas.microsoft.com/office/drawing/2014/main" id="{5EB012C0-9FD1-9D98-E14D-1351920B6D5B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C67C2251-716A-70D6-33F2-D5F390BF628F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12" name="Trapezoid 311">
            <a:extLst>
              <a:ext uri="{FF2B5EF4-FFF2-40B4-BE49-F238E27FC236}">
                <a16:creationId xmlns:a16="http://schemas.microsoft.com/office/drawing/2014/main" id="{63FD263D-9BC7-7BFE-2784-A7980A110FF5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B13EE3-B38E-76D3-3AE1-20DDFC44300B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4BAF2A56-6901-D0B2-B479-84F1CE77371D}"/>
              </a:ext>
            </a:extLst>
          </p:cNvPr>
          <p:cNvGrpSpPr/>
          <p:nvPr/>
        </p:nvGrpSpPr>
        <p:grpSpPr>
          <a:xfrm>
            <a:off x="3062789" y="3429000"/>
            <a:ext cx="4683138" cy="2117475"/>
            <a:chOff x="3062789" y="3429000"/>
            <a:chExt cx="4683138" cy="211747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CD33CDA-D62F-BC8B-FD1B-F081A3E74DC1}"/>
                </a:ext>
              </a:extLst>
            </p:cNvPr>
            <p:cNvGrpSpPr/>
            <p:nvPr/>
          </p:nvGrpSpPr>
          <p:grpSpPr>
            <a:xfrm>
              <a:off x="3191223" y="3971033"/>
              <a:ext cx="4554704" cy="1575442"/>
              <a:chOff x="3191225" y="3962068"/>
              <a:chExt cx="4554704" cy="1575442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872CD22A-6634-BE12-413B-F00211473EAC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40DF7C6-9201-964B-82E6-DBCD04E9C2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326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Elbow Connector 39">
                <a:extLst>
                  <a:ext uri="{FF2B5EF4-FFF2-40B4-BE49-F238E27FC236}">
                    <a16:creationId xmlns:a16="http://schemas.microsoft.com/office/drawing/2014/main" id="{081496D3-11E9-D68D-B723-C63F5462806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9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0" name="Elbow Connector 469">
              <a:extLst>
                <a:ext uri="{FF2B5EF4-FFF2-40B4-BE49-F238E27FC236}">
                  <a16:creationId xmlns:a16="http://schemas.microsoft.com/office/drawing/2014/main" id="{0FF6F65E-ACD6-E0E1-370A-F50E43776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7DC91172-8D9B-AA07-28ED-06876112BAC9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366084BE-41CB-6281-09A5-5ACC9274C565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502" name="TextBox 501">
                <a:extLst>
                  <a:ext uri="{FF2B5EF4-FFF2-40B4-BE49-F238E27FC236}">
                    <a16:creationId xmlns:a16="http://schemas.microsoft.com/office/drawing/2014/main" id="{64569C5C-6F6D-27BB-5A5C-A90899DFE011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8F6A8776-7CC1-6B6B-710A-BF42E3C76FC6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06" name="Group 505">
                  <a:extLst>
                    <a:ext uri="{FF2B5EF4-FFF2-40B4-BE49-F238E27FC236}">
                      <a16:creationId xmlns:a16="http://schemas.microsoft.com/office/drawing/2014/main" id="{BA5AA4FF-89FB-EF7A-2DAA-A84501C42533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136" name="Straight Arrow Connector 135">
                    <a:extLst>
                      <a:ext uri="{FF2B5EF4-FFF2-40B4-BE49-F238E27FC236}">
                        <a16:creationId xmlns:a16="http://schemas.microsoft.com/office/drawing/2014/main" id="{26013CC3-DC4F-8CFF-46DC-E7C7021F3F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7" name="Group 136">
                    <a:extLst>
                      <a:ext uri="{FF2B5EF4-FFF2-40B4-BE49-F238E27FC236}">
                        <a16:creationId xmlns:a16="http://schemas.microsoft.com/office/drawing/2014/main" id="{4DA75242-72B2-978C-74C4-F913EECF076B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147" name="Elbow Connector 146">
                      <a:extLst>
                        <a:ext uri="{FF2B5EF4-FFF2-40B4-BE49-F238E27FC236}">
                          <a16:creationId xmlns:a16="http://schemas.microsoft.com/office/drawing/2014/main" id="{497D3559-2F7B-C1FE-900E-1FD311706B1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21F0CD12-A41D-FE84-2C26-8E1588E7B9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42" name="Straight Connector 141">
                    <a:extLst>
                      <a:ext uri="{FF2B5EF4-FFF2-40B4-BE49-F238E27FC236}">
                        <a16:creationId xmlns:a16="http://schemas.microsoft.com/office/drawing/2014/main" id="{F7936019-F0E0-C25A-DD04-1ABE2A5AFD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Elbow Connector 144">
                    <a:extLst>
                      <a:ext uri="{FF2B5EF4-FFF2-40B4-BE49-F238E27FC236}">
                        <a16:creationId xmlns:a16="http://schemas.microsoft.com/office/drawing/2014/main" id="{8FEEC7D0-ABB3-CDAF-BA3D-5FE84B2E0A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Elbow Connector 145">
                    <a:extLst>
                      <a:ext uri="{FF2B5EF4-FFF2-40B4-BE49-F238E27FC236}">
                        <a16:creationId xmlns:a16="http://schemas.microsoft.com/office/drawing/2014/main" id="{70E36197-3D4F-881E-81A9-FAA7C2BE28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1" name="Freeform 510">
                  <a:extLst>
                    <a:ext uri="{FF2B5EF4-FFF2-40B4-BE49-F238E27FC236}">
                      <a16:creationId xmlns:a16="http://schemas.microsoft.com/office/drawing/2014/main" id="{23FA18F3-661A-EC8B-7DCB-67587410E934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3103784D-1F23-D6F8-46BC-7707A74BB1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25AC564-274A-BE8B-1740-8DB1F7FC10BF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DFDA97-DBF8-0D45-632A-951E255D836A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20 bits. (U-Type)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CB5E81B-117B-479D-21D1-7982B6D14DD2}"/>
              </a:ext>
            </a:extLst>
          </p:cNvPr>
          <p:cNvGrpSpPr/>
          <p:nvPr/>
        </p:nvGrpSpPr>
        <p:grpSpPr>
          <a:xfrm>
            <a:off x="451516" y="5516420"/>
            <a:ext cx="10447307" cy="565283"/>
            <a:chOff x="451516" y="5516420"/>
            <a:chExt cx="10447307" cy="565283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0065283-AAEA-A465-A71F-2EEECDC551BC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2430C01-0A68-F239-A3A6-B06CD2178751}"/>
                </a:ext>
              </a:extLst>
            </p:cNvPr>
            <p:cNvSpPr txBox="1"/>
            <p:nvPr/>
          </p:nvSpPr>
          <p:spPr>
            <a:xfrm>
              <a:off x="451516" y="5560628"/>
              <a:ext cx="1199367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PCSel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2"/>
                  </a:solidFill>
                  <a:latin typeface="18 VAG Rounded Light   02390" pitchFamily="2" charset="0"/>
                </a:rPr>
                <a:t>not taken(0)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F0412EE-18EA-B776-5552-EE8395F2CA4B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U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35C4E85-B0E7-4909-496A-89EDE01AA536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A72AE11-173B-ED31-119E-515FF457588A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53C1571-75A7-B09E-6562-40D034BCA718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96D88235-D556-DC72-3C8C-903DC033C5AC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b="1" dirty="0">
                  <a:solidFill>
                    <a:schemeClr val="accent1"/>
                  </a:solidFill>
                  <a:latin typeface="18 VAG Rounded Bold   07390" pitchFamily="2" charset="0"/>
                </a:rPr>
                <a:t>B</a:t>
              </a: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9DE95E46-B72A-69B2-0157-E5BAF4F3EC14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121A9731-C5CC-4437-AA45-3EDDF9D305BF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386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411CB-A2E7-1AEB-DFE4-F3E4FB7FB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roup 462">
            <a:extLst>
              <a:ext uri="{FF2B5EF4-FFF2-40B4-BE49-F238E27FC236}">
                <a16:creationId xmlns:a16="http://schemas.microsoft.com/office/drawing/2014/main" id="{9A3C11FB-0139-500C-390F-AB3FC71B74EB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464" name="Elbow Connector 463">
              <a:extLst>
                <a:ext uri="{FF2B5EF4-FFF2-40B4-BE49-F238E27FC236}">
                  <a16:creationId xmlns:a16="http://schemas.microsoft.com/office/drawing/2014/main" id="{7C27C4BF-3B4E-7DFE-9819-2AE22189376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531F168C-8DE6-7524-00D9-BC2BD8739ED8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5411E220-ED8E-61F7-E315-CE11010D6710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6B9F0642-8B32-002C-8B26-680F872DD87A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5" name="Group 484">
                <a:extLst>
                  <a:ext uri="{FF2B5EF4-FFF2-40B4-BE49-F238E27FC236}">
                    <a16:creationId xmlns:a16="http://schemas.microsoft.com/office/drawing/2014/main" id="{0AE299E4-EFEA-5CAF-31F6-6C393B2FA098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97" name="Elbow Connector 496">
                  <a:extLst>
                    <a:ext uri="{FF2B5EF4-FFF2-40B4-BE49-F238E27FC236}">
                      <a16:creationId xmlns:a16="http://schemas.microsoft.com/office/drawing/2014/main" id="{47E96547-4E74-ED5D-19D6-5E022BD160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1D373D36-A9C5-878D-A4DF-3465FE8AC0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5656ACEE-ADDD-72CE-DEAA-B7C0A93B9A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13985703-8B0D-D948-B1C7-56AADEC40BC1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EE7E649B-5077-F1C6-80ED-B5A0E24317DD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318593A-720B-673B-5281-74CCE26F4CC1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rapezoid 312">
            <a:extLst>
              <a:ext uri="{FF2B5EF4-FFF2-40B4-BE49-F238E27FC236}">
                <a16:creationId xmlns:a16="http://schemas.microsoft.com/office/drawing/2014/main" id="{43654B47-5FDA-266E-64FD-27FF26F96F16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6DC68763-A1FC-37EB-B7A9-D192F397F004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6093581A-E664-D6E9-ACF7-D4C519FEAFB4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0B26019D-7AAD-23C8-DB76-44D8EF101399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FE7A9209-1D0C-6796-82F6-990F343CEF92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63596FC-57A7-C582-C5D4-6E3B3304B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dirty="0"/>
              <a:t> Datapath (5/6)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C6C165D5-ACBD-755C-660F-E9DF9E6F1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C2D10512-E404-07F4-95A1-F68A0A19BB15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AB389E9D-E6F4-2FE1-2087-E3D28467ABFB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0F7FCE1F-78C3-C050-2033-22721C0F6441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5AE242D2-BF66-C607-9335-46B624214D8C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8AFBE7A2-7157-178C-F700-A5F814395CBF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300C7D11-3E91-35B8-FECF-A919A64DE403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2EC01FF7-63BF-C39F-0A3B-84E869FCBB2A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4FFC58CB-172A-C25C-D5C6-DA6C8E827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ECA8AF83-D0EE-2B6C-FD2E-8A8CE3FD99D6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9D59EC98-2230-4C74-DBF4-468E03CE0072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508B2C23-AE2B-2968-D10B-25368AB0206C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0C8595C8-66B0-28D0-0549-57CA6FF5C7A7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EDC16B1B-EA9C-44B5-3CF2-ACC5D76C67AD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519E1DB1-86C9-B965-681D-447FF6BEFA01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3541A17B-4F9A-E009-347A-DB9E2F67B456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B2F203E6-7FCF-5B35-8539-B3C58BCF051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4C9A6902-D78F-BC3F-E5C6-5ABB36F84EFC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1065C373-0F49-3AFE-7027-C24D36EADF98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E8ED772F-5D68-126D-4480-1A24091BA3C8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7445FEAF-F4AE-E738-98A7-6D476B0EBA97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FF41578B-5825-BD17-9D45-03E0DE8EBBBD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B0D4259B-2FC4-6374-9102-56FCE9CC8BF9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DA6D0ADB-4873-5C67-41D3-4528FC0383B0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4B0423E8-3B3F-A21A-4914-9A9627C0AEB2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6CD9A680-6F2A-A512-0754-7C0DBE3C2F5E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D0AEE93-D2CB-1AE5-85E7-8827DF5C840E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0BE95AA3-213F-05DA-FFBC-0C0C2E8BF519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37FA6ECA-DECB-2E56-D639-9CC9512F49C1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578FC7DA-8947-55F5-36EF-694BEBA47269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B7473E68-415A-EDE0-FC05-CB8ED71BCCEF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2737C430-AC64-0126-2009-BE4915B1E3A9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A7B9CDF1-410E-4888-A212-63E8C08E8F7E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816EB853-71F7-95CF-A3EE-3507847D7C3E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552D271C-34CE-7513-D72E-1052318664BE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8DFE3F69-0C17-79AE-0B23-92BEF85A1EF7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C7A50E2-B4C5-BB0B-22F7-08532F833C38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76E588EA-EDD7-F015-7031-FF811EE28458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8CF875A7-718B-F072-FF91-1E875F236F53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81D66541-E808-A0C4-5BDD-EEF9E86EF32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1273F002-DAC6-198E-D899-8EC42D9AE3C4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06062A27-97E2-0728-23A7-ACDA0D9766C9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572901-1BD2-491A-F619-414EA2B8C975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C82610-0223-C791-F952-9A78EF995FEF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378DD5A-9295-8E53-84C4-735A474C65FA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20812BE-E0A0-9499-0E4B-DB263A6C04C8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AECB5F28-50BD-85E0-ABEC-8B4BE1CA4BE3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C4E2F551-30A1-5829-532B-D55468B00578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7C9DE5CC-A0D7-6F5C-F051-5DDD4E3542B2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2EA5D07F-F0AD-4FE3-AC4D-7699697C9777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0A4AE542-92A7-5986-873F-B8D25F10A5E8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F265320C-4F86-98B9-4CB5-188CB74D5324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FC042370-A16D-2EB4-F6CC-DCECE730E2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D7850794-42D0-9B1C-7315-04AB66DAB625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E07502C-F83C-A013-1747-B19906FBA206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AB38359F-9945-FB5C-607A-23D26468597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B487E8A8-24CB-F936-71FB-E7586B10F89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F237F714-6663-47A2-907C-0ACC7E41EF21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8AC60900-CC7B-5944-3251-551B027137C6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768670C7-7CCD-5D46-C226-E4E7B6BD455B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39987FE-93C1-87F8-AFC8-997731BE4CF5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76DE63F-1B8E-7FD8-9F45-95EC9ABEEE73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F465E714-C66B-7E09-823A-8B0E82A36B1A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8280916-2521-0D00-A9E5-A410E8326BF2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0B1EDE9-C5D3-843C-789B-C2642EE7FDA3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8A20A3A3-6CCA-ECEE-3F05-70CAA1932B97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59735A2-33CC-9F2D-CE50-B1D1236207F5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A2E29361-60F7-38A3-AA45-54DEBB10720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D9904F5-33C0-09CF-27FF-5ACA87CA3E9E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6BE2F7B-72A0-E485-3EE1-ED4722F3B668}"/>
              </a:ext>
            </a:extLst>
          </p:cNvPr>
          <p:cNvSpPr txBox="1"/>
          <p:nvPr/>
        </p:nvSpPr>
        <p:spPr>
          <a:xfrm>
            <a:off x="7468738" y="1077778"/>
            <a:ext cx="20098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chemeClr val="accent1">
                    <a:alpha val="99000"/>
                  </a:schemeClr>
                </a:solidFill>
                <a:latin typeface="18 VAG Rounded Bold   07390" pitchFamily="2" charset="0"/>
              </a:rPr>
              <a:t>Grab only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b="1" dirty="0">
                <a:solidFill>
                  <a:schemeClr val="accent1">
                    <a:alpha val="99000"/>
                  </a:schemeClr>
                </a:solidFill>
                <a:latin typeface="18 VAG Rounded Bold   07390" pitchFamily="2" charset="0"/>
              </a:rPr>
              <a:t>!</a:t>
            </a:r>
            <a:br>
              <a:rPr lang="en-US" sz="20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(</a:t>
            </a:r>
            <a:r>
              <a:rPr lang="en-US" sz="18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=B)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8835B27-C818-E897-E76D-AAE2B396A06D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F038F83F-BD8F-08D0-6A0F-2308D28C8B1B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80521330-B326-8437-211E-BBDB023C065D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7556D74B-F58D-2913-6510-14EEFBE77634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2" name="Trapezoid 301">
            <a:extLst>
              <a:ext uri="{FF2B5EF4-FFF2-40B4-BE49-F238E27FC236}">
                <a16:creationId xmlns:a16="http://schemas.microsoft.com/office/drawing/2014/main" id="{B1050F09-9912-5E14-CA49-12D66BB48370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000FADA4-E3AE-AB7F-6CDD-30634779A882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12" name="Trapezoid 311">
            <a:extLst>
              <a:ext uri="{FF2B5EF4-FFF2-40B4-BE49-F238E27FC236}">
                <a16:creationId xmlns:a16="http://schemas.microsoft.com/office/drawing/2014/main" id="{24702678-623A-BB9D-4A0B-3A6CF477CDB8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348486-5527-0213-AB03-C126C91EA80C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0469B58C-AAD5-306F-BE3C-6B128529DF49}"/>
              </a:ext>
            </a:extLst>
          </p:cNvPr>
          <p:cNvGrpSpPr/>
          <p:nvPr/>
        </p:nvGrpSpPr>
        <p:grpSpPr>
          <a:xfrm>
            <a:off x="7685588" y="4436007"/>
            <a:ext cx="599285" cy="120728"/>
            <a:chOff x="7685588" y="4436007"/>
            <a:chExt cx="599285" cy="120728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76ED2C1-922F-211B-315F-6F86D06DC0F7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1" y="4436007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DB8B5A3-A70F-F8E8-2997-77FAB0895151}"/>
                </a:ext>
              </a:extLst>
            </p:cNvPr>
            <p:cNvSpPr/>
            <p:nvPr/>
          </p:nvSpPr>
          <p:spPr>
            <a:xfrm>
              <a:off x="7685588" y="4442070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1CB6922E-F8C9-48CB-9D04-A808E21F78C4}"/>
              </a:ext>
            </a:extLst>
          </p:cNvPr>
          <p:cNvGrpSpPr/>
          <p:nvPr/>
        </p:nvGrpSpPr>
        <p:grpSpPr>
          <a:xfrm>
            <a:off x="3062789" y="3429000"/>
            <a:ext cx="4683138" cy="2117475"/>
            <a:chOff x="3062789" y="3429000"/>
            <a:chExt cx="4683138" cy="211747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872AD51-1E2D-93CB-2005-CC35DAEF7054}"/>
                </a:ext>
              </a:extLst>
            </p:cNvPr>
            <p:cNvGrpSpPr/>
            <p:nvPr/>
          </p:nvGrpSpPr>
          <p:grpSpPr>
            <a:xfrm>
              <a:off x="3191223" y="3971033"/>
              <a:ext cx="4554704" cy="1575442"/>
              <a:chOff x="3191225" y="3962068"/>
              <a:chExt cx="4554704" cy="1575442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99E793A9-E6EC-1A43-B6E4-5830906CBA60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FEF97F3C-A1B7-C1AC-177D-DBB67DAE58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326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Elbow Connector 39">
                <a:extLst>
                  <a:ext uri="{FF2B5EF4-FFF2-40B4-BE49-F238E27FC236}">
                    <a16:creationId xmlns:a16="http://schemas.microsoft.com/office/drawing/2014/main" id="{1A4A6B3D-2AAC-136F-1647-598D7ECF8AB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9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0" name="Elbow Connector 469">
              <a:extLst>
                <a:ext uri="{FF2B5EF4-FFF2-40B4-BE49-F238E27FC236}">
                  <a16:creationId xmlns:a16="http://schemas.microsoft.com/office/drawing/2014/main" id="{0FA4B3C8-6599-54BF-3851-C4C19AA531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1489D224-34E4-F94A-3F87-247B19DC3673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D900DA74-8F99-FE53-1575-81E09391BAD3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502" name="TextBox 501">
                <a:extLst>
                  <a:ext uri="{FF2B5EF4-FFF2-40B4-BE49-F238E27FC236}">
                    <a16:creationId xmlns:a16="http://schemas.microsoft.com/office/drawing/2014/main" id="{790C4157-B0EE-01BF-CF20-D160899A06E1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FD57F8EB-B9F7-2BB5-4FA7-B89EFFC3F620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06" name="Group 505">
                  <a:extLst>
                    <a:ext uri="{FF2B5EF4-FFF2-40B4-BE49-F238E27FC236}">
                      <a16:creationId xmlns:a16="http://schemas.microsoft.com/office/drawing/2014/main" id="{7081E4D0-56A1-7BCE-A7AB-011B4784C3BA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136" name="Straight Arrow Connector 135">
                    <a:extLst>
                      <a:ext uri="{FF2B5EF4-FFF2-40B4-BE49-F238E27FC236}">
                        <a16:creationId xmlns:a16="http://schemas.microsoft.com/office/drawing/2014/main" id="{38F0F1AB-F6F3-E1FB-5905-2D6BB4794C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7" name="Group 136">
                    <a:extLst>
                      <a:ext uri="{FF2B5EF4-FFF2-40B4-BE49-F238E27FC236}">
                        <a16:creationId xmlns:a16="http://schemas.microsoft.com/office/drawing/2014/main" id="{43EBC56C-2E74-920B-855B-A3D1AF6D28A4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147" name="Elbow Connector 146">
                      <a:extLst>
                        <a:ext uri="{FF2B5EF4-FFF2-40B4-BE49-F238E27FC236}">
                          <a16:creationId xmlns:a16="http://schemas.microsoft.com/office/drawing/2014/main" id="{0B0E31B4-E82C-0F3B-EBE6-C9FDCE8B9A3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1EBA8B2A-9075-6B21-D452-5990B076F0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42" name="Straight Connector 141">
                    <a:extLst>
                      <a:ext uri="{FF2B5EF4-FFF2-40B4-BE49-F238E27FC236}">
                        <a16:creationId xmlns:a16="http://schemas.microsoft.com/office/drawing/2014/main" id="{B5D61063-D0E8-541F-6D68-61FC66C9F9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Elbow Connector 144">
                    <a:extLst>
                      <a:ext uri="{FF2B5EF4-FFF2-40B4-BE49-F238E27FC236}">
                        <a16:creationId xmlns:a16="http://schemas.microsoft.com/office/drawing/2014/main" id="{92C24600-53BA-C1B0-7504-EC5F5360BC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Elbow Connector 145">
                    <a:extLst>
                      <a:ext uri="{FF2B5EF4-FFF2-40B4-BE49-F238E27FC236}">
                        <a16:creationId xmlns:a16="http://schemas.microsoft.com/office/drawing/2014/main" id="{3A3688F0-2C99-CD5E-F58F-21187ED6DF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1" name="Freeform 510">
                  <a:extLst>
                    <a:ext uri="{FF2B5EF4-FFF2-40B4-BE49-F238E27FC236}">
                      <a16:creationId xmlns:a16="http://schemas.microsoft.com/office/drawing/2014/main" id="{1A4C7BD3-69B0-74B6-1CF7-91D1CE60F7D5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F53E05B7-551E-8676-3BDB-2C41B57BAD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9944B43-8B9A-FA8A-A216-E577BED1760C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D13D4E-D348-34B9-D3C0-D0073B40E7B8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20 bits. (U-Type)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A5489051-52E8-9015-8A9F-065F1FCB4164}"/>
              </a:ext>
            </a:extLst>
          </p:cNvPr>
          <p:cNvCxnSpPr>
            <a:cxnSpLocks/>
          </p:cNvCxnSpPr>
          <p:nvPr/>
        </p:nvCxnSpPr>
        <p:spPr>
          <a:xfrm flipV="1">
            <a:off x="8833634" y="3382107"/>
            <a:ext cx="1709928" cy="594360"/>
          </a:xfrm>
          <a:prstGeom prst="bentConnector3">
            <a:avLst>
              <a:gd name="adj1" fmla="val 6354"/>
            </a:avLst>
          </a:prstGeom>
          <a:ln w="6350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4029569-620D-951C-18C9-14CAC15E1DAE}"/>
              </a:ext>
            </a:extLst>
          </p:cNvPr>
          <p:cNvGrpSpPr/>
          <p:nvPr/>
        </p:nvGrpSpPr>
        <p:grpSpPr>
          <a:xfrm>
            <a:off x="451516" y="5516420"/>
            <a:ext cx="10447307" cy="565283"/>
            <a:chOff x="451516" y="5516420"/>
            <a:chExt cx="10447307" cy="565283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251A0ED-D88F-36B9-E6FD-09960B8CEEBF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356B685-6821-3734-8D89-0DED3F5F5CF1}"/>
                </a:ext>
              </a:extLst>
            </p:cNvPr>
            <p:cNvSpPr txBox="1"/>
            <p:nvPr/>
          </p:nvSpPr>
          <p:spPr>
            <a:xfrm>
              <a:off x="451516" y="5560628"/>
              <a:ext cx="1199367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PCSel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2"/>
                  </a:solidFill>
                  <a:latin typeface="18 VAG Rounded Light   02390" pitchFamily="2" charset="0"/>
                </a:rPr>
                <a:t>not taken(0)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F46BD05-675A-EE6C-37AA-3C4728E7039A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U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DB2803D-8C41-5A3E-191E-CB49746F45FF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C14EBE8-7076-06A7-D1BF-5CF0698F7319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E9F1EB7-054E-6811-116B-A4CAE5EFA5AA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099AB151-2155-601C-1BC5-5EA568F7144F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b="1" dirty="0">
                  <a:solidFill>
                    <a:schemeClr val="accent1"/>
                  </a:solidFill>
                  <a:latin typeface="18 VAG Rounded Bold   07390" pitchFamily="2" charset="0"/>
                </a:rPr>
                <a:t>B</a:t>
              </a: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62B698F0-7A07-D7EF-9A64-F22867F54CA4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49AAFC9D-BF20-942B-DF02-1E94F511548B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086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53E43-5C7F-D10D-B70E-5BB4B5CCD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roup 462">
            <a:extLst>
              <a:ext uri="{FF2B5EF4-FFF2-40B4-BE49-F238E27FC236}">
                <a16:creationId xmlns:a16="http://schemas.microsoft.com/office/drawing/2014/main" id="{2FA3AB78-E2BA-D732-DD45-4280DE01B6AC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464" name="Elbow Connector 463">
              <a:extLst>
                <a:ext uri="{FF2B5EF4-FFF2-40B4-BE49-F238E27FC236}">
                  <a16:creationId xmlns:a16="http://schemas.microsoft.com/office/drawing/2014/main" id="{37FA1877-8C39-CBA4-0865-5BFDA88E44D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52521B91-4DC5-B7F1-F2EC-657463AD7F6F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7492DFC6-751C-B367-0B60-6D63485FD1EE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1AF88584-A36F-ED4C-CB9D-1DA067572EFC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485" name="Group 484">
                <a:extLst>
                  <a:ext uri="{FF2B5EF4-FFF2-40B4-BE49-F238E27FC236}">
                    <a16:creationId xmlns:a16="http://schemas.microsoft.com/office/drawing/2014/main" id="{0BF3AA44-F9AF-695A-26FA-147D6B6340AC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497" name="Elbow Connector 496">
                  <a:extLst>
                    <a:ext uri="{FF2B5EF4-FFF2-40B4-BE49-F238E27FC236}">
                      <a16:creationId xmlns:a16="http://schemas.microsoft.com/office/drawing/2014/main" id="{683229C5-0362-3493-47FC-5496CF419E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4AC68060-4F6D-E7C1-DAD0-45C2B68E16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DD3A3E03-DCF0-9810-B974-3783EEFE41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F580B185-5F2E-CB88-920C-EA080090B8AF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34B3744E-00A7-371B-5373-1BB8EC670A38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9A2513E-9F3B-8FB7-7400-210AFA8B8123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rapezoid 312">
            <a:extLst>
              <a:ext uri="{FF2B5EF4-FFF2-40B4-BE49-F238E27FC236}">
                <a16:creationId xmlns:a16="http://schemas.microsoft.com/office/drawing/2014/main" id="{1DCF75C7-FDEC-54A5-C36B-AF377E93F854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5F23F082-314A-2667-6EF0-137C8E97B7EC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2085AF49-4233-26A2-88E1-F910195B1D26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0C1BA8A-A78D-58F5-011D-C19B3B357466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B17267D4-7638-BE7F-F915-8DF396474EF2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397E1A4-4828-22E2-0BB4-647DC3C24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dirty="0"/>
              <a:t> Datapath (6/6)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BAC22611-D150-2843-1516-CA35F68B2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4AE00B31-DABE-CAE4-74DF-1A99E5AEE495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AC14025A-80DB-4BF2-F3DC-C06FDEA3B4DA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9403AC7F-342F-548F-C66B-45760BC29BB3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B0E52CE8-4E36-DF4B-DBC6-E74220295928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A1F2BA3E-DA95-1556-F065-1B1A99F36614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83121EAC-83C2-DE14-DF12-FC0149BD0FCD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F56B5784-70E3-EF06-E9A2-8CAB30DBF86F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4E210852-5957-0D36-837C-DBADA2713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DDCA5FA2-D507-49AA-E50C-00988EEC53D9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CDEA4383-FB4C-389C-3D1D-965420EC8027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45A48E0-9859-4617-ED33-F25ACF1678F3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4A03A02F-988A-66D9-B7C3-B4D13BEBE09E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2813BA35-ED84-5061-1353-77B25DDDA894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EAA6DE9A-F925-7962-C82A-88920C3105AA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D66BDAE8-9979-8509-6E64-156BDEF2E60C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E9D65B83-C8DB-AC00-71F4-1B9F13B542A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4A9A89AA-D773-039C-3274-4784FC86B67D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2B7D17F3-E514-71A2-E068-CF80F695EABF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4B49E13F-57D4-7B01-2C9A-3F23C158F0CC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B1588422-336D-2EFE-85E0-80B7F23DB948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1275FF8C-4AD4-1421-9CDC-46AA4FD6EEB5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CF092381-4256-2A81-D5B5-8ACF27AE7AFE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54A487DA-FA35-BCEF-776D-970D173462EE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0384B407-CE96-7EA4-A10E-717AFD1192E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27CFAAD-5758-4268-A573-30D340434709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FFC6A363-7357-0E7C-C553-C30A68CDDA6F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BCDECFFA-E7EA-A2E7-A3AF-487B433347D3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FD1CE2F9-E00D-E093-657F-5EE443B2B4D4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11EB8665-B4E8-D3E9-BAB0-3280AED2F999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3E5B772-3AAE-15DB-1215-A65139EAFB26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AF5A5811-EAFF-0E9E-87DD-31A53F286DE9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7733CE3B-044D-ED3C-6E0B-976D6A40EBF0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A1C05927-8C26-D45A-B321-320ED2526AE1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92C03385-4DE7-2F0E-F14B-6E537B020A4A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1473A819-D824-72BA-0295-E6563C0C3EFE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621B87A-9CDB-A17E-0154-DAC13D912B33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A2B98D81-93FE-1E73-F2A6-214D62F3E8BA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848381FE-13FA-C7B6-DB4A-B04044BA076F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65E68F41-4205-D7BD-CC01-6061AD61358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79564FDB-0EDE-271D-2D90-4920847FA933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CE0699E4-6E57-BCC7-5710-2BE2F33C944D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0C0D-6831-88C5-0D5C-FF5D54444475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8E65AE7-C018-5C4D-DFA1-B08519A219C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50B70BC-8CAC-7DFA-08BE-99C0F00417D8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927B15F-F853-C50B-B267-640BCE1B92AC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33628841-0EC3-27D8-F095-6A5AA5042E16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42AAF380-426A-CD57-953E-7836C0E2A05E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90D5B781-0368-2AC2-C70D-405363940F54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45A729D6-B762-82B6-7C6B-1208AD261D8A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BC4786E5-4BDC-18EE-9DC6-EAB05C6C57A0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77E65A96-C9BA-3CEC-6F1F-264445D8B090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AED3EF1D-ACE0-C8F9-8FEE-1EB5238063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C8AECD21-7716-7E9B-5038-1BA9861CDD89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314B96F-F73E-8589-40DA-1F1C4233DF46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7F42BE94-A5E2-46BD-BC7C-95A70368B59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5E5AA6F1-7BD4-21CC-9105-026DBAB2C1A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801D30A1-E51E-B6CF-491C-2CBA6E9510A7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8F8397C3-F744-345C-911A-8BBDD14A6DF9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DC6C38E0-E21F-2390-200C-B744452AFDB7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828565D-03CF-758E-D680-A0E803FFEA15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A97290F-5D65-D4F7-D55F-735224D9D17B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9AC0AE9C-7D5E-02A7-2AEA-D519B399E2BC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6303AF1-40DD-5F9C-1624-1F6E05091528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D797FCA-5347-4FC5-958D-B5A1FFC04A10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348AA37C-8A1B-71AD-5BC4-8AAF1BE60071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6D8CFB0-8162-4005-2BB6-E5DDBEB0316F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EEC67EB2-EF88-2A9F-0FC3-5127AEA497F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192663FB-4025-C440-60A6-EB4B365D8E20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9924A27-F9E4-881E-67B7-7E7F1FB7F02E}"/>
              </a:ext>
            </a:extLst>
          </p:cNvPr>
          <p:cNvSpPr txBox="1"/>
          <p:nvPr/>
        </p:nvSpPr>
        <p:spPr>
          <a:xfrm>
            <a:off x="7468738" y="1077778"/>
            <a:ext cx="20098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chemeClr val="accent1">
                    <a:alpha val="99000"/>
                  </a:schemeClr>
                </a:solidFill>
                <a:latin typeface="18 VAG Rounded Bold   07390" pitchFamily="2" charset="0"/>
              </a:rPr>
              <a:t>Grab only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b="1" dirty="0">
                <a:solidFill>
                  <a:schemeClr val="accent1">
                    <a:alpha val="99000"/>
                  </a:schemeClr>
                </a:solidFill>
                <a:latin typeface="18 VAG Rounded Bold   07390" pitchFamily="2" charset="0"/>
              </a:rPr>
              <a:t>!</a:t>
            </a:r>
            <a:br>
              <a:rPr lang="en-US" sz="2000" dirty="0">
                <a:solidFill>
                  <a:schemeClr val="accent1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(</a:t>
            </a:r>
            <a:r>
              <a:rPr lang="en-US" sz="1800" dirty="0" err="1">
                <a:solidFill>
                  <a:schemeClr val="accent3"/>
                </a:solidFill>
                <a:latin typeface="18 VAG Rounded Light   02390" pitchFamily="2" charset="0"/>
              </a:rPr>
              <a:t>ALUSel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=B)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FF6E4B3-E1FD-EB8B-8FED-CA58F6987D97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C44FBE5A-C29C-D65A-F5D3-EDC689B5D071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38FFEA1D-B611-39EC-BA48-C118D33B1B79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E64F4DFB-C622-3861-39EE-5486F88B41D8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2" name="Trapezoid 301">
            <a:extLst>
              <a:ext uri="{FF2B5EF4-FFF2-40B4-BE49-F238E27FC236}">
                <a16:creationId xmlns:a16="http://schemas.microsoft.com/office/drawing/2014/main" id="{2D536788-A935-3022-A283-F9934DD871D1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541BC822-3F6C-2AB9-1708-5A6E9810DBC6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80DD5D42-89D3-C4E4-6B22-5720E3013671}"/>
              </a:ext>
            </a:extLst>
          </p:cNvPr>
          <p:cNvSpPr txBox="1"/>
          <p:nvPr/>
        </p:nvSpPr>
        <p:spPr>
          <a:xfrm>
            <a:off x="9804538" y="1063996"/>
            <a:ext cx="2332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result to destination register.</a:t>
            </a:r>
          </a:p>
        </p:txBody>
      </p:sp>
      <p:sp>
        <p:nvSpPr>
          <p:cNvPr id="312" name="Trapezoid 311">
            <a:extLst>
              <a:ext uri="{FF2B5EF4-FFF2-40B4-BE49-F238E27FC236}">
                <a16:creationId xmlns:a16="http://schemas.microsoft.com/office/drawing/2014/main" id="{87DC1070-F9DA-6374-D902-95CF4F358741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3BB769-53AF-3AAE-4304-D6E7407DE44A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9816DEDE-5E35-5172-D195-E7B6B5E71E00}"/>
              </a:ext>
            </a:extLst>
          </p:cNvPr>
          <p:cNvGrpSpPr/>
          <p:nvPr/>
        </p:nvGrpSpPr>
        <p:grpSpPr>
          <a:xfrm>
            <a:off x="7685588" y="4436007"/>
            <a:ext cx="599285" cy="120728"/>
            <a:chOff x="7685588" y="4436007"/>
            <a:chExt cx="599285" cy="120728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3742A23-4D60-8C47-D993-B13AFDF3D77C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1" y="4436007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E4C5352C-7AD0-892B-9D37-3EE76DC70710}"/>
                </a:ext>
              </a:extLst>
            </p:cNvPr>
            <p:cNvSpPr/>
            <p:nvPr/>
          </p:nvSpPr>
          <p:spPr>
            <a:xfrm>
              <a:off x="7685588" y="4442070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BF26643C-ADD9-D5F8-13C7-52DFBD82C767}"/>
              </a:ext>
            </a:extLst>
          </p:cNvPr>
          <p:cNvGrpSpPr/>
          <p:nvPr/>
        </p:nvGrpSpPr>
        <p:grpSpPr>
          <a:xfrm>
            <a:off x="3062789" y="3429000"/>
            <a:ext cx="4683138" cy="2117475"/>
            <a:chOff x="3062789" y="3429000"/>
            <a:chExt cx="4683138" cy="211747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4EDC60E-232C-D64A-ABB7-6B984D7EB2F9}"/>
                </a:ext>
              </a:extLst>
            </p:cNvPr>
            <p:cNvGrpSpPr/>
            <p:nvPr/>
          </p:nvGrpSpPr>
          <p:grpSpPr>
            <a:xfrm>
              <a:off x="3191223" y="3971033"/>
              <a:ext cx="4554704" cy="1575442"/>
              <a:chOff x="3191225" y="3962068"/>
              <a:chExt cx="4554704" cy="1575442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0F8A332D-5FE9-455D-C4B8-0ADA1F0728A4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AB3B1A09-489B-9783-01B0-C5F9207B3C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326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Elbow Connector 39">
                <a:extLst>
                  <a:ext uri="{FF2B5EF4-FFF2-40B4-BE49-F238E27FC236}">
                    <a16:creationId xmlns:a16="http://schemas.microsoft.com/office/drawing/2014/main" id="{F22EBA8A-796F-C6E9-EA33-AD886FC7179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9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0" name="Elbow Connector 469">
              <a:extLst>
                <a:ext uri="{FF2B5EF4-FFF2-40B4-BE49-F238E27FC236}">
                  <a16:creationId xmlns:a16="http://schemas.microsoft.com/office/drawing/2014/main" id="{F9BCF694-02C7-E822-C704-DCC18F2C60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09C65A1B-4F8A-3D1B-9596-BA8CB9CDD76E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882FC01B-9394-9760-0B35-CE08FA66EA38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502" name="TextBox 501">
                <a:extLst>
                  <a:ext uri="{FF2B5EF4-FFF2-40B4-BE49-F238E27FC236}">
                    <a16:creationId xmlns:a16="http://schemas.microsoft.com/office/drawing/2014/main" id="{011CE5C9-1E2E-449D-5AFD-C517C5D28DBC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DA0102A4-1F47-68B6-975E-5954D89C59E0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506" name="Group 505">
                  <a:extLst>
                    <a:ext uri="{FF2B5EF4-FFF2-40B4-BE49-F238E27FC236}">
                      <a16:creationId xmlns:a16="http://schemas.microsoft.com/office/drawing/2014/main" id="{CDC304F8-A098-7F00-45CC-588CDD5DDEFB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136" name="Straight Arrow Connector 135">
                    <a:extLst>
                      <a:ext uri="{FF2B5EF4-FFF2-40B4-BE49-F238E27FC236}">
                        <a16:creationId xmlns:a16="http://schemas.microsoft.com/office/drawing/2014/main" id="{1AEF57ED-526B-BCFD-65DB-16FEB83731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7" name="Group 136">
                    <a:extLst>
                      <a:ext uri="{FF2B5EF4-FFF2-40B4-BE49-F238E27FC236}">
                        <a16:creationId xmlns:a16="http://schemas.microsoft.com/office/drawing/2014/main" id="{07A72D3F-94BC-63D1-C403-ADBD6FE46B05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147" name="Elbow Connector 146">
                      <a:extLst>
                        <a:ext uri="{FF2B5EF4-FFF2-40B4-BE49-F238E27FC236}">
                          <a16:creationId xmlns:a16="http://schemas.microsoft.com/office/drawing/2014/main" id="{9B2D5FA6-80D7-E94A-6AA4-FC59F20FEA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71729613-15C7-0C05-8311-0E7FC3C619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42" name="Straight Connector 141">
                    <a:extLst>
                      <a:ext uri="{FF2B5EF4-FFF2-40B4-BE49-F238E27FC236}">
                        <a16:creationId xmlns:a16="http://schemas.microsoft.com/office/drawing/2014/main" id="{BCB00E75-C733-7DAA-6092-D341ADBE92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Elbow Connector 144">
                    <a:extLst>
                      <a:ext uri="{FF2B5EF4-FFF2-40B4-BE49-F238E27FC236}">
                        <a16:creationId xmlns:a16="http://schemas.microsoft.com/office/drawing/2014/main" id="{AD33B30A-D3F4-2A70-E5A3-F2AF213642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Elbow Connector 145">
                    <a:extLst>
                      <a:ext uri="{FF2B5EF4-FFF2-40B4-BE49-F238E27FC236}">
                        <a16:creationId xmlns:a16="http://schemas.microsoft.com/office/drawing/2014/main" id="{8DA789FB-B83C-8946-7A3B-9B6EBAE7A3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1" name="Freeform 510">
                  <a:extLst>
                    <a:ext uri="{FF2B5EF4-FFF2-40B4-BE49-F238E27FC236}">
                      <a16:creationId xmlns:a16="http://schemas.microsoft.com/office/drawing/2014/main" id="{874965F1-5114-0E6A-5FFA-DCF9FF56C559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cxnSp>
          <p:nvCxnSpPr>
            <p:cNvPr id="501" name="Straight Arrow Connector 500">
              <a:extLst>
                <a:ext uri="{FF2B5EF4-FFF2-40B4-BE49-F238E27FC236}">
                  <a16:creationId xmlns:a16="http://schemas.microsoft.com/office/drawing/2014/main" id="{FE869EEE-54E4-81F1-A367-E7097220C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799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578F7E7-A4FE-E0C0-C168-66C1429938F1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F57A723-1058-E7AE-4B31-239917EDF2BA}"/>
              </a:ext>
            </a:extLst>
          </p:cNvPr>
          <p:cNvGrpSpPr/>
          <p:nvPr/>
        </p:nvGrpSpPr>
        <p:grpSpPr>
          <a:xfrm>
            <a:off x="3772163" y="2375192"/>
            <a:ext cx="7370064" cy="1050473"/>
            <a:chOff x="3772163" y="2375192"/>
            <a:chExt cx="7370064" cy="105047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801ED11-7E95-C595-2E7E-00A6F5FD8EE8}"/>
                </a:ext>
              </a:extLst>
            </p:cNvPr>
            <p:cNvGrpSpPr/>
            <p:nvPr/>
          </p:nvGrpSpPr>
          <p:grpSpPr>
            <a:xfrm>
              <a:off x="3772163" y="2375192"/>
              <a:ext cx="7370064" cy="1031999"/>
              <a:chOff x="3772163" y="2375192"/>
              <a:chExt cx="7370064" cy="1031999"/>
            </a:xfrm>
            <a:effectLst>
              <a:glow rad="101600">
                <a:srgbClr val="011223">
                  <a:alpha val="75938"/>
                </a:srgbClr>
              </a:glow>
            </a:effectLst>
          </p:grpSpPr>
          <p:cxnSp>
            <p:nvCxnSpPr>
              <p:cNvPr id="24" name="Elbow Connector 23">
                <a:extLst>
                  <a:ext uri="{FF2B5EF4-FFF2-40B4-BE49-F238E27FC236}">
                    <a16:creationId xmlns:a16="http://schemas.microsoft.com/office/drawing/2014/main" id="{9DD0A1A2-69E6-3DFA-93D6-259553A7B4E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92B2E81D-6887-1926-BBF5-A3609B95C576}"/>
                  </a:ext>
                </a:extLst>
              </p:cNvPr>
              <p:cNvCxnSpPr/>
              <p:nvPr/>
            </p:nvCxnSpPr>
            <p:spPr>
              <a:xfrm>
                <a:off x="3772163" y="2384802"/>
                <a:ext cx="7370064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Elbow Connector 27">
                <a:extLst>
                  <a:ext uri="{FF2B5EF4-FFF2-40B4-BE49-F238E27FC236}">
                    <a16:creationId xmlns:a16="http://schemas.microsoft.com/office/drawing/2014/main" id="{835F4448-3785-A88B-6D40-6FDFCD3BE6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17058" y="2375192"/>
                <a:ext cx="320293" cy="1031999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6FAAE5F-A7E5-F163-E882-0DC4383C1793}"/>
                </a:ext>
              </a:extLst>
            </p:cNvPr>
            <p:cNvSpPr/>
            <p:nvPr/>
          </p:nvSpPr>
          <p:spPr>
            <a:xfrm>
              <a:off x="10485120" y="3403600"/>
              <a:ext cx="416560" cy="22065"/>
            </a:xfrm>
            <a:custGeom>
              <a:avLst/>
              <a:gdLst>
                <a:gd name="connsiteX0" fmla="*/ 0 w 416560"/>
                <a:gd name="connsiteY0" fmla="*/ 10160 h 22065"/>
                <a:gd name="connsiteX1" fmla="*/ 264160 w 416560"/>
                <a:gd name="connsiteY1" fmla="*/ 10160 h 22065"/>
                <a:gd name="connsiteX2" fmla="*/ 365760 w 416560"/>
                <a:gd name="connsiteY2" fmla="*/ 20320 h 22065"/>
                <a:gd name="connsiteX3" fmla="*/ 416560 w 416560"/>
                <a:gd name="connsiteY3" fmla="*/ 0 h 2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560" h="22065">
                  <a:moveTo>
                    <a:pt x="0" y="10160"/>
                  </a:moveTo>
                  <a:cubicBezTo>
                    <a:pt x="133935" y="36947"/>
                    <a:pt x="-21356" y="10160"/>
                    <a:pt x="264160" y="10160"/>
                  </a:cubicBezTo>
                  <a:cubicBezTo>
                    <a:pt x="298196" y="10160"/>
                    <a:pt x="331893" y="16933"/>
                    <a:pt x="365760" y="20320"/>
                  </a:cubicBezTo>
                  <a:cubicBezTo>
                    <a:pt x="411046" y="8998"/>
                    <a:pt x="396526" y="20034"/>
                    <a:pt x="416560" y="0"/>
                  </a:cubicBezTo>
                </a:path>
              </a:pathLst>
            </a:custGeom>
            <a:noFill/>
            <a:ln w="57150">
              <a:solidFill>
                <a:schemeClr val="accent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A42ADCD-2F9A-11B5-208B-5C0FCA5E5820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20 bits. (U-Type)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6A1127-E4D6-F30A-E1A5-6DD9BEDA7DF8}"/>
              </a:ext>
            </a:extLst>
          </p:cNvPr>
          <p:cNvSpPr txBox="1"/>
          <p:nvPr/>
        </p:nvSpPr>
        <p:spPr>
          <a:xfrm>
            <a:off x="8170665" y="1728050"/>
            <a:ext cx="2667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589C2413-C889-4B33-5571-7F9D68949EC0}"/>
              </a:ext>
            </a:extLst>
          </p:cNvPr>
          <p:cNvCxnSpPr>
            <a:cxnSpLocks/>
          </p:cNvCxnSpPr>
          <p:nvPr/>
        </p:nvCxnSpPr>
        <p:spPr>
          <a:xfrm flipV="1">
            <a:off x="8833634" y="3382107"/>
            <a:ext cx="1709928" cy="594360"/>
          </a:xfrm>
          <a:prstGeom prst="bentConnector3">
            <a:avLst>
              <a:gd name="adj1" fmla="val 6354"/>
            </a:avLst>
          </a:prstGeom>
          <a:ln w="6350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1AA6109-E63A-3510-EC18-BCEE1D4267E8}"/>
              </a:ext>
            </a:extLst>
          </p:cNvPr>
          <p:cNvGrpSpPr/>
          <p:nvPr/>
        </p:nvGrpSpPr>
        <p:grpSpPr>
          <a:xfrm>
            <a:off x="451516" y="5516420"/>
            <a:ext cx="10447307" cy="565283"/>
            <a:chOff x="451516" y="5516420"/>
            <a:chExt cx="10447307" cy="565283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DEE5B4F-B70E-4BCF-25AC-CCBE39AB26FC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15DA073-BE97-15E3-E3AD-3D75B5B1A26D}"/>
                </a:ext>
              </a:extLst>
            </p:cNvPr>
            <p:cNvSpPr txBox="1"/>
            <p:nvPr/>
          </p:nvSpPr>
          <p:spPr>
            <a:xfrm>
              <a:off x="451516" y="5560628"/>
              <a:ext cx="1199367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PCSel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2"/>
                  </a:solidFill>
                  <a:latin typeface="18 VAG Rounded Light   02390" pitchFamily="2" charset="0"/>
                </a:rPr>
                <a:t>not taken(0)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5C198CF-39A2-FD9A-95AF-D1CF2CE7D0DE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U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F4C74FA-FD67-9159-D9BA-CA24EB530A2B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EC87485-F504-35CE-73CC-22AF76F67712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5C3917C-8C10-44AE-E36E-4259C33F0A61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0FF43C8B-0A83-70B7-CA13-9F5888563563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b="1" dirty="0">
                  <a:solidFill>
                    <a:schemeClr val="accent1"/>
                  </a:solidFill>
                  <a:latin typeface="18 VAG Rounded Bold   07390" pitchFamily="2" charset="0"/>
                </a:rPr>
                <a:t>B</a:t>
              </a: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5FAE2D01-6630-6BD5-7D8E-51FDFEF628F7}"/>
                </a:ext>
              </a:extLst>
            </p:cNvPr>
            <p:cNvSpPr txBox="1"/>
            <p:nvPr/>
          </p:nvSpPr>
          <p:spPr>
            <a:xfrm>
              <a:off x="10252492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D0480F86-114B-DC76-2DB0-4DE4A111FEEA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496678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S61C-ly-new">
  <a:themeElements>
    <a:clrScheme name="Custom 10">
      <a:dk1>
        <a:srgbClr val="000000"/>
      </a:dk1>
      <a:lt1>
        <a:srgbClr val="FFFFFF"/>
      </a:lt1>
      <a:dk2>
        <a:srgbClr val="002E5D"/>
      </a:dk2>
      <a:lt2>
        <a:srgbClr val="E5DCD1"/>
      </a:lt2>
      <a:accent1>
        <a:srgbClr val="00BDE2"/>
      </a:accent1>
      <a:accent2>
        <a:srgbClr val="C6DAC3"/>
      </a:accent2>
      <a:accent3>
        <a:srgbClr val="FEC016"/>
      </a:accent3>
      <a:accent4>
        <a:srgbClr val="D9E056"/>
      </a:accent4>
      <a:accent5>
        <a:srgbClr val="EB1379"/>
      </a:accent5>
      <a:accent6>
        <a:srgbClr val="A97EFA"/>
      </a:accent6>
      <a:hlink>
        <a:srgbClr val="9ED1FF"/>
      </a:hlink>
      <a:folHlink>
        <a:srgbClr val="93C9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 sz="2000" dirty="0">
            <a:solidFill>
              <a:schemeClr val="accent1"/>
            </a:solidFill>
            <a:latin typeface="18 VAG Rounded Light   02390" pitchFamily="2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solidFill>
              <a:schemeClr val="accent1"/>
            </a:solidFill>
            <a:latin typeface="18 VAG Rounded Light   0239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new" id="{DFFA2BFF-9357-A24D-A947-9735921D71C4}" vid="{3C32BE93-C896-F84B-BEA8-5E6C5AC7E2C8}"/>
    </a:ext>
  </a:extLst>
</a:theme>
</file>

<file path=ppt/theme/theme2.xml><?xml version="1.0" encoding="utf-8"?>
<a:theme xmlns:a="http://schemas.openxmlformats.org/drawingml/2006/main" name="Metro">
  <a:themeElements>
    <a:clrScheme name="Custom 1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134770"/>
      </a:hlink>
      <a:folHlink>
        <a:srgbClr val="7AF8CC"/>
      </a:folHlink>
    </a:clrScheme>
    <a:fontScheme name="Custom 1">
      <a:majorFont>
        <a:latin typeface="VAGRundschriftD"/>
        <a:ea typeface=""/>
        <a:cs typeface=""/>
      </a:majorFont>
      <a:minorFont>
        <a:latin typeface="VAGRundschriftD"/>
        <a:ea typeface=""/>
        <a:cs typeface="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latin typeface="18 VAG Rounded Thin   55390" pitchFamily="2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CS61C-ly-new</Template>
  <TotalTime>24997</TotalTime>
  <Words>914</Words>
  <Application>Microsoft Macintosh PowerPoint</Application>
  <PresentationFormat>Widescreen</PresentationFormat>
  <Paragraphs>454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26" baseType="lpstr">
      <vt:lpstr>18 VAG Rounded Black   09390</vt:lpstr>
      <vt:lpstr>18 VAG Rounded Bold   07390</vt:lpstr>
      <vt:lpstr>18 VAG ROUNDED LIGHT   02390</vt:lpstr>
      <vt:lpstr>18 VAG ROUNDED LIGHT   02390</vt:lpstr>
      <vt:lpstr>18 VAG Rounded Thin   55390</vt:lpstr>
      <vt:lpstr>VAG Rundschrift D Light</vt:lpstr>
      <vt:lpstr>VAGRundschriftD</vt:lpstr>
      <vt:lpstr>VAGRundschriftDLig</vt:lpstr>
      <vt:lpstr>Arial</vt:lpstr>
      <vt:lpstr>Calibri</vt:lpstr>
      <vt:lpstr>Corbel</vt:lpstr>
      <vt:lpstr>Courier</vt:lpstr>
      <vt:lpstr>Courier New</vt:lpstr>
      <vt:lpstr>Helvetica</vt:lpstr>
      <vt:lpstr>Helvetica Neue</vt:lpstr>
      <vt:lpstr>Wingdings</vt:lpstr>
      <vt:lpstr>Wingdings 2</vt:lpstr>
      <vt:lpstr>CS61C-ly-new</vt:lpstr>
      <vt:lpstr>Metro</vt:lpstr>
      <vt:lpstr>Lighting the LUI Datapath (6/6)</vt:lpstr>
      <vt:lpstr>Lighting the LUI Datapath (1/6)</vt:lpstr>
      <vt:lpstr>Lighting the LUI Datapath (2/6)</vt:lpstr>
      <vt:lpstr>Lighting the LUI Datapath (3/6)</vt:lpstr>
      <vt:lpstr>Lighting the LUI Datapath (4/6)</vt:lpstr>
      <vt:lpstr>Lighting the LUI Datapath (5/6)</vt:lpstr>
      <vt:lpstr>Lighting the LUI Datapath (6/6)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RISC-V (California Gold)</dc:title>
  <dc:creator>Lisa Yan</dc:creator>
  <cp:lastModifiedBy>Lisa Yan</cp:lastModifiedBy>
  <cp:revision>906</cp:revision>
  <cp:lastPrinted>2022-09-30T17:03:13Z</cp:lastPrinted>
  <dcterms:created xsi:type="dcterms:W3CDTF">2022-09-05T20:39:51Z</dcterms:created>
  <dcterms:modified xsi:type="dcterms:W3CDTF">2026-03-26T00:24:46Z</dcterms:modified>
</cp:coreProperties>
</file>