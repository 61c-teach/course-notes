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  <p:sldMasterId id="2147483709" r:id="rId2"/>
  </p:sldMasterIdLst>
  <p:notesMasterIdLst>
    <p:notesMasterId r:id="rId11"/>
  </p:notesMasterIdLst>
  <p:sldIdLst>
    <p:sldId id="1406" r:id="rId3"/>
    <p:sldId id="1399" r:id="rId4"/>
    <p:sldId id="1403" r:id="rId5"/>
    <p:sldId id="1400" r:id="rId6"/>
    <p:sldId id="1401" r:id="rId7"/>
    <p:sldId id="1402" r:id="rId8"/>
    <p:sldId id="1404" r:id="rId9"/>
    <p:sldId id="1405" r:id="rId10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223"/>
    <a:srgbClr val="00264A"/>
    <a:srgbClr val="00152A"/>
    <a:srgbClr val="002548"/>
    <a:srgbClr val="4991B2"/>
    <a:srgbClr val="000000"/>
    <a:srgbClr val="032141"/>
    <a:srgbClr val="D9E1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265"/>
    <p:restoredTop sz="94304"/>
  </p:normalViewPr>
  <p:slideViewPr>
    <p:cSldViewPr snapToGrid="0">
      <p:cViewPr varScale="1">
        <p:scale>
          <a:sx n="63" d="100"/>
          <a:sy n="63" d="100"/>
        </p:scale>
        <p:origin x="208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79AFB-556A-7647-8681-E8CCC214AEB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562F5-9C85-F843-B903-B3B42F5C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7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585A4-A191-DC27-4F4A-1B3B821F2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0FF22-B43A-4EB9-B8BE-BE3499B10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9DE1F-23F5-8EF5-FFFA-5FFEFFB97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next time: emphasize when write happens</a:t>
            </a:r>
          </a:p>
          <a:p>
            <a:r>
              <a:rPr lang="en-US" dirty="0"/>
              <a:t>From textbook, Figure 4.7: Remember that writes are edge-triggered, so that all the write inputs (</a:t>
            </a:r>
            <a:r>
              <a:rPr lang="en-US" dirty="0" err="1"/>
              <a:t>i.e</a:t>
            </a:r>
            <a:r>
              <a:rPr lang="en-US" dirty="0"/>
              <a:t>, the value to be written, the register number, and the write control signal) must be valid at the clock edge. Since </a:t>
            </a:r>
            <a:r>
              <a:rPr lang="en-US" dirty="0" err="1"/>
              <a:t>writrs</a:t>
            </a:r>
            <a:r>
              <a:rPr lang="en-US" dirty="0"/>
              <a:t> to the register file are edge-triggered, our design can legally writ and read the same register within a clock cycle: the read will get the value written in an earlier clock cycle, while the value written will be available to read in a subsequent clock cycle.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F1DBA-0277-0ADC-A84F-02657DFB01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18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next time: emphasize when write happens</a:t>
            </a:r>
          </a:p>
          <a:p>
            <a:r>
              <a:rPr lang="en-US" dirty="0"/>
              <a:t>From textbook, Figure 4.7: Remember that writes are edge-triggered, so that all the write inputs (</a:t>
            </a:r>
            <a:r>
              <a:rPr lang="en-US" dirty="0" err="1"/>
              <a:t>i.e</a:t>
            </a:r>
            <a:r>
              <a:rPr lang="en-US" dirty="0"/>
              <a:t>, the value to be written, the register number, and the write control signal) must be valid at the clock edge. Since </a:t>
            </a:r>
            <a:r>
              <a:rPr lang="en-US" dirty="0" err="1"/>
              <a:t>writrs</a:t>
            </a:r>
            <a:r>
              <a:rPr lang="en-US" dirty="0"/>
              <a:t> to the register file are edge-triggered, our design can legally writ and read the same register within a clock cycle: the read will get the value written in an earlier clock cycle, while the value written will be available to read in a subsequent clock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66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BAB2C-BC00-F4FC-D810-F8CAD9DBC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AE9E6-0F08-F4D2-E884-255C429B6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65EA8-7427-793D-A27D-94C4C1467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next time: emphasize when write happens</a:t>
            </a:r>
          </a:p>
          <a:p>
            <a:r>
              <a:rPr lang="en-US" dirty="0"/>
              <a:t>From textbook, Figure 4.7: Remember that writes are edge-triggered, so that all the write inputs (</a:t>
            </a:r>
            <a:r>
              <a:rPr lang="en-US" dirty="0" err="1"/>
              <a:t>i.e</a:t>
            </a:r>
            <a:r>
              <a:rPr lang="en-US" dirty="0"/>
              <a:t>, the value to be written, the register number, and the write control signal) must be valid at the clock edge. Since </a:t>
            </a:r>
            <a:r>
              <a:rPr lang="en-US" dirty="0" err="1"/>
              <a:t>writrs</a:t>
            </a:r>
            <a:r>
              <a:rPr lang="en-US" dirty="0"/>
              <a:t> to the register file are edge-triggered, our design can legally writ and read the same register within a clock cycle: the read will get the value written in an earlier clock cycle, while the value written will be available to read in a subsequent clock cycle.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24D93-928F-FA80-E427-D03E757F5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43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91283-088D-95E4-FA3B-5C78B206C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CDE903-E46E-9726-2A5F-A8E6903A7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251C5-81B9-9511-C09F-51841BE12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next time: emphasize when write happens</a:t>
            </a:r>
          </a:p>
          <a:p>
            <a:r>
              <a:rPr lang="en-US" dirty="0"/>
              <a:t>From textbook, Figure 4.7: Remember that writes are edge-triggered, so that all the write inputs (</a:t>
            </a:r>
            <a:r>
              <a:rPr lang="en-US" dirty="0" err="1"/>
              <a:t>i.e</a:t>
            </a:r>
            <a:r>
              <a:rPr lang="en-US" dirty="0"/>
              <a:t>, the value to be written, the register number, and the write control signal) must be valid at the clock edge. Since </a:t>
            </a:r>
            <a:r>
              <a:rPr lang="en-US" dirty="0" err="1"/>
              <a:t>writrs</a:t>
            </a:r>
            <a:r>
              <a:rPr lang="en-US" dirty="0"/>
              <a:t> to the register file are edge-triggered, our design can legally writ and read the same register within a clock cycle: the read will get the value written in an earlier clock cycle, while the value written will be available to read in a subsequent clock cycle.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B0822-BB58-3C95-00D8-310974288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80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86A9-A428-96A2-38CD-D450BA64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4699F-EF76-6844-A9BC-DBE2BCE4E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012D7-66FC-B859-8CAF-D1056B1B3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next time: emphasize when write happens</a:t>
            </a:r>
          </a:p>
          <a:p>
            <a:r>
              <a:rPr lang="en-US" dirty="0"/>
              <a:t>From textbook, Figure 4.7: Remember that writes are edge-triggered, so that all the write inputs (</a:t>
            </a:r>
            <a:r>
              <a:rPr lang="en-US" dirty="0" err="1"/>
              <a:t>i.e</a:t>
            </a:r>
            <a:r>
              <a:rPr lang="en-US" dirty="0"/>
              <a:t>, the value to be written, the register number, and the write control signal) must be valid at the clock edge. Since </a:t>
            </a:r>
            <a:r>
              <a:rPr lang="en-US" dirty="0" err="1"/>
              <a:t>writrs</a:t>
            </a:r>
            <a:r>
              <a:rPr lang="en-US" dirty="0"/>
              <a:t> to the register file are edge-triggered, our design can legally writ and read the same register within a clock cycle: the read will get the value written in an earlier clock cycle, while the value written will be available to read in a subsequent clock cycle.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C8754-D3E8-FCC1-1ACF-9214B67F1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44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51504-B1CA-12F6-3BFE-DC5E1286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3C338-3441-D9C6-75C4-59DCC61B0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2F74B-84D0-1D96-AE5D-E43CCF1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next time: emphasize when write happens</a:t>
            </a:r>
          </a:p>
          <a:p>
            <a:r>
              <a:rPr lang="en-US" dirty="0"/>
              <a:t>From textbook, Figure 4.7: Remember that writes are edge-triggered, so that all the write inputs (</a:t>
            </a:r>
            <a:r>
              <a:rPr lang="en-US" dirty="0" err="1"/>
              <a:t>i.e</a:t>
            </a:r>
            <a:r>
              <a:rPr lang="en-US" dirty="0"/>
              <a:t>, the value to be written, the register number, and the write control signal) must be valid at the clock edge. Since </a:t>
            </a:r>
            <a:r>
              <a:rPr lang="en-US" dirty="0" err="1"/>
              <a:t>writrs</a:t>
            </a:r>
            <a:r>
              <a:rPr lang="en-US" dirty="0"/>
              <a:t> to the register file are edge-triggered, our design can legally writ and read the same register within a clock cycle: the read will get the value written in an earlier clock cycle, while the value written will be available to read in a subsequent clock cycle.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858D9-208A-A151-FD5B-BB664D390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8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4907B-F637-4D05-E871-C86F2D547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E848D0-E101-87B9-B1E7-BD822113B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06845-9723-1F5A-4A30-3A3209CFC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next time: emphasize when write happens</a:t>
            </a:r>
          </a:p>
          <a:p>
            <a:r>
              <a:rPr lang="en-US" dirty="0"/>
              <a:t>From textbook, Figure 4.7: Remember that writes are edge-triggered, so that all the write inputs (</a:t>
            </a:r>
            <a:r>
              <a:rPr lang="en-US" dirty="0" err="1"/>
              <a:t>i.e</a:t>
            </a:r>
            <a:r>
              <a:rPr lang="en-US" dirty="0"/>
              <a:t>, the value to be written, the register number, and the write control signal) must be valid at the clock edge. Since </a:t>
            </a:r>
            <a:r>
              <a:rPr lang="en-US" dirty="0" err="1"/>
              <a:t>writrs</a:t>
            </a:r>
            <a:r>
              <a:rPr lang="en-US" dirty="0"/>
              <a:t> to the register file are edge-triggered, our design can legally writ and read the same register within a clock cycle: the read will get the value written in an earlier clock cycle, while the value written will be available to read in a subsequent clock cycle.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1DE9B-1905-C760-D1B4-500963F90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711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A6BF7-A5F1-E9D4-86B0-035725991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3EBD5-D1FC-53AA-DE5E-5805EC573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8DD13-536C-25F6-BADA-67B776F8E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next time: emphasize when write happens</a:t>
            </a:r>
          </a:p>
          <a:p>
            <a:r>
              <a:rPr lang="en-US" dirty="0"/>
              <a:t>From textbook, Figure 4.7: Remember that writes are edge-triggered, so that all the write inputs (</a:t>
            </a:r>
            <a:r>
              <a:rPr lang="en-US" dirty="0" err="1"/>
              <a:t>i.e</a:t>
            </a:r>
            <a:r>
              <a:rPr lang="en-US" dirty="0"/>
              <a:t>, the value to be written, the register number, and the write control signal) must be valid at the clock edge. Since </a:t>
            </a:r>
            <a:r>
              <a:rPr lang="en-US" dirty="0" err="1"/>
              <a:t>writrs</a:t>
            </a:r>
            <a:r>
              <a:rPr lang="en-US" dirty="0"/>
              <a:t> to the register file are edge-triggered, our design can legally writ and read the same register within a clock cycle: the read will get the value written in an earlier clock cycle, while the value written will be available to read in a subsequent clock cycle.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E4136-FB4A-8EC1-0E92-06BF901CC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4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tiff"/><Relationship Id="rId4" Type="http://schemas.openxmlformats.org/officeDocument/2006/relationships/image" Target="../media/image9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tiff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emf"/><Relationship Id="rId5" Type="http://schemas.openxmlformats.org/officeDocument/2006/relationships/image" Target="../media/image2.tiff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04D8-8C6A-A1BE-E710-691D034B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B3F4E-7F7A-7010-DF2B-2B5FC40C0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35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185DB5B-BEBF-6B87-32BE-E3D2FAA3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021" y="4561558"/>
            <a:ext cx="7789961" cy="761999"/>
          </a:xfrm>
          <a:prstGeom prst="rect">
            <a:avLst/>
          </a:prstGeom>
        </p:spPr>
        <p:txBody>
          <a:bodyPr/>
          <a:lstStyle>
            <a:lvl1pPr algn="ctr">
              <a:defRPr sz="42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D695780-6F13-8D58-9C18-35AACFB3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05076"/>
            <a:ext cx="6908800" cy="163284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>
                    <a:alpha val="99000"/>
                  </a:srgbClr>
                </a:solidFill>
                <a:effectLst/>
                <a:latin typeface="18 VAG Rounded Bold   07390" charset="0"/>
              </a:rPr>
              <a:t>CS61C</a:t>
            </a:r>
            <a:endParaRPr lang="en-US" sz="6400" b="1" dirty="0">
              <a:solidFill>
                <a:srgbClr val="4991B1">
                  <a:alpha val="99000"/>
                </a:srgbClr>
              </a:solidFill>
              <a:latin typeface="18 VAG Rounded Bold   07390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2D69298-76B5-35A4-3319-24FFE4F5C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859824"/>
            <a:ext cx="6908800" cy="15405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in</a:t>
            </a:r>
            <a:b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</a:b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2">
                    <a:alpha val="99000"/>
                  </a:schemeClr>
                </a:solidFill>
                <a:latin typeface="18 VAG Rounded Thin   55390" pitchFamily="2" charset="0"/>
              </a:rPr>
              <a:t>(a.k.a. Machine Structures)</a:t>
            </a:r>
            <a:endParaRPr lang="en-US" sz="3833" b="1" dirty="0">
              <a:solidFill>
                <a:schemeClr val="bg2">
                  <a:alpha val="99000"/>
                </a:schemeClr>
              </a:solidFill>
              <a:latin typeface="18 VAG Rounded Bold   07390" charset="0"/>
            </a:endParaRPr>
          </a:p>
        </p:txBody>
      </p:sp>
      <p:pic>
        <p:nvPicPr>
          <p:cNvPr id="16" name="Google Shape;23;p49">
            <a:extLst>
              <a:ext uri="{FF2B5EF4-FFF2-40B4-BE49-F238E27FC236}">
                <a16:creationId xmlns:a16="http://schemas.microsoft.com/office/drawing/2014/main" id="{34967360-50B3-A7B0-0715-41A94158E827}"/>
              </a:ext>
            </a:extLst>
          </p:cNvPr>
          <p:cNvPicPr preferRelativeResize="0"/>
          <p:nvPr/>
        </p:nvPicPr>
        <p:blipFill>
          <a:blip r:embed="rId2"/>
          <a:srcRect l="481" r="481"/>
          <a:stretch/>
        </p:blipFill>
        <p:spPr>
          <a:xfrm>
            <a:off x="8888173" y="410681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ECC42E-4CE3-4707-674B-71A0975151E3}"/>
              </a:ext>
            </a:extLst>
          </p:cNvPr>
          <p:cNvSpPr txBox="1"/>
          <p:nvPr/>
        </p:nvSpPr>
        <p:spPr>
          <a:xfrm>
            <a:off x="8410205" y="2493787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Assistant Teaching Professor</a:t>
            </a:r>
            <a:b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Lisa Yan</a:t>
            </a:r>
          </a:p>
        </p:txBody>
      </p:sp>
      <p:sp>
        <p:nvSpPr>
          <p:cNvPr id="19" name="Google Shape;24;p49">
            <a:extLst>
              <a:ext uri="{FF2B5EF4-FFF2-40B4-BE49-F238E27FC236}">
                <a16:creationId xmlns:a16="http://schemas.microsoft.com/office/drawing/2014/main" id="{55D34F2F-A07D-B6C8-15A2-8BEA5F388780}"/>
              </a:ext>
            </a:extLst>
          </p:cNvPr>
          <p:cNvSpPr/>
          <p:nvPr/>
        </p:nvSpPr>
        <p:spPr>
          <a:xfrm>
            <a:off x="3822337" y="6370191"/>
            <a:ext cx="4547326" cy="492388"/>
          </a:xfrm>
          <a:prstGeom prst="rect">
            <a:avLst/>
          </a:prstGeom>
          <a:gradFill>
            <a:gsLst>
              <a:gs pos="0">
                <a:srgbClr val="002A52"/>
              </a:gs>
              <a:gs pos="100000">
                <a:srgbClr val="003262"/>
              </a:gs>
            </a:gsLst>
            <a:lin ang="5400000" scaled="0"/>
          </a:gra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1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cs61c.org</a:t>
            </a:r>
            <a:r>
              <a:rPr lang="en-US"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1199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19;p49">
            <a:extLst>
              <a:ext uri="{FF2B5EF4-FFF2-40B4-BE49-F238E27FC236}">
                <a16:creationId xmlns:a16="http://schemas.microsoft.com/office/drawing/2014/main" id="{6FB1CB93-C34B-732D-69A5-FDC99B477111}"/>
              </a:ext>
            </a:extLst>
          </p:cNvPr>
          <p:cNvSpPr/>
          <p:nvPr/>
        </p:nvSpPr>
        <p:spPr>
          <a:xfrm>
            <a:off x="3108960" y="5135309"/>
            <a:ext cx="5974080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543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54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8D4BA-5CFB-7F64-C19D-CFBCDCDDF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75" y="909321"/>
            <a:ext cx="5998909" cy="5364480"/>
          </a:xfrm>
        </p:spPr>
        <p:txBody>
          <a:bodyPr anchor="ctr">
            <a:normAutofit/>
          </a:bodyPr>
          <a:lstStyle>
            <a:lvl1pPr marL="609585" indent="-531271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3600" b="0" i="0">
                <a:solidFill>
                  <a:schemeClr val="bg1"/>
                </a:solidFill>
                <a:latin typeface="18 VAG Rounded Light   0239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CEBC6-3272-877B-6FC0-88185C9300D1}"/>
              </a:ext>
            </a:extLst>
          </p:cNvPr>
          <p:cNvSpPr/>
          <p:nvPr/>
        </p:nvSpPr>
        <p:spPr>
          <a:xfrm>
            <a:off x="0" y="908051"/>
            <a:ext cx="5514021" cy="5365751"/>
          </a:xfrm>
          <a:prstGeom prst="rect">
            <a:avLst/>
          </a:prstGeom>
          <a:gradFill>
            <a:gsLst>
              <a:gs pos="0">
                <a:schemeClr val="tx1">
                  <a:alpha val="15000"/>
                </a:schemeClr>
              </a:gs>
              <a:gs pos="100000">
                <a:srgbClr val="3A7EA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latin typeface="18 VAG Rounded Light   0239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C5CA34-43CE-D2B0-CA59-D41610FD01AD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A31750-A405-1B89-FEC0-D5EA9AD8CE8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6AF6151-774C-D88A-F797-71D61040C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37" y="886850"/>
            <a:ext cx="5181600" cy="53657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78315" indent="0">
              <a:tabLst/>
              <a:defRPr sz="58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EE6D3610-51E7-072A-C443-EB48D2CE05B3}"/>
              </a:ext>
            </a:extLst>
          </p:cNvPr>
          <p:cNvSpPr/>
          <p:nvPr/>
        </p:nvSpPr>
        <p:spPr>
          <a:xfrm>
            <a:off x="330438" y="5084098"/>
            <a:ext cx="4740068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0292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3AF8-3354-C1AF-87B5-7D4A7143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4C7F-8368-7F6B-D89B-1288477C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413" y="916710"/>
            <a:ext cx="5303520" cy="5260254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6F8F-A65B-D532-67B0-48E3513EB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3316"/>
            <a:ext cx="5394960" cy="5243648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7D10F-3A40-C609-3618-CF470B0B02F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7E0520-96D2-C5AA-6269-0C246918494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54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1067-BA44-3904-7E43-138A62BA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714379-5477-4D73-C7EF-823FDEF5649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6669C0-8787-EED5-07F5-111A4D70AA8F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1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1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A3CF7-6031-BD55-66FF-DEF78D03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465" y="2306249"/>
            <a:ext cx="8137073" cy="2245505"/>
          </a:xfrm>
        </p:spPr>
        <p:txBody>
          <a:bodyPr>
            <a:noAutofit/>
          </a:bodyPr>
          <a:lstStyle>
            <a:lvl1pPr algn="ctr">
              <a:defRPr sz="8533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3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75D6C36-AF3C-3D5D-85D0-B0BCB39B2FA3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5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BD31BE-11B0-12C9-4F44-86656D6D03F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2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9E1F49-FF31-2B00-2304-6BCA27806331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6AFDBD-60BE-5483-0C26-669A37732B99}"/>
              </a:ext>
            </a:extLst>
          </p:cNvPr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913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32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8B2A-FB40-E32F-5166-4622746C4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CBE5D-916B-9810-03A4-1958ED6BB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595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CE9ED49C-E0F6-3E47-BD59-EA863495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BAC4D5-0EE4-FD4C-8CC9-387D71F8E638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rgbClr val="E4DDD2"/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rgbClr val="E4DDD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6AA3AF-E757-5D40-AF18-590283A894E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03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solidFill>
                  <a:srgbClr val="00BEE2"/>
                </a:solidFill>
                <a:latin typeface="VAG Rundschrift D Light" pitchFamily="2" charset="77"/>
              </a:defRPr>
            </a:lvl3pPr>
            <a:lvl4pPr marL="1685519" indent="-457189">
              <a:buClr>
                <a:srgbClr val="FFC117"/>
              </a:buClr>
              <a:buFont typeface="Arial" panose="020B0604020202020204" pitchFamily="34" charset="0"/>
              <a:buChar char="•"/>
              <a:defRPr sz="2400" b="0" i="0">
                <a:solidFill>
                  <a:srgbClr val="FFC117"/>
                </a:solidFill>
                <a:latin typeface="VAG Rundschrift D Light" pitchFamily="2" charset="77"/>
              </a:defRPr>
            </a:lvl4pPr>
            <a:lvl5pPr>
              <a:buClr>
                <a:srgbClr val="E4DDD2"/>
              </a:buClr>
              <a:defRPr b="0" i="0">
                <a:solidFill>
                  <a:srgbClr val="E4DDD2"/>
                </a:solidFill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896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2677E839-A4BD-EF4E-B7C9-4C82DFEEEF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928127"/>
            <a:ext cx="3937000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33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928127"/>
            <a:ext cx="4000501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D9E74F-8295-8546-AB63-B09A36C3C5C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7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10502901" cy="5365751"/>
          </a:xfrm>
        </p:spPr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latin typeface="VAG Rundschrift D Light" pitchFamily="2" charset="77"/>
              </a:defRPr>
            </a:lvl3pPr>
            <a:lvl4pPr>
              <a:defRPr b="0" i="0">
                <a:latin typeface="VAG Rundschrift D Light" pitchFamily="2" charset="77"/>
              </a:defRPr>
            </a:lvl4pPr>
            <a:lvl5pPr>
              <a:defRPr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283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E29CF758-356F-D645-A544-8AD2373E3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825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5843" y="901825"/>
            <a:ext cx="4980157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89000"/>
            <a:ext cx="54229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18 VAG Rounded Black   0939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18 VAG Rounded Black   0939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0BEC86-E652-F848-AA3E-EC0AC5D44B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00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8572501" cy="53657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953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8ECFEE2E-863C-C649-AF97-D7D700C3C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889000"/>
            <a:ext cx="3937000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889000"/>
            <a:ext cx="40005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AFCD5E-49BF-E247-8C97-949C07F042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41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2DF9A1AA-6E36-A244-B9C8-150E2F1D4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3801021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68AA9D09-0281-BC43-ACED-6D4085FEB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15" name="Picture 14" descr="A picture containing light&#10;&#10;Description automatically generated">
            <a:extLst>
              <a:ext uri="{FF2B5EF4-FFF2-40B4-BE49-F238E27FC236}">
                <a16:creationId xmlns:a16="http://schemas.microsoft.com/office/drawing/2014/main" id="{019910D7-85CB-0247-9141-23A9945206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chemeClr val="bg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07AA5D-B271-D84F-A242-5CBE7971CF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A36E3C-0B8E-D148-80CC-68FAAB4D55A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BABD46-61F1-7C48-91F4-12BDB7C8B8CB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FC28AFEE-91A4-6C48-A147-EC214E5A8F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91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  <a:lvl2pPr>
              <a:defRPr>
                <a:latin typeface="VAGRundschriftD" panose="00000500000000000000" pitchFamily="50" charset="0"/>
              </a:defRPr>
            </a:lvl2pPr>
            <a:lvl3pPr>
              <a:defRPr>
                <a:latin typeface="VAGRundschriftD" panose="00000500000000000000" pitchFamily="50" charset="0"/>
              </a:defRPr>
            </a:lvl3pPr>
            <a:lvl4pPr>
              <a:defRPr>
                <a:latin typeface="VAGRundschriftD" panose="00000500000000000000" pitchFamily="50" charset="0"/>
              </a:defRPr>
            </a:lvl4pPr>
            <a:lvl5pPr>
              <a:defRPr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9972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8ED939BA-A982-714F-AC2A-BE41FDE657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light&#10;&#10;Description automatically generated">
            <a:extLst>
              <a:ext uri="{FF2B5EF4-FFF2-40B4-BE49-F238E27FC236}">
                <a16:creationId xmlns:a16="http://schemas.microsoft.com/office/drawing/2014/main" id="{EC63A20D-21AB-2B40-91E4-4FDA4EB93B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889000"/>
            <a:ext cx="3937000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889000"/>
            <a:ext cx="3971925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C76881-1B14-4D4F-83AB-0BD4F70F885A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1BAD8DF-85B5-244D-B7EE-8DE77A729BC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06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food&#10;&#10;Description automatically generated">
            <a:extLst>
              <a:ext uri="{FF2B5EF4-FFF2-40B4-BE49-F238E27FC236}">
                <a16:creationId xmlns:a16="http://schemas.microsoft.com/office/drawing/2014/main" id="{6BD88787-61C8-AE47-8735-AE6C83007A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ADF33AB0-2DBB-E042-B8C0-EC348F7CC1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1654314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food&#10;&#10;Description automatically generated">
            <a:extLst>
              <a:ext uri="{FF2B5EF4-FFF2-40B4-BE49-F238E27FC236}">
                <a16:creationId xmlns:a16="http://schemas.microsoft.com/office/drawing/2014/main" id="{6C194DF9-C0AF-304B-88A9-02036DD40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122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F8288F7D-1E3A-1E47-9FDA-D20C05CD80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  <p:pic>
        <p:nvPicPr>
          <p:cNvPr id="12" name="Picture 11" descr="A picture containing light&#10;&#10;Description automatically generated">
            <a:extLst>
              <a:ext uri="{FF2B5EF4-FFF2-40B4-BE49-F238E27FC236}">
                <a16:creationId xmlns:a16="http://schemas.microsoft.com/office/drawing/2014/main" id="{3F85B7C0-ACB5-AB44-8C40-83F8FCB8A3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3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19392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2.tiff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chemeClr val="tx1"/>
            </a:gs>
            <a:gs pos="100000">
              <a:srgbClr val="00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>
            <a:extLst>
              <a:ext uri="{FF2B5EF4-FFF2-40B4-BE49-F238E27FC236}">
                <a16:creationId xmlns:a16="http://schemas.microsoft.com/office/drawing/2014/main" id="{07444E4B-B667-204F-6CBC-6541042F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97" y="76200"/>
            <a:ext cx="10509504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BFD2F-B4A1-0BFE-9946-F9ACEA1C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413" y="916710"/>
            <a:ext cx="11332079" cy="528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oogle Shape;13;p48">
            <a:extLst>
              <a:ext uri="{FF2B5EF4-FFF2-40B4-BE49-F238E27FC236}">
                <a16:creationId xmlns:a16="http://schemas.microsoft.com/office/drawing/2014/main" id="{86EC8A50-6ED8-8792-AC2D-624D27BA987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176" y="6362905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FE450-8072-3EB0-9EC8-CEC906BCB0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0B3E7-42CF-CC16-BDE1-F34A834A2E4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6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1" i="0" kern="1200">
          <a:solidFill>
            <a:schemeClr val="bg2">
              <a:alpha val="99099"/>
            </a:schemeClr>
          </a:solidFill>
          <a:latin typeface="18 VAG Rounded Bold   07390" pitchFamily="2" charset="0"/>
          <a:ea typeface="+mj-ea"/>
          <a:cs typeface="+mj-cs"/>
        </a:defRPr>
      </a:lvl1pPr>
    </p:titleStyle>
    <p:bodyStyle>
      <a:lvl1pPr marL="467772" indent="-383108" algn="l" defTabSz="914377" rtl="0" eaLnBrk="1" latinLnBrk="0" hangingPunct="1">
        <a:lnSpc>
          <a:spcPct val="100000"/>
        </a:lnSpc>
        <a:spcBef>
          <a:spcPts val="1000"/>
        </a:spcBef>
        <a:buClrTx/>
        <a:buSzPct val="95000"/>
        <a:buFont typeface="Wingdings" pitchFamily="2" charset="2"/>
        <a:buChar char="§"/>
        <a:tabLst/>
        <a:defRPr sz="3600" b="1" i="0" kern="1200">
          <a:ln>
            <a:noFill/>
          </a:ln>
          <a:solidFill>
            <a:schemeClr val="bg1">
              <a:alpha val="99000"/>
            </a:schemeClr>
          </a:solidFill>
          <a:latin typeface="18 VAG Rounded Bold   07390" pitchFamily="2" charset="0"/>
          <a:ea typeface="+mn-ea"/>
          <a:cs typeface="+mn-cs"/>
        </a:defRPr>
      </a:lvl1pPr>
      <a:lvl2pPr marL="768331" indent="-311143" algn="l" defTabSz="914377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SzPct val="100000"/>
        <a:buFont typeface="Wingdings" pitchFamily="2" charset="2"/>
        <a:buChar char="§"/>
        <a:tabLst/>
        <a:defRPr sz="3200" b="0" i="0" kern="1200">
          <a:solidFill>
            <a:schemeClr val="accent2"/>
          </a:solidFill>
          <a:latin typeface="18 VAG Rounded Light   02390" pitchFamily="2" charset="0"/>
          <a:ea typeface="+mn-ea"/>
          <a:cs typeface="+mn-cs"/>
        </a:defRPr>
      </a:lvl2pPr>
      <a:lvl3pPr marL="1066773" indent="-298443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2800" b="0" i="0" kern="1200">
          <a:solidFill>
            <a:schemeClr val="accent1"/>
          </a:solidFill>
          <a:latin typeface="18 VAG Rounded Light   02390" pitchFamily="2" charset="0"/>
          <a:ea typeface="+mn-ea"/>
          <a:cs typeface="+mn-cs"/>
        </a:defRPr>
      </a:lvl3pPr>
      <a:lvl4pPr marL="1449881" indent="-298443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accent3"/>
          </a:solidFill>
          <a:latin typeface="18 VAG Rounded Light   02390" pitchFamily="2" charset="0"/>
          <a:ea typeface="+mn-ea"/>
          <a:cs typeface="+mn-cs"/>
        </a:defRPr>
      </a:lvl4pPr>
      <a:lvl5pPr marL="1763140" indent="-226478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000" b="0" i="0" kern="1200">
          <a:solidFill>
            <a:schemeClr val="bg2"/>
          </a:solidFill>
          <a:latin typeface="18 VAG Rounded Light   02390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DD4C6C20-F48B-6B49-86FF-DB6B770C5747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0"/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5"/>
                </a:solidFill>
                <a:latin typeface="VAGRundschriftD" panose="00000500000000000000" pitchFamily="50" charset="0"/>
                <a:ea typeface="+mn-ea"/>
                <a:cs typeface="+mn-cs"/>
              </a:rPr>
              <a:t>RISC-V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cxnSp>
        <p:nvCxnSpPr>
          <p:cNvPr id="13" name="Straight Connector 12"/>
          <p:cNvCxnSpPr>
            <a:cxnSpLocks/>
          </p:cNvCxnSpPr>
          <p:nvPr userDrawn="1"/>
        </p:nvCxnSpPr>
        <p:spPr>
          <a:xfrm>
            <a:off x="1115843" y="888611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48000" y="908050"/>
            <a:ext cx="8572501" cy="5365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0" rIns="130622" bIns="653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1"/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926C7-7ABA-BC4B-B059-3F085BB916B3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3723A-86A7-6746-8062-52657EB054C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54BFA1-742A-6040-9A02-17161CC49CF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21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67" kern="1200" spc="-119">
          <a:solidFill>
            <a:srgbClr val="E4DDD2"/>
          </a:solidFill>
          <a:latin typeface="18 VAG Rounded Bold   07390"/>
          <a:ea typeface="ＭＳ Ｐゴシック" charset="-128"/>
          <a:cs typeface="AppleGaramond Bd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5pPr>
      <a:lvl6pPr marL="54424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6pPr>
      <a:lvl7pPr marL="108849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7pPr>
      <a:lvl8pPr marL="163273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8pPr>
      <a:lvl9pPr marL="217698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9pPr>
    </p:titleStyle>
    <p:bodyStyle>
      <a:lvl1pPr marL="489442" indent="-408184" algn="l" rtl="0" eaLnBrk="0" fontAlgn="base" hangingPunct="0">
        <a:spcBef>
          <a:spcPts val="833"/>
        </a:spcBef>
        <a:spcAft>
          <a:spcPct val="0"/>
        </a:spcAft>
        <a:buClr>
          <a:srgbClr val="E4DDD2"/>
        </a:buClr>
        <a:buSzPct val="95000"/>
        <a:buFont typeface="Wingdings" pitchFamily="-1" charset="2"/>
        <a:buChar char=""/>
        <a:defRPr sz="3200" b="0" i="0" kern="1200">
          <a:solidFill>
            <a:schemeClr val="tx1"/>
          </a:solidFill>
          <a:latin typeface="VAG Rundschrift D Light" pitchFamily="2" charset="77"/>
          <a:ea typeface="ＭＳ Ｐゴシック" charset="-128"/>
          <a:cs typeface="VAG Rundschrift D Light" pitchFamily="2" charset="77"/>
        </a:defRPr>
      </a:lvl1pPr>
      <a:lvl2pPr marL="880619" indent="-340153" algn="l" rtl="0" eaLnBrk="0" fontAlgn="base" hangingPunct="0">
        <a:spcBef>
          <a:spcPct val="20000"/>
        </a:spcBef>
        <a:spcAft>
          <a:spcPct val="0"/>
        </a:spcAft>
        <a:buSzPct val="90000"/>
        <a:buFont typeface="Wingdings" pitchFamily="-1" charset="2"/>
        <a:buChar char=""/>
        <a:defRPr sz="2667" b="0" i="0" kern="1200">
          <a:solidFill>
            <a:srgbClr val="C5DBC3"/>
          </a:solidFill>
          <a:latin typeface="VAG Rundschrift D Light" pitchFamily="2" charset="77"/>
          <a:ea typeface="ＭＳ Ｐゴシック" charset="-128"/>
          <a:cs typeface="+mn-cs"/>
        </a:defRPr>
      </a:lvl2pPr>
      <a:lvl3pPr marL="1184868" indent="-272123" algn="l" rtl="0" eaLnBrk="0" fontAlgn="base" hangingPunct="0">
        <a:spcBef>
          <a:spcPct val="20000"/>
        </a:spcBef>
        <a:spcAft>
          <a:spcPct val="0"/>
        </a:spcAft>
        <a:buFont typeface="Wingdings 2" pitchFamily="-1" charset="2"/>
        <a:buChar char=""/>
        <a:defRPr sz="2667" b="0" i="0" kern="1200">
          <a:solidFill>
            <a:srgbClr val="00BEE2"/>
          </a:solidFill>
          <a:latin typeface="VAG Rundschrift D Light" pitchFamily="2" charset="77"/>
          <a:ea typeface="ＭＳ Ｐゴシック" charset="-128"/>
          <a:cs typeface="+mn-cs"/>
        </a:defRPr>
      </a:lvl3pPr>
      <a:lvl4pPr marL="1685519" indent="-457189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Font typeface="Arial" panose="020B0604020202020204" pitchFamily="34" charset="0"/>
        <a:buChar char="•"/>
        <a:defRPr sz="2500" b="0" i="0" kern="1200">
          <a:solidFill>
            <a:srgbClr val="FFC117"/>
          </a:solidFill>
          <a:latin typeface="VAG Rundschrift D Light" pitchFamily="2" charset="77"/>
          <a:ea typeface="ＭＳ Ｐゴシック" charset="-128"/>
          <a:cs typeface="+mn-cs"/>
        </a:defRPr>
      </a:lvl4pPr>
      <a:lvl5pPr marL="1763128" indent="-249446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-1" charset="2"/>
        <a:buChar char=""/>
        <a:defRPr sz="2400" b="0" i="0" kern="1200">
          <a:solidFill>
            <a:srgbClr val="E4DDD2"/>
          </a:solidFill>
          <a:latin typeface="VAG Rundschrift D Light" pitchFamily="2" charset="77"/>
          <a:ea typeface="ＭＳ Ｐゴシック" charset="-128"/>
          <a:cs typeface="+mn-cs"/>
        </a:defRPr>
      </a:lvl5pPr>
      <a:lvl6pPr marL="2035476" indent="-25035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2264058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2492642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2721224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442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884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769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654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3539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34189-A1F6-4987-CF7C-CD0B62AC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3D7E0FDC-AA17-BA1D-5437-B72C77A24BDB}"/>
              </a:ext>
            </a:extLst>
          </p:cNvPr>
          <p:cNvGrpSpPr/>
          <p:nvPr/>
        </p:nvGrpSpPr>
        <p:grpSpPr>
          <a:xfrm>
            <a:off x="3059473" y="2375192"/>
            <a:ext cx="8077878" cy="1891220"/>
            <a:chOff x="3059473" y="2375192"/>
            <a:chExt cx="8077878" cy="1891220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262C1AE1-66C8-0305-D472-459502AFF648}"/>
                </a:ext>
              </a:extLst>
            </p:cNvPr>
            <p:cNvGrpSpPr/>
            <p:nvPr/>
          </p:nvGrpSpPr>
          <p:grpSpPr>
            <a:xfrm>
              <a:off x="3302715" y="2375192"/>
              <a:ext cx="7834636" cy="1891220"/>
              <a:chOff x="3302715" y="2375192"/>
              <a:chExt cx="7834636" cy="189122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17A0482-307A-B66C-963F-B3724F3C4D81}"/>
                  </a:ext>
                </a:extLst>
              </p:cNvPr>
              <p:cNvGrpSpPr/>
              <p:nvPr/>
            </p:nvGrpSpPr>
            <p:grpSpPr>
              <a:xfrm>
                <a:off x="3793678" y="2375192"/>
                <a:ext cx="7343673" cy="1592748"/>
                <a:chOff x="3793678" y="2375192"/>
                <a:chExt cx="7343673" cy="159274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097A9515-1C7F-6D78-E91E-9847FBCB1456}"/>
                    </a:ext>
                  </a:extLst>
                </p:cNvPr>
                <p:cNvGrpSpPr/>
                <p:nvPr/>
              </p:nvGrpSpPr>
              <p:grpSpPr>
                <a:xfrm>
                  <a:off x="3793678" y="2384802"/>
                  <a:ext cx="7342632" cy="657210"/>
                  <a:chOff x="3793678" y="2384802"/>
                  <a:chExt cx="7342632" cy="657210"/>
                </a:xfrm>
              </p:grpSpPr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3C280B4F-2467-5A3B-7430-F38033D37BB1}"/>
                      </a:ext>
                    </a:extLst>
                  </p:cNvPr>
                  <p:cNvCxnSpPr/>
                  <p:nvPr/>
                </p:nvCxnSpPr>
                <p:spPr>
                  <a:xfrm>
                    <a:off x="3793678" y="2384802"/>
                    <a:ext cx="734263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Elbow Connector 23">
                    <a:extLst>
                      <a:ext uri="{FF2B5EF4-FFF2-40B4-BE49-F238E27FC236}">
                        <a16:creationId xmlns:a16="http://schemas.microsoft.com/office/drawing/2014/main" id="{50DFC3A7-F07D-2866-067A-F8C7EECD1A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3970539" y="2216906"/>
                    <a:ext cx="657210" cy="993002"/>
                  </a:xfrm>
                  <a:prstGeom prst="bentConnector2">
                    <a:avLst/>
                  </a:prstGeom>
                  <a:ln w="28575">
                    <a:solidFill>
                      <a:schemeClr val="bg1"/>
                    </a:solidFill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" name="Elbow Connector 17">
                  <a:extLst>
                    <a:ext uri="{FF2B5EF4-FFF2-40B4-BE49-F238E27FC236}">
                      <a16:creationId xmlns:a16="http://schemas.microsoft.com/office/drawing/2014/main" id="{92397654-87D0-5C10-6218-31490368FC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61193" y="2375192"/>
                  <a:ext cx="2276158" cy="1592748"/>
                </a:xfrm>
                <a:prstGeom prst="bentConnector3">
                  <a:avLst>
                    <a:gd name="adj1" fmla="val 99625"/>
                  </a:avLst>
                </a:prstGeom>
                <a:ln w="28575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78825408-3877-87B2-2629-40467EEED217}"/>
                  </a:ext>
                </a:extLst>
              </p:cNvPr>
              <p:cNvSpPr txBox="1"/>
              <p:nvPr/>
            </p:nvSpPr>
            <p:spPr>
              <a:xfrm>
                <a:off x="6200437" y="3455146"/>
                <a:ext cx="69442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R[rs1]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4AF99A0A-BE05-A59A-8AC1-119C7375DCA0}"/>
                  </a:ext>
                </a:extLst>
              </p:cNvPr>
              <p:cNvSpPr txBox="1"/>
              <p:nvPr/>
            </p:nvSpPr>
            <p:spPr>
              <a:xfrm>
                <a:off x="6200437" y="4004802"/>
                <a:ext cx="69442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R[rs2]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9AD1BC4C-0F2E-89ED-7347-A1EBBC0CAAD8}"/>
                  </a:ext>
                </a:extLst>
              </p:cNvPr>
              <p:cNvSpPr txBox="1"/>
              <p:nvPr/>
            </p:nvSpPr>
            <p:spPr>
              <a:xfrm>
                <a:off x="8834341" y="3722124"/>
                <a:ext cx="43954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add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ABEF0A4-CDB5-B857-BB4B-5252D7EF29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1052" y="4243270"/>
                <a:ext cx="2018412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132DB481-B11A-70A1-7300-17B8323B65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6032" y="3676635"/>
                <a:ext cx="2039112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F47A50-1044-9DC6-54E9-27E86CB5A055}"/>
                  </a:ext>
                </a:extLst>
              </p:cNvPr>
              <p:cNvSpPr txBox="1"/>
              <p:nvPr/>
            </p:nvSpPr>
            <p:spPr>
              <a:xfrm>
                <a:off x="3302715" y="3211102"/>
                <a:ext cx="1119217" cy="8053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[11:7]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[19:15]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[24:20]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C159B6A-71DE-F3D6-9365-4D19EB274D3B}"/>
                </a:ext>
              </a:extLst>
            </p:cNvPr>
            <p:cNvGrpSpPr/>
            <p:nvPr/>
          </p:nvGrpSpPr>
          <p:grpSpPr>
            <a:xfrm>
              <a:off x="3059473" y="3420761"/>
              <a:ext cx="1756358" cy="530538"/>
              <a:chOff x="3059473" y="3420761"/>
              <a:chExt cx="1750461" cy="530538"/>
            </a:xfrm>
          </p:grpSpPr>
          <p:cxnSp>
            <p:nvCxnSpPr>
              <p:cNvPr id="15" name="Elbow Connector 14">
                <a:extLst>
                  <a:ext uri="{FF2B5EF4-FFF2-40B4-BE49-F238E27FC236}">
                    <a16:creationId xmlns:a16="http://schemas.microsoft.com/office/drawing/2014/main" id="{228BCDC8-56C8-E955-6660-64E8F721D7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473" y="3420761"/>
                <a:ext cx="1734699" cy="530538"/>
              </a:xfrm>
              <a:prstGeom prst="bentConnector3">
                <a:avLst>
                  <a:gd name="adj1" fmla="val 17787"/>
                </a:avLst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8EF4F68F-032C-530C-4CED-CD1DDBFF65BD}"/>
                  </a:ext>
                </a:extLst>
              </p:cNvPr>
              <p:cNvCxnSpPr/>
              <p:nvPr/>
            </p:nvCxnSpPr>
            <p:spPr>
              <a:xfrm>
                <a:off x="3357586" y="3685070"/>
                <a:ext cx="1452348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E173B72-A540-46F8-E6A3-D87283D9D5E7}"/>
                  </a:ext>
                </a:extLst>
              </p:cNvPr>
              <p:cNvCxnSpPr/>
              <p:nvPr/>
            </p:nvCxnSpPr>
            <p:spPr>
              <a:xfrm>
                <a:off x="3357586" y="3951299"/>
                <a:ext cx="1452348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9B8F46-E8B0-9E20-0840-D9A1F39B1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Tracing/Lighting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(7/7)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FDD36700-316B-817B-F9A0-999449177E11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84B9B0F5-4A5A-3C32-C204-D84D51FCB499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E0113D17-C11E-4D65-3056-A88F4A629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59C44409-E90D-0B81-D35B-1221ACDB1612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454" name="TextBox 453">
            <a:extLst>
              <a:ext uri="{FF2B5EF4-FFF2-40B4-BE49-F238E27FC236}">
                <a16:creationId xmlns:a16="http://schemas.microsoft.com/office/drawing/2014/main" id="{40F442BA-D0AC-44AD-68E3-82DA0EFDF799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C76301CE-CE05-8630-67BB-54581F116CA1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82AD05C-3532-529D-FFC1-2DFBB0917F7E}"/>
              </a:ext>
            </a:extLst>
          </p:cNvPr>
          <p:cNvGrpSpPr/>
          <p:nvPr/>
        </p:nvGrpSpPr>
        <p:grpSpPr>
          <a:xfrm>
            <a:off x="657480" y="2260284"/>
            <a:ext cx="2714060" cy="1670895"/>
            <a:chOff x="657480" y="2260284"/>
            <a:chExt cx="2714060" cy="1670895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F90703E0-4D95-0261-1AA9-C344031A6DBC}"/>
                </a:ext>
              </a:extLst>
            </p:cNvPr>
            <p:cNvGrpSpPr/>
            <p:nvPr/>
          </p:nvGrpSpPr>
          <p:grpSpPr>
            <a:xfrm>
              <a:off x="659332" y="2260284"/>
              <a:ext cx="2712208" cy="1417320"/>
              <a:chOff x="669619" y="2248996"/>
              <a:chExt cx="2712208" cy="141732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50B5098B-E632-B671-F044-8F682433F4A0}"/>
                  </a:ext>
                </a:extLst>
              </p:cNvPr>
              <p:cNvGrpSpPr/>
              <p:nvPr/>
            </p:nvGrpSpPr>
            <p:grpSpPr>
              <a:xfrm>
                <a:off x="669619" y="2260284"/>
                <a:ext cx="2712208" cy="1389326"/>
                <a:chOff x="669619" y="2260284"/>
                <a:chExt cx="2712208" cy="1389326"/>
              </a:xfrm>
            </p:grpSpPr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E56B0CF8-E028-F9E8-E748-B065F7B2C65D}"/>
                    </a:ext>
                  </a:extLst>
                </p:cNvPr>
                <p:cNvGrpSpPr/>
                <p:nvPr/>
              </p:nvGrpSpPr>
              <p:grpSpPr>
                <a:xfrm>
                  <a:off x="675203" y="2260284"/>
                  <a:ext cx="2706624" cy="477526"/>
                  <a:chOff x="675203" y="2260284"/>
                  <a:chExt cx="2706624" cy="477526"/>
                </a:xfrm>
              </p:grpSpPr>
              <p:cxnSp>
                <p:nvCxnSpPr>
                  <p:cNvPr id="144" name="Elbow Connector 143">
                    <a:extLst>
                      <a:ext uri="{FF2B5EF4-FFF2-40B4-BE49-F238E27FC236}">
                        <a16:creationId xmlns:a16="http://schemas.microsoft.com/office/drawing/2014/main" id="{304AFDD6-8DCB-7BC0-F0B2-637FE5EE6F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9590" y="2363686"/>
                    <a:ext cx="477525" cy="270723"/>
                  </a:xfrm>
                  <a:prstGeom prst="bentConnector3">
                    <a:avLst>
                      <a:gd name="adj1" fmla="val -2954"/>
                    </a:avLst>
                  </a:prstGeom>
                  <a:ln w="28575">
                    <a:solidFill>
                      <a:schemeClr val="bg1"/>
                    </a:solidFill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traight Connector 144">
                    <a:extLst>
                      <a:ext uri="{FF2B5EF4-FFF2-40B4-BE49-F238E27FC236}">
                        <a16:creationId xmlns:a16="http://schemas.microsoft.com/office/drawing/2014/main" id="{8C4ACF52-F9D0-B832-4DAF-65510571CA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5203" y="2260284"/>
                    <a:ext cx="2706624" cy="1985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43" name="Straight Arrow Connector 142">
                  <a:extLst>
                    <a:ext uri="{FF2B5EF4-FFF2-40B4-BE49-F238E27FC236}">
                      <a16:creationId xmlns:a16="http://schemas.microsoft.com/office/drawing/2014/main" id="{CFC646C3-0B6F-A1CF-6850-018513C43C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9619" y="3649608"/>
                  <a:ext cx="768096" cy="2"/>
                </a:xfrm>
                <a:prstGeom prst="straightConnector1">
                  <a:avLst/>
                </a:prstGeom>
                <a:ln w="28575">
                  <a:solidFill>
                    <a:schemeClr val="bg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BF6419EF-8D72-6D6A-5F3F-D2DFE82FA892}"/>
                  </a:ext>
                </a:extLst>
              </p:cNvPr>
              <p:cNvCxnSpPr/>
              <p:nvPr/>
            </p:nvCxnSpPr>
            <p:spPr>
              <a:xfrm flipH="1">
                <a:off x="675203" y="2248996"/>
                <a:ext cx="0" cy="141732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97B13FC6-435E-BE5E-FE0A-0F3CAEF174CE}"/>
                </a:ext>
              </a:extLst>
            </p:cNvPr>
            <p:cNvSpPr>
              <a:spLocks/>
            </p:cNvSpPr>
            <p:nvPr/>
          </p:nvSpPr>
          <p:spPr>
            <a:xfrm>
              <a:off x="2458278" y="2385959"/>
              <a:ext cx="644039" cy="714015"/>
            </a:xfrm>
            <a:custGeom>
              <a:avLst/>
              <a:gdLst>
                <a:gd name="connsiteX0" fmla="*/ 0 w 1793965"/>
                <a:gd name="connsiteY0" fmla="*/ 0 h 4650377"/>
                <a:gd name="connsiteX1" fmla="*/ 0 w 1793965"/>
                <a:gd name="connsiteY1" fmla="*/ 1898469 h 4650377"/>
                <a:gd name="connsiteX2" fmla="*/ 478971 w 1793965"/>
                <a:gd name="connsiteY2" fmla="*/ 2333897 h 4650377"/>
                <a:gd name="connsiteX3" fmla="*/ 0 w 1793965"/>
                <a:gd name="connsiteY3" fmla="*/ 2778034 h 4650377"/>
                <a:gd name="connsiteX4" fmla="*/ 0 w 1793965"/>
                <a:gd name="connsiteY4" fmla="*/ 4650377 h 4650377"/>
                <a:gd name="connsiteX5" fmla="*/ 1793965 w 1793965"/>
                <a:gd name="connsiteY5" fmla="*/ 3666309 h 4650377"/>
                <a:gd name="connsiteX6" fmla="*/ 1793965 w 1793965"/>
                <a:gd name="connsiteY6" fmla="*/ 984069 h 4650377"/>
                <a:gd name="connsiteX7" fmla="*/ 0 w 1793965"/>
                <a:gd name="connsiteY7" fmla="*/ 0 h 465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3965" h="4650377">
                  <a:moveTo>
                    <a:pt x="0" y="0"/>
                  </a:moveTo>
                  <a:lnTo>
                    <a:pt x="0" y="1898469"/>
                  </a:lnTo>
                  <a:lnTo>
                    <a:pt x="478971" y="2333897"/>
                  </a:lnTo>
                  <a:lnTo>
                    <a:pt x="0" y="2778034"/>
                  </a:lnTo>
                  <a:lnTo>
                    <a:pt x="0" y="4650377"/>
                  </a:lnTo>
                  <a:lnTo>
                    <a:pt x="1793965" y="3666309"/>
                  </a:lnTo>
                  <a:lnTo>
                    <a:pt x="1793965" y="98406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rtlCol="0" anchor="ctr"/>
            <a:lstStyle/>
            <a:p>
              <a:pPr algn="r"/>
              <a:r>
                <a:rPr lang="en-US" sz="1600" dirty="0">
                  <a:solidFill>
                    <a:schemeClr val="bg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127489E-4DB5-20FB-9B44-BB697CAD432F}"/>
                </a:ext>
              </a:extLst>
            </p:cNvPr>
            <p:cNvSpPr txBox="1"/>
            <p:nvPr/>
          </p:nvSpPr>
          <p:spPr>
            <a:xfrm>
              <a:off x="1733676" y="3669569"/>
              <a:ext cx="3545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pc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F8E6071-9C80-A3EE-25BD-BFF7735B50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4124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435BA73-F0D2-BFF5-4CFF-676750C1C699}"/>
                </a:ext>
              </a:extLst>
            </p:cNvPr>
            <p:cNvSpPr txBox="1"/>
            <p:nvPr/>
          </p:nvSpPr>
          <p:spPr>
            <a:xfrm>
              <a:off x="1968985" y="2379486"/>
              <a:ext cx="3545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+4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C8AD347-46A9-6F8E-BF6E-88B76DC409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0690" y="2496757"/>
              <a:ext cx="182880" cy="0"/>
            </a:xfrm>
            <a:prstGeom prst="line">
              <a:avLst/>
            </a:prstGeom>
            <a:ln w="19050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>
              <a:extLst>
                <a:ext uri="{FF2B5EF4-FFF2-40B4-BE49-F238E27FC236}">
                  <a16:creationId xmlns:a16="http://schemas.microsoft.com/office/drawing/2014/main" id="{6DD3D921-787E-81EC-6880-072F06059B87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90BF049B-1D4B-F795-308A-30E902B2FB2E}"/>
                </a:ext>
              </a:extLst>
            </p:cNvPr>
            <p:cNvSpPr txBox="1"/>
            <p:nvPr/>
          </p:nvSpPr>
          <p:spPr>
            <a:xfrm>
              <a:off x="657480" y="2967174"/>
              <a:ext cx="52450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pc+4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A18EAD9-3DF7-7552-6F91-90E0AF16A08F}"/>
              </a:ext>
            </a:extLst>
          </p:cNvPr>
          <p:cNvGrpSpPr/>
          <p:nvPr/>
        </p:nvGrpSpPr>
        <p:grpSpPr>
          <a:xfrm>
            <a:off x="4805939" y="2918076"/>
            <a:ext cx="1440473" cy="2023530"/>
            <a:chOff x="4805939" y="2918076"/>
            <a:chExt cx="1440473" cy="2023530"/>
          </a:xfrm>
        </p:grpSpPr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8F418EFF-3EAE-F3B7-3E11-94167597F68B}"/>
                </a:ext>
              </a:extLst>
            </p:cNvPr>
            <p:cNvSpPr txBox="1"/>
            <p:nvPr/>
          </p:nvSpPr>
          <p:spPr>
            <a:xfrm>
              <a:off x="5853568" y="4679996"/>
              <a:ext cx="341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00" dirty="0" err="1">
                  <a:solidFill>
                    <a:schemeClr val="bg1"/>
                  </a:solidFill>
                  <a:latin typeface="18 VAG Rounded Light   02390" pitchFamily="2" charset="0"/>
                </a:rPr>
                <a:t>clk</a:t>
              </a:r>
              <a:endParaRPr lang="en-US" sz="11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7" name="Isosceles Triangle 59">
              <a:extLst>
                <a:ext uri="{FF2B5EF4-FFF2-40B4-BE49-F238E27FC236}">
                  <a16:creationId xmlns:a16="http://schemas.microsoft.com/office/drawing/2014/main" id="{F2D6AB66-36D7-4D82-F5BA-8B34AABD0F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43281" y="4428532"/>
              <a:ext cx="182880" cy="142528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CF89AC58-312F-D057-ACBE-5F9D6F857CC9}"/>
                </a:ext>
              </a:extLst>
            </p:cNvPr>
            <p:cNvSpPr/>
            <p:nvPr/>
          </p:nvSpPr>
          <p:spPr>
            <a:xfrm>
              <a:off x="4805939" y="2918076"/>
              <a:ext cx="1440473" cy="1655090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wdata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10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rs1	rdata1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rs2	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rdata2</a:t>
              </a:r>
            </a:p>
            <a:p>
              <a:r>
                <a:rPr lang="en-US" sz="1600" b="1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RegFile</a:t>
              </a:r>
              <a:endPara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C5C30016-A25A-F9A8-3469-F16795564897}"/>
                </a:ext>
              </a:extLst>
            </p:cNvPr>
            <p:cNvCxnSpPr/>
            <p:nvPr/>
          </p:nvCxnSpPr>
          <p:spPr>
            <a:xfrm flipV="1">
              <a:off x="6024448" y="4561851"/>
              <a:ext cx="0" cy="118145"/>
            </a:xfrm>
            <a:prstGeom prst="line">
              <a:avLst/>
            </a:prstGeom>
            <a:ln w="19050">
              <a:solidFill>
                <a:schemeClr val="accent6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A71CF5A-50BD-0AAF-A41B-BFF4964CCB42}"/>
              </a:ext>
            </a:extLst>
          </p:cNvPr>
          <p:cNvGrpSpPr/>
          <p:nvPr/>
        </p:nvGrpSpPr>
        <p:grpSpPr>
          <a:xfrm>
            <a:off x="602275" y="882773"/>
            <a:ext cx="11012132" cy="564182"/>
            <a:chOff x="602275" y="882773"/>
            <a:chExt cx="11012132" cy="56418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DB4B30-6CDE-5223-883D-68D9AF5A191F}"/>
                </a:ext>
              </a:extLst>
            </p:cNvPr>
            <p:cNvSpPr txBox="1"/>
            <p:nvPr/>
          </p:nvSpPr>
          <p:spPr>
            <a:xfrm>
              <a:off x="981283" y="882773"/>
              <a:ext cx="22124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PC = PC + 4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40240B9-6A5C-4638-A3A0-7B5CE35F4168}"/>
                </a:ext>
              </a:extLst>
            </p:cNvPr>
            <p:cNvSpPr txBox="1"/>
            <p:nvPr/>
          </p:nvSpPr>
          <p:spPr>
            <a:xfrm>
              <a:off x="5430126" y="882773"/>
              <a:ext cx="44246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R[</a:t>
              </a:r>
              <a:r>
                <a:rPr lang="en-US" sz="2400" b="1" dirty="0" err="1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] = R[rs1] + R[rs2]</a:t>
              </a:r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9376795F-FF48-152F-0E0F-21AC50ED9697}"/>
                </a:ext>
              </a:extLst>
            </p:cNvPr>
            <p:cNvSpPr/>
            <p:nvPr/>
          </p:nvSpPr>
          <p:spPr>
            <a:xfrm rot="16200000">
              <a:off x="2015794" y="-111993"/>
              <a:ext cx="143445" cy="2970484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01A55AAB-62EA-2D7E-8ACA-27C310E4743B}"/>
                </a:ext>
              </a:extLst>
            </p:cNvPr>
            <p:cNvSpPr/>
            <p:nvPr/>
          </p:nvSpPr>
          <p:spPr>
            <a:xfrm rot="16200000">
              <a:off x="7570709" y="-2596742"/>
              <a:ext cx="143445" cy="7943950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5948490-BB28-9593-A230-513A7339FC3A}"/>
              </a:ext>
            </a:extLst>
          </p:cNvPr>
          <p:cNvSpPr txBox="1"/>
          <p:nvPr/>
        </p:nvSpPr>
        <p:spPr>
          <a:xfrm>
            <a:off x="293424" y="148877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EBB943-0B64-0A72-6AC0-380C2A02409C}"/>
              </a:ext>
            </a:extLst>
          </p:cNvPr>
          <p:cNvSpPr txBox="1"/>
          <p:nvPr/>
        </p:nvSpPr>
        <p:spPr>
          <a:xfrm>
            <a:off x="9273885" y="1488776"/>
            <a:ext cx="2863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Add output to destination register.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4DD3E6-4424-E640-9B7B-9DAD5A65A374}"/>
              </a:ext>
            </a:extLst>
          </p:cNvPr>
          <p:cNvSpPr txBox="1"/>
          <p:nvPr/>
        </p:nvSpPr>
        <p:spPr>
          <a:xfrm>
            <a:off x="6181437" y="1488776"/>
            <a:ext cx="235654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000" dirty="0">
                <a:solidFill>
                  <a:schemeClr val="accent1"/>
                </a:solidFill>
                <a:latin typeface="18 VAG Rounded Light   02390" pitchFamily="2" charset="0"/>
              </a:rPr>
              <a:t>Feed read register values into Add.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CF394B-1ACC-7DB8-7FC0-814BD3EF5491}"/>
              </a:ext>
            </a:extLst>
          </p:cNvPr>
          <p:cNvSpPr txBox="1"/>
          <p:nvPr/>
        </p:nvSpPr>
        <p:spPr>
          <a:xfrm>
            <a:off x="3118252" y="1488776"/>
            <a:ext cx="26645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000" i="1" dirty="0">
                <a:solidFill>
                  <a:schemeClr val="accent5"/>
                </a:solidFill>
                <a:latin typeface="18 VAG Rounded Light   02390" pitchFamily="2" charset="0"/>
              </a:rPr>
              <a:t>Split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instruction to index into </a:t>
            </a:r>
            <a:r>
              <a:rPr lang="en-US" sz="2000" dirty="0" err="1">
                <a:solidFill>
                  <a:schemeClr val="accent5"/>
                </a:solidFill>
                <a:latin typeface="18 VAG Rounded Light   02390" pitchFamily="2" charset="0"/>
              </a:rPr>
              <a:t>RegFile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.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BDC44DF-FBC4-E213-9031-36A29DFC6AB6}"/>
              </a:ext>
            </a:extLst>
          </p:cNvPr>
          <p:cNvGrpSpPr/>
          <p:nvPr/>
        </p:nvGrpSpPr>
        <p:grpSpPr>
          <a:xfrm>
            <a:off x="324172" y="4604793"/>
            <a:ext cx="10627823" cy="1676824"/>
            <a:chOff x="324172" y="4604793"/>
            <a:chExt cx="10627823" cy="1676824"/>
          </a:xfrm>
        </p:grpSpPr>
        <p:cxnSp>
          <p:nvCxnSpPr>
            <p:cNvPr id="472" name="Straight Arrow Connector 471">
              <a:extLst>
                <a:ext uri="{FF2B5EF4-FFF2-40B4-BE49-F238E27FC236}">
                  <a16:creationId xmlns:a16="http://schemas.microsoft.com/office/drawing/2014/main" id="{58D1BF44-8ABD-18AB-B418-7E5C6289E4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6885" y="4604793"/>
              <a:ext cx="0" cy="932688"/>
            </a:xfrm>
            <a:prstGeom prst="straightConnector1">
              <a:avLst/>
            </a:prstGeom>
            <a:ln w="127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5256FB11-59DB-1DCB-CCAC-0109031038C0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33C84BA1-E103-EFD4-6B5C-27786A6CC6B4}"/>
                </a:ext>
              </a:extLst>
            </p:cNvPr>
            <p:cNvSpPr/>
            <p:nvPr/>
          </p:nvSpPr>
          <p:spPr>
            <a:xfrm>
              <a:off x="324172" y="5540557"/>
              <a:ext cx="10627823" cy="741060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r>
                <a:rPr lang="en-US" sz="1600" b="1" dirty="0">
                  <a:solidFill>
                    <a:schemeClr val="accent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Control Logic</a:t>
              </a:r>
            </a:p>
          </p:txBody>
        </p: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C77A04D6-BA4F-58FB-D9B0-530A5F4E32CC}"/>
              </a:ext>
            </a:extLst>
          </p:cNvPr>
          <p:cNvGrpSpPr/>
          <p:nvPr/>
        </p:nvGrpSpPr>
        <p:grpSpPr>
          <a:xfrm>
            <a:off x="3766321" y="2375192"/>
            <a:ext cx="7379208" cy="1592748"/>
            <a:chOff x="3766321" y="2375192"/>
            <a:chExt cx="7379208" cy="1592748"/>
          </a:xfrm>
        </p:grpSpPr>
        <p:grpSp>
          <p:nvGrpSpPr>
            <p:cNvPr id="475" name="Group 474">
              <a:extLst>
                <a:ext uri="{FF2B5EF4-FFF2-40B4-BE49-F238E27FC236}">
                  <a16:creationId xmlns:a16="http://schemas.microsoft.com/office/drawing/2014/main" id="{B5202045-24A7-7081-02CC-A8240AB53C51}"/>
                </a:ext>
              </a:extLst>
            </p:cNvPr>
            <p:cNvGrpSpPr/>
            <p:nvPr/>
          </p:nvGrpSpPr>
          <p:grpSpPr>
            <a:xfrm>
              <a:off x="3766321" y="2384802"/>
              <a:ext cx="7379208" cy="657210"/>
              <a:chOff x="3766321" y="2384802"/>
              <a:chExt cx="7379208" cy="657210"/>
            </a:xfrm>
          </p:grpSpPr>
          <p:cxnSp>
            <p:nvCxnSpPr>
              <p:cNvPr id="477" name="Straight Connector 476">
                <a:extLst>
                  <a:ext uri="{FF2B5EF4-FFF2-40B4-BE49-F238E27FC236}">
                    <a16:creationId xmlns:a16="http://schemas.microsoft.com/office/drawing/2014/main" id="{FB6560A1-C8DC-9FCD-69F4-AF210666007C}"/>
                  </a:ext>
                </a:extLst>
              </p:cNvPr>
              <p:cNvCxnSpPr/>
              <p:nvPr/>
            </p:nvCxnSpPr>
            <p:spPr>
              <a:xfrm>
                <a:off x="3766321" y="2384802"/>
                <a:ext cx="7379208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Elbow Connector 477">
                <a:extLst>
                  <a:ext uri="{FF2B5EF4-FFF2-40B4-BE49-F238E27FC236}">
                    <a16:creationId xmlns:a16="http://schemas.microsoft.com/office/drawing/2014/main" id="{896A281F-D3CE-3450-668F-16DD853BB8A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6" name="Elbow Connector 475">
              <a:extLst>
                <a:ext uri="{FF2B5EF4-FFF2-40B4-BE49-F238E27FC236}">
                  <a16:creationId xmlns:a16="http://schemas.microsoft.com/office/drawing/2014/main" id="{F40273A9-B47A-E94A-887D-F550A63020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1193" y="2375192"/>
              <a:ext cx="2276158" cy="1592748"/>
            </a:xfrm>
            <a:prstGeom prst="bentConnector3">
              <a:avLst>
                <a:gd name="adj1" fmla="val 99625"/>
              </a:avLst>
            </a:prstGeom>
            <a:ln w="57150">
              <a:solidFill>
                <a:schemeClr val="accent4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3106CE94-B2E7-01F9-2AD2-56B016C1412C}"/>
              </a:ext>
            </a:extLst>
          </p:cNvPr>
          <p:cNvGrpSpPr/>
          <p:nvPr/>
        </p:nvGrpSpPr>
        <p:grpSpPr>
          <a:xfrm>
            <a:off x="634436" y="2260284"/>
            <a:ext cx="2779776" cy="1417320"/>
            <a:chOff x="786836" y="2412684"/>
            <a:chExt cx="2779776" cy="1417320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1791BE7D-08A9-DF40-48CE-2D227E61FF90}"/>
                </a:ext>
              </a:extLst>
            </p:cNvPr>
            <p:cNvGrpSpPr/>
            <p:nvPr/>
          </p:nvGrpSpPr>
          <p:grpSpPr>
            <a:xfrm>
              <a:off x="786836" y="2412684"/>
              <a:ext cx="2779776" cy="1417320"/>
              <a:chOff x="644723" y="2248996"/>
              <a:chExt cx="2779776" cy="141732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F9CE65C5-E95B-4403-3C92-4DF337527C16}"/>
                  </a:ext>
                </a:extLst>
              </p:cNvPr>
              <p:cNvGrpSpPr/>
              <p:nvPr/>
            </p:nvGrpSpPr>
            <p:grpSpPr>
              <a:xfrm>
                <a:off x="644723" y="2260284"/>
                <a:ext cx="2779776" cy="1389326"/>
                <a:chOff x="644723" y="2260284"/>
                <a:chExt cx="2779776" cy="1389326"/>
              </a:xfrm>
            </p:grpSpPr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F6719AD8-F9F5-574E-B23B-12112C9F587B}"/>
                    </a:ext>
                  </a:extLst>
                </p:cNvPr>
                <p:cNvGrpSpPr/>
                <p:nvPr/>
              </p:nvGrpSpPr>
              <p:grpSpPr>
                <a:xfrm>
                  <a:off x="644723" y="2260284"/>
                  <a:ext cx="2779776" cy="477526"/>
                  <a:chOff x="644723" y="2260284"/>
                  <a:chExt cx="2779776" cy="477526"/>
                </a:xfrm>
              </p:grpSpPr>
              <p:cxnSp>
                <p:nvCxnSpPr>
                  <p:cNvPr id="152" name="Elbow Connector 151">
                    <a:extLst>
                      <a:ext uri="{FF2B5EF4-FFF2-40B4-BE49-F238E27FC236}">
                        <a16:creationId xmlns:a16="http://schemas.microsoft.com/office/drawing/2014/main" id="{2C16DF90-F824-715E-6CB0-1917CB35D8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3019910" y="2363686"/>
                    <a:ext cx="477525" cy="270723"/>
                  </a:xfrm>
                  <a:prstGeom prst="bentConnector3">
                    <a:avLst>
                      <a:gd name="adj1" fmla="val -2954"/>
                    </a:avLst>
                  </a:prstGeom>
                  <a:ln w="57150">
                    <a:solidFill>
                      <a:schemeClr val="accent2"/>
                    </a:solidFill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618F3332-9463-E918-7C21-FFD35C549AC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44723" y="2260284"/>
                    <a:ext cx="2779776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0" name="Straight Arrow Connector 149">
                  <a:extLst>
                    <a:ext uri="{FF2B5EF4-FFF2-40B4-BE49-F238E27FC236}">
                      <a16:creationId xmlns:a16="http://schemas.microsoft.com/office/drawing/2014/main" id="{69BE86FE-ED48-C9E1-1A3B-1E883EB904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9619" y="3649608"/>
                  <a:ext cx="768096" cy="2"/>
                </a:xfrm>
                <a:prstGeom prst="straightConnector1">
                  <a:avLst/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CA621DB9-DC02-BA05-7386-6FEDF895A172}"/>
                  </a:ext>
                </a:extLst>
              </p:cNvPr>
              <p:cNvCxnSpPr/>
              <p:nvPr/>
            </p:nvCxnSpPr>
            <p:spPr>
              <a:xfrm flipH="1">
                <a:off x="675203" y="2248996"/>
                <a:ext cx="0" cy="141732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98D34051-BE08-DB93-1F80-27A765C6A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4705" y="380652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Elbow Connector 154">
              <a:extLst>
                <a:ext uri="{FF2B5EF4-FFF2-40B4-BE49-F238E27FC236}">
                  <a16:creationId xmlns:a16="http://schemas.microsoft.com/office/drawing/2014/main" id="{E36306C3-64A7-268B-4AB7-FFF7A87DB98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982881" y="3198880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Freeform 166">
            <a:extLst>
              <a:ext uri="{FF2B5EF4-FFF2-40B4-BE49-F238E27FC236}">
                <a16:creationId xmlns:a16="http://schemas.microsoft.com/office/drawing/2014/main" id="{6C8EF85B-41B3-3EF9-929B-0C5774C536FD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0F1AD62-CFA9-17C3-8BBD-8568DC6E334E}"/>
              </a:ext>
            </a:extLst>
          </p:cNvPr>
          <p:cNvGrpSpPr/>
          <p:nvPr/>
        </p:nvGrpSpPr>
        <p:grpSpPr>
          <a:xfrm>
            <a:off x="3062791" y="3425699"/>
            <a:ext cx="1764918" cy="524103"/>
            <a:chOff x="3062789" y="3425699"/>
            <a:chExt cx="1777655" cy="52410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D7AFF23-6DB8-C7AB-0106-FF2A360FA608}"/>
                </a:ext>
              </a:extLst>
            </p:cNvPr>
            <p:cNvGrpSpPr/>
            <p:nvPr/>
          </p:nvGrpSpPr>
          <p:grpSpPr>
            <a:xfrm>
              <a:off x="3062789" y="3425699"/>
              <a:ext cx="1769795" cy="524103"/>
              <a:chOff x="3062789" y="3425699"/>
              <a:chExt cx="1769795" cy="524103"/>
            </a:xfrm>
          </p:grpSpPr>
          <p:cxnSp>
            <p:nvCxnSpPr>
              <p:cNvPr id="51" name="Elbow Connector 50">
                <a:extLst>
                  <a:ext uri="{FF2B5EF4-FFF2-40B4-BE49-F238E27FC236}">
                    <a16:creationId xmlns:a16="http://schemas.microsoft.com/office/drawing/2014/main" id="{439A3A51-5343-F0AF-0FAE-7A0B994953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B4DF0D6A-47AD-1178-D480-12020E6C3E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8195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7DFBDC1-172D-4D30-E916-5BB8C7673BB9}"/>
                </a:ext>
              </a:extLst>
            </p:cNvPr>
            <p:cNvCxnSpPr>
              <a:cxnSpLocks/>
            </p:cNvCxnSpPr>
            <p:nvPr/>
          </p:nvCxnSpPr>
          <p:spPr>
            <a:xfrm>
              <a:off x="3388096" y="3941078"/>
              <a:ext cx="1452348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79FC238C-2C05-C071-FDA8-473F9EC46AD5}"/>
              </a:ext>
            </a:extLst>
          </p:cNvPr>
          <p:cNvGrpSpPr/>
          <p:nvPr/>
        </p:nvGrpSpPr>
        <p:grpSpPr>
          <a:xfrm>
            <a:off x="6260450" y="3678353"/>
            <a:ext cx="2039714" cy="557208"/>
            <a:chOff x="6260450" y="3678353"/>
            <a:chExt cx="2039714" cy="557208"/>
          </a:xfrm>
        </p:grpSpPr>
        <p:cxnSp>
          <p:nvCxnSpPr>
            <p:cNvPr id="479" name="Straight Arrow Connector 478">
              <a:extLst>
                <a:ext uri="{FF2B5EF4-FFF2-40B4-BE49-F238E27FC236}">
                  <a16:creationId xmlns:a16="http://schemas.microsoft.com/office/drawing/2014/main" id="{C4C13144-0F64-B8E5-645F-38C4CB04A4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0450" y="4235561"/>
              <a:ext cx="2029968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Arrow Connector 479">
              <a:extLst>
                <a:ext uri="{FF2B5EF4-FFF2-40B4-BE49-F238E27FC236}">
                  <a16:creationId xmlns:a16="http://schemas.microsoft.com/office/drawing/2014/main" id="{8C94C775-2B8C-1673-A3DA-114250A78863}"/>
                </a:ext>
              </a:extLst>
            </p:cNvPr>
            <p:cNvCxnSpPr>
              <a:cxnSpLocks/>
            </p:cNvCxnSpPr>
            <p:nvPr/>
          </p:nvCxnSpPr>
          <p:spPr>
            <a:xfrm>
              <a:off x="6261052" y="3678353"/>
              <a:ext cx="2039112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76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82A8-AAC2-5CFD-2ED1-D6AE1F38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Tracing/Lighting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(1/7)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E2B3D3E-7682-F6FD-4010-CC6BCDC1F9BA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B7F7F169-A5F4-56F1-6936-D7E5E795DF1A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5C8CA32-3065-E6B7-1BD4-077B2DB83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CC9BC0A6-4DFD-877B-775C-BD92FA02190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454" name="TextBox 453">
            <a:extLst>
              <a:ext uri="{FF2B5EF4-FFF2-40B4-BE49-F238E27FC236}">
                <a16:creationId xmlns:a16="http://schemas.microsoft.com/office/drawing/2014/main" id="{B01F1A18-F34F-006C-C71D-DCC3DF9FCB76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45940B4-83F7-A371-DDED-84DC79891141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7D1C9E7-9EF6-F9ED-4FEB-2CDF7B9AA705}"/>
              </a:ext>
            </a:extLst>
          </p:cNvPr>
          <p:cNvGrpSpPr/>
          <p:nvPr/>
        </p:nvGrpSpPr>
        <p:grpSpPr>
          <a:xfrm>
            <a:off x="4805939" y="2918076"/>
            <a:ext cx="1440473" cy="2023530"/>
            <a:chOff x="4805939" y="2918076"/>
            <a:chExt cx="1440473" cy="2023530"/>
          </a:xfrm>
        </p:grpSpPr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5F1F7DB0-6CD9-15D8-A9C7-594A704DE0B1}"/>
                </a:ext>
              </a:extLst>
            </p:cNvPr>
            <p:cNvSpPr txBox="1"/>
            <p:nvPr/>
          </p:nvSpPr>
          <p:spPr>
            <a:xfrm>
              <a:off x="5853568" y="4679996"/>
              <a:ext cx="341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00" dirty="0" err="1">
                  <a:solidFill>
                    <a:schemeClr val="bg1"/>
                  </a:solidFill>
                  <a:latin typeface="18 VAG Rounded Light   02390" pitchFamily="2" charset="0"/>
                </a:rPr>
                <a:t>clk</a:t>
              </a:r>
              <a:endParaRPr lang="en-US" sz="11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7" name="Isosceles Triangle 59">
              <a:extLst>
                <a:ext uri="{FF2B5EF4-FFF2-40B4-BE49-F238E27FC236}">
                  <a16:creationId xmlns:a16="http://schemas.microsoft.com/office/drawing/2014/main" id="{EFECB578-3A21-E891-8D71-0213F089D1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43281" y="4428532"/>
              <a:ext cx="182880" cy="142528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B5F21712-74F9-1B1C-C348-211340BF727D}"/>
                </a:ext>
              </a:extLst>
            </p:cNvPr>
            <p:cNvSpPr/>
            <p:nvPr/>
          </p:nvSpPr>
          <p:spPr>
            <a:xfrm>
              <a:off x="4805939" y="2918076"/>
              <a:ext cx="1440473" cy="1655090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wdata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10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rs1	rdata1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rs2	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rdata2</a:t>
              </a:r>
            </a:p>
            <a:p>
              <a:r>
                <a:rPr lang="en-US" sz="1600" b="1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RegFile</a:t>
              </a:r>
              <a:endPara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5B1182A6-0946-CC24-2378-F3DAB18A8640}"/>
                </a:ext>
              </a:extLst>
            </p:cNvPr>
            <p:cNvCxnSpPr/>
            <p:nvPr/>
          </p:nvCxnSpPr>
          <p:spPr>
            <a:xfrm flipV="1">
              <a:off x="6024448" y="4561851"/>
              <a:ext cx="0" cy="118145"/>
            </a:xfrm>
            <a:prstGeom prst="line">
              <a:avLst/>
            </a:prstGeom>
            <a:ln w="19050">
              <a:solidFill>
                <a:schemeClr val="accent6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7781414-9050-6290-A18E-513324B45595}"/>
              </a:ext>
            </a:extLst>
          </p:cNvPr>
          <p:cNvGrpSpPr/>
          <p:nvPr/>
        </p:nvGrpSpPr>
        <p:grpSpPr>
          <a:xfrm>
            <a:off x="602275" y="882773"/>
            <a:ext cx="11012132" cy="564182"/>
            <a:chOff x="602275" y="882773"/>
            <a:chExt cx="11012132" cy="56418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91586A-9EE0-689C-D1F8-F197D5F852AC}"/>
                </a:ext>
              </a:extLst>
            </p:cNvPr>
            <p:cNvSpPr txBox="1"/>
            <p:nvPr/>
          </p:nvSpPr>
          <p:spPr>
            <a:xfrm>
              <a:off x="981283" y="882773"/>
              <a:ext cx="22124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PC = PC + 4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EAE9FE1-11C9-B88E-30F2-25372ED48F21}"/>
                </a:ext>
              </a:extLst>
            </p:cNvPr>
            <p:cNvSpPr txBox="1"/>
            <p:nvPr/>
          </p:nvSpPr>
          <p:spPr>
            <a:xfrm>
              <a:off x="5430126" y="882773"/>
              <a:ext cx="44246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R[</a:t>
              </a:r>
              <a:r>
                <a:rPr lang="en-US" sz="2400" b="1" dirty="0" err="1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] = R[rs1] + R[rs2]</a:t>
              </a:r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04D2398E-712F-22AB-DBE6-EF1CA3D83138}"/>
                </a:ext>
              </a:extLst>
            </p:cNvPr>
            <p:cNvSpPr/>
            <p:nvPr/>
          </p:nvSpPr>
          <p:spPr>
            <a:xfrm rot="16200000">
              <a:off x="2015794" y="-111993"/>
              <a:ext cx="143445" cy="2970484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6EE7CFB6-9C94-5CBE-FA2F-49AEAC1D7F09}"/>
                </a:ext>
              </a:extLst>
            </p:cNvPr>
            <p:cNvSpPr/>
            <p:nvPr/>
          </p:nvSpPr>
          <p:spPr>
            <a:xfrm rot="16200000">
              <a:off x="7570709" y="-2596742"/>
              <a:ext cx="143445" cy="7943950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7" name="Freeform 166">
            <a:extLst>
              <a:ext uri="{FF2B5EF4-FFF2-40B4-BE49-F238E27FC236}">
                <a16:creationId xmlns:a16="http://schemas.microsoft.com/office/drawing/2014/main" id="{AB778B6E-B1FA-EEB1-CC5B-269CB3698707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229976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3EA5D-425E-2B77-7C37-307CBAB38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29243FA0-C04D-43F6-120E-E758087C0C4C}"/>
              </a:ext>
            </a:extLst>
          </p:cNvPr>
          <p:cNvGrpSpPr/>
          <p:nvPr/>
        </p:nvGrpSpPr>
        <p:grpSpPr>
          <a:xfrm>
            <a:off x="3059473" y="2375192"/>
            <a:ext cx="8077878" cy="1891220"/>
            <a:chOff x="3059473" y="2375192"/>
            <a:chExt cx="8077878" cy="1891220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7494EBAC-325E-A3BD-F85C-0267399F01EE}"/>
                </a:ext>
              </a:extLst>
            </p:cNvPr>
            <p:cNvGrpSpPr/>
            <p:nvPr/>
          </p:nvGrpSpPr>
          <p:grpSpPr>
            <a:xfrm>
              <a:off x="3302715" y="2375192"/>
              <a:ext cx="7834636" cy="1891220"/>
              <a:chOff x="3302715" y="2375192"/>
              <a:chExt cx="7834636" cy="189122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4DDF4BE-D43C-D283-87F8-4CB0E230FBE1}"/>
                  </a:ext>
                </a:extLst>
              </p:cNvPr>
              <p:cNvGrpSpPr/>
              <p:nvPr/>
            </p:nvGrpSpPr>
            <p:grpSpPr>
              <a:xfrm>
                <a:off x="3793678" y="2375192"/>
                <a:ext cx="7343673" cy="1592748"/>
                <a:chOff x="3793678" y="2375192"/>
                <a:chExt cx="7343673" cy="159274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91441B52-C3E1-A3D7-1327-7028040AB695}"/>
                    </a:ext>
                  </a:extLst>
                </p:cNvPr>
                <p:cNvGrpSpPr/>
                <p:nvPr/>
              </p:nvGrpSpPr>
              <p:grpSpPr>
                <a:xfrm>
                  <a:off x="3793678" y="2384802"/>
                  <a:ext cx="7342632" cy="657210"/>
                  <a:chOff x="3793678" y="2384802"/>
                  <a:chExt cx="7342632" cy="657210"/>
                </a:xfrm>
              </p:grpSpPr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71A3B18A-3DA9-CC68-7ADB-642A0C4A979D}"/>
                      </a:ext>
                    </a:extLst>
                  </p:cNvPr>
                  <p:cNvCxnSpPr/>
                  <p:nvPr/>
                </p:nvCxnSpPr>
                <p:spPr>
                  <a:xfrm>
                    <a:off x="3793678" y="2384802"/>
                    <a:ext cx="734263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Elbow Connector 23">
                    <a:extLst>
                      <a:ext uri="{FF2B5EF4-FFF2-40B4-BE49-F238E27FC236}">
                        <a16:creationId xmlns:a16="http://schemas.microsoft.com/office/drawing/2014/main" id="{2961D52A-E075-C426-682B-5D621DD43A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3970539" y="2216906"/>
                    <a:ext cx="657210" cy="993002"/>
                  </a:xfrm>
                  <a:prstGeom prst="bentConnector2">
                    <a:avLst/>
                  </a:prstGeom>
                  <a:ln w="28575">
                    <a:solidFill>
                      <a:schemeClr val="bg1"/>
                    </a:solidFill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" name="Elbow Connector 17">
                  <a:extLst>
                    <a:ext uri="{FF2B5EF4-FFF2-40B4-BE49-F238E27FC236}">
                      <a16:creationId xmlns:a16="http://schemas.microsoft.com/office/drawing/2014/main" id="{E75477E1-37D0-714C-AC8E-DEEC7BDB21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61193" y="2375192"/>
                  <a:ext cx="2276158" cy="1592748"/>
                </a:xfrm>
                <a:prstGeom prst="bentConnector3">
                  <a:avLst>
                    <a:gd name="adj1" fmla="val 99625"/>
                  </a:avLst>
                </a:prstGeom>
                <a:ln w="28575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067C305B-15D7-EDD8-5865-547C8C3E9E1E}"/>
                  </a:ext>
                </a:extLst>
              </p:cNvPr>
              <p:cNvSpPr txBox="1"/>
              <p:nvPr/>
            </p:nvSpPr>
            <p:spPr>
              <a:xfrm>
                <a:off x="6200437" y="3455146"/>
                <a:ext cx="69442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R[rs1]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C02A6E98-A694-DA8B-11D1-58FCBAA07904}"/>
                  </a:ext>
                </a:extLst>
              </p:cNvPr>
              <p:cNvSpPr txBox="1"/>
              <p:nvPr/>
            </p:nvSpPr>
            <p:spPr>
              <a:xfrm>
                <a:off x="6200437" y="4004802"/>
                <a:ext cx="69442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R[rs2]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C6A91EE6-486E-8375-0FE0-BE698A6B9AC1}"/>
                  </a:ext>
                </a:extLst>
              </p:cNvPr>
              <p:cNvSpPr txBox="1"/>
              <p:nvPr/>
            </p:nvSpPr>
            <p:spPr>
              <a:xfrm>
                <a:off x="8834341" y="3722124"/>
                <a:ext cx="43954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add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58F22E0B-3F98-2AA4-8F01-421BFA80BE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1052" y="4243270"/>
                <a:ext cx="2018412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1EB2EC0F-02AD-5989-C83C-02479C73D0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6032" y="3676635"/>
                <a:ext cx="2039112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D005C9-568C-B03D-593D-C40A02109567}"/>
                  </a:ext>
                </a:extLst>
              </p:cNvPr>
              <p:cNvSpPr txBox="1"/>
              <p:nvPr/>
            </p:nvSpPr>
            <p:spPr>
              <a:xfrm>
                <a:off x="3302715" y="3211102"/>
                <a:ext cx="1119217" cy="8053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[11:7]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[19:15]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[24:20]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13A2AC3-19F9-31E0-0688-52CE5157638F}"/>
                </a:ext>
              </a:extLst>
            </p:cNvPr>
            <p:cNvGrpSpPr/>
            <p:nvPr/>
          </p:nvGrpSpPr>
          <p:grpSpPr>
            <a:xfrm>
              <a:off x="3059473" y="3420761"/>
              <a:ext cx="1756358" cy="530538"/>
              <a:chOff x="3059473" y="3420761"/>
              <a:chExt cx="1750461" cy="530538"/>
            </a:xfrm>
          </p:grpSpPr>
          <p:cxnSp>
            <p:nvCxnSpPr>
              <p:cNvPr id="15" name="Elbow Connector 14">
                <a:extLst>
                  <a:ext uri="{FF2B5EF4-FFF2-40B4-BE49-F238E27FC236}">
                    <a16:creationId xmlns:a16="http://schemas.microsoft.com/office/drawing/2014/main" id="{A4AF3F77-C854-306C-657A-5B17704840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473" y="3420761"/>
                <a:ext cx="1734699" cy="530538"/>
              </a:xfrm>
              <a:prstGeom prst="bentConnector3">
                <a:avLst>
                  <a:gd name="adj1" fmla="val 17787"/>
                </a:avLst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3A141231-5438-AE8D-28AB-A97D4BC0BE51}"/>
                  </a:ext>
                </a:extLst>
              </p:cNvPr>
              <p:cNvCxnSpPr/>
              <p:nvPr/>
            </p:nvCxnSpPr>
            <p:spPr>
              <a:xfrm>
                <a:off x="3357586" y="3685070"/>
                <a:ext cx="1452348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2E562E4C-FAE0-A661-ADF4-EC71D21B3989}"/>
                  </a:ext>
                </a:extLst>
              </p:cNvPr>
              <p:cNvCxnSpPr/>
              <p:nvPr/>
            </p:nvCxnSpPr>
            <p:spPr>
              <a:xfrm>
                <a:off x="3357586" y="3951299"/>
                <a:ext cx="1452348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743A0C8-CC2B-78F2-D521-4FF8B43B6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Tracing/Lighting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(2/7)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F5951C00-547C-6F5E-1279-DD13D51A9617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9E3821CD-56D9-42B9-3DA5-B21C8E5A8678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1564F685-2E26-AE7C-C070-EC4125C3A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689335BA-AF8B-EB57-A472-F5FEE9DD205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454" name="TextBox 453">
            <a:extLst>
              <a:ext uri="{FF2B5EF4-FFF2-40B4-BE49-F238E27FC236}">
                <a16:creationId xmlns:a16="http://schemas.microsoft.com/office/drawing/2014/main" id="{2266D89A-433C-C9EC-840D-A7BC0D577CC3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EA458837-D4BD-EEB8-477D-0151B1A7FD3C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B862DDD-ECE4-5581-FF6A-8B7F679B4643}"/>
              </a:ext>
            </a:extLst>
          </p:cNvPr>
          <p:cNvGrpSpPr/>
          <p:nvPr/>
        </p:nvGrpSpPr>
        <p:grpSpPr>
          <a:xfrm>
            <a:off x="657480" y="2260284"/>
            <a:ext cx="2714060" cy="1670895"/>
            <a:chOff x="657480" y="2260284"/>
            <a:chExt cx="2714060" cy="1670895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781AC107-0A0D-EB6E-B126-336EF5F61ED5}"/>
                </a:ext>
              </a:extLst>
            </p:cNvPr>
            <p:cNvGrpSpPr/>
            <p:nvPr/>
          </p:nvGrpSpPr>
          <p:grpSpPr>
            <a:xfrm>
              <a:off x="659332" y="2260284"/>
              <a:ext cx="2712208" cy="1417320"/>
              <a:chOff x="669619" y="2248996"/>
              <a:chExt cx="2712208" cy="141732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E3F8BF8E-5EFD-8D6E-0BF1-4978D7DD8C20}"/>
                  </a:ext>
                </a:extLst>
              </p:cNvPr>
              <p:cNvGrpSpPr/>
              <p:nvPr/>
            </p:nvGrpSpPr>
            <p:grpSpPr>
              <a:xfrm>
                <a:off x="669619" y="2260284"/>
                <a:ext cx="2712208" cy="1389326"/>
                <a:chOff x="669619" y="2260284"/>
                <a:chExt cx="2712208" cy="1389326"/>
              </a:xfrm>
            </p:grpSpPr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B50A1098-EA04-9A77-B1E0-4C8121CCE71F}"/>
                    </a:ext>
                  </a:extLst>
                </p:cNvPr>
                <p:cNvGrpSpPr/>
                <p:nvPr/>
              </p:nvGrpSpPr>
              <p:grpSpPr>
                <a:xfrm>
                  <a:off x="675203" y="2260284"/>
                  <a:ext cx="2706624" cy="477526"/>
                  <a:chOff x="675203" y="2260284"/>
                  <a:chExt cx="2706624" cy="477526"/>
                </a:xfrm>
              </p:grpSpPr>
              <p:cxnSp>
                <p:nvCxnSpPr>
                  <p:cNvPr id="144" name="Elbow Connector 143">
                    <a:extLst>
                      <a:ext uri="{FF2B5EF4-FFF2-40B4-BE49-F238E27FC236}">
                        <a16:creationId xmlns:a16="http://schemas.microsoft.com/office/drawing/2014/main" id="{D8EBAAE5-9D71-2A39-F0D9-A373D0D90A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9590" y="2363686"/>
                    <a:ext cx="477525" cy="270723"/>
                  </a:xfrm>
                  <a:prstGeom prst="bentConnector3">
                    <a:avLst>
                      <a:gd name="adj1" fmla="val -2954"/>
                    </a:avLst>
                  </a:prstGeom>
                  <a:ln w="28575">
                    <a:solidFill>
                      <a:schemeClr val="bg1"/>
                    </a:solidFill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traight Connector 144">
                    <a:extLst>
                      <a:ext uri="{FF2B5EF4-FFF2-40B4-BE49-F238E27FC236}">
                        <a16:creationId xmlns:a16="http://schemas.microsoft.com/office/drawing/2014/main" id="{588C0743-1D94-C16D-0AD2-866E0A8D22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5203" y="2260284"/>
                    <a:ext cx="2706624" cy="1985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43" name="Straight Arrow Connector 142">
                  <a:extLst>
                    <a:ext uri="{FF2B5EF4-FFF2-40B4-BE49-F238E27FC236}">
                      <a16:creationId xmlns:a16="http://schemas.microsoft.com/office/drawing/2014/main" id="{DC51CAEA-2A62-ED5B-BFA5-7398CF8E2C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9619" y="3649608"/>
                  <a:ext cx="768096" cy="2"/>
                </a:xfrm>
                <a:prstGeom prst="straightConnector1">
                  <a:avLst/>
                </a:prstGeom>
                <a:ln w="28575">
                  <a:solidFill>
                    <a:schemeClr val="bg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44B1FC57-643C-A49B-39A0-044CE4B8A473}"/>
                  </a:ext>
                </a:extLst>
              </p:cNvPr>
              <p:cNvCxnSpPr/>
              <p:nvPr/>
            </p:nvCxnSpPr>
            <p:spPr>
              <a:xfrm flipH="1">
                <a:off x="675203" y="2248996"/>
                <a:ext cx="0" cy="141732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57FE9A13-D34E-E0C7-2A8C-40461E95D884}"/>
                </a:ext>
              </a:extLst>
            </p:cNvPr>
            <p:cNvSpPr>
              <a:spLocks/>
            </p:cNvSpPr>
            <p:nvPr/>
          </p:nvSpPr>
          <p:spPr>
            <a:xfrm>
              <a:off x="2458278" y="2385959"/>
              <a:ext cx="644039" cy="714015"/>
            </a:xfrm>
            <a:custGeom>
              <a:avLst/>
              <a:gdLst>
                <a:gd name="connsiteX0" fmla="*/ 0 w 1793965"/>
                <a:gd name="connsiteY0" fmla="*/ 0 h 4650377"/>
                <a:gd name="connsiteX1" fmla="*/ 0 w 1793965"/>
                <a:gd name="connsiteY1" fmla="*/ 1898469 h 4650377"/>
                <a:gd name="connsiteX2" fmla="*/ 478971 w 1793965"/>
                <a:gd name="connsiteY2" fmla="*/ 2333897 h 4650377"/>
                <a:gd name="connsiteX3" fmla="*/ 0 w 1793965"/>
                <a:gd name="connsiteY3" fmla="*/ 2778034 h 4650377"/>
                <a:gd name="connsiteX4" fmla="*/ 0 w 1793965"/>
                <a:gd name="connsiteY4" fmla="*/ 4650377 h 4650377"/>
                <a:gd name="connsiteX5" fmla="*/ 1793965 w 1793965"/>
                <a:gd name="connsiteY5" fmla="*/ 3666309 h 4650377"/>
                <a:gd name="connsiteX6" fmla="*/ 1793965 w 1793965"/>
                <a:gd name="connsiteY6" fmla="*/ 984069 h 4650377"/>
                <a:gd name="connsiteX7" fmla="*/ 0 w 1793965"/>
                <a:gd name="connsiteY7" fmla="*/ 0 h 465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3965" h="4650377">
                  <a:moveTo>
                    <a:pt x="0" y="0"/>
                  </a:moveTo>
                  <a:lnTo>
                    <a:pt x="0" y="1898469"/>
                  </a:lnTo>
                  <a:lnTo>
                    <a:pt x="478971" y="2333897"/>
                  </a:lnTo>
                  <a:lnTo>
                    <a:pt x="0" y="2778034"/>
                  </a:lnTo>
                  <a:lnTo>
                    <a:pt x="0" y="4650377"/>
                  </a:lnTo>
                  <a:lnTo>
                    <a:pt x="1793965" y="3666309"/>
                  </a:lnTo>
                  <a:lnTo>
                    <a:pt x="1793965" y="98406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rtlCol="0" anchor="ctr"/>
            <a:lstStyle/>
            <a:p>
              <a:pPr algn="r"/>
              <a:r>
                <a:rPr lang="en-US" sz="1600" dirty="0">
                  <a:solidFill>
                    <a:schemeClr val="bg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98ECFA4-190C-C233-F2C1-ED5189A26310}"/>
                </a:ext>
              </a:extLst>
            </p:cNvPr>
            <p:cNvSpPr txBox="1"/>
            <p:nvPr/>
          </p:nvSpPr>
          <p:spPr>
            <a:xfrm>
              <a:off x="1733676" y="3669569"/>
              <a:ext cx="3545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pc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53C7A8E-EAE9-A19D-B173-33F0C2427C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4124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C7EDDCC-78BD-D9BD-F288-26152AEED893}"/>
                </a:ext>
              </a:extLst>
            </p:cNvPr>
            <p:cNvSpPr txBox="1"/>
            <p:nvPr/>
          </p:nvSpPr>
          <p:spPr>
            <a:xfrm>
              <a:off x="1968985" y="2379486"/>
              <a:ext cx="3545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+4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0739DAD-9A8E-B139-885B-21B2C8CE14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0690" y="2496757"/>
              <a:ext cx="182880" cy="0"/>
            </a:xfrm>
            <a:prstGeom prst="line">
              <a:avLst/>
            </a:prstGeom>
            <a:ln w="19050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>
              <a:extLst>
                <a:ext uri="{FF2B5EF4-FFF2-40B4-BE49-F238E27FC236}">
                  <a16:creationId xmlns:a16="http://schemas.microsoft.com/office/drawing/2014/main" id="{52B22A22-89E8-E22B-3BB9-1553ABFDB236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AE0D1D35-E09A-0E10-DF39-EC03FEF01F9F}"/>
                </a:ext>
              </a:extLst>
            </p:cNvPr>
            <p:cNvSpPr txBox="1"/>
            <p:nvPr/>
          </p:nvSpPr>
          <p:spPr>
            <a:xfrm>
              <a:off x="657480" y="2967174"/>
              <a:ext cx="52450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pc+4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9840193-7BD3-E934-CEFA-A4929E066C4D}"/>
              </a:ext>
            </a:extLst>
          </p:cNvPr>
          <p:cNvGrpSpPr/>
          <p:nvPr/>
        </p:nvGrpSpPr>
        <p:grpSpPr>
          <a:xfrm>
            <a:off x="4805939" y="2918076"/>
            <a:ext cx="1440473" cy="2023530"/>
            <a:chOff x="4805939" y="2918076"/>
            <a:chExt cx="1440473" cy="2023530"/>
          </a:xfrm>
        </p:grpSpPr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785C8E9D-B4EE-C45B-ED66-9A1C3F370337}"/>
                </a:ext>
              </a:extLst>
            </p:cNvPr>
            <p:cNvSpPr txBox="1"/>
            <p:nvPr/>
          </p:nvSpPr>
          <p:spPr>
            <a:xfrm>
              <a:off x="5853568" y="4679996"/>
              <a:ext cx="341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00" dirty="0" err="1">
                  <a:solidFill>
                    <a:schemeClr val="bg1"/>
                  </a:solidFill>
                  <a:latin typeface="18 VAG Rounded Light   02390" pitchFamily="2" charset="0"/>
                </a:rPr>
                <a:t>clk</a:t>
              </a:r>
              <a:endParaRPr lang="en-US" sz="11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7" name="Isosceles Triangle 59">
              <a:extLst>
                <a:ext uri="{FF2B5EF4-FFF2-40B4-BE49-F238E27FC236}">
                  <a16:creationId xmlns:a16="http://schemas.microsoft.com/office/drawing/2014/main" id="{DFA17601-22CC-0A04-6DCA-5373FB28B4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43281" y="4428532"/>
              <a:ext cx="182880" cy="142528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C043E688-CFD6-1734-89F8-FC157C7E3476}"/>
                </a:ext>
              </a:extLst>
            </p:cNvPr>
            <p:cNvSpPr/>
            <p:nvPr/>
          </p:nvSpPr>
          <p:spPr>
            <a:xfrm>
              <a:off x="4805939" y="2918076"/>
              <a:ext cx="1440473" cy="1655090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wdata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10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rs1	rdata1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rs2	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rdata2</a:t>
              </a:r>
            </a:p>
            <a:p>
              <a:r>
                <a:rPr lang="en-US" sz="1600" b="1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RegFile</a:t>
              </a:r>
              <a:endPara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60775E12-5A3B-0ED0-C03A-FA0B27A35F94}"/>
                </a:ext>
              </a:extLst>
            </p:cNvPr>
            <p:cNvCxnSpPr/>
            <p:nvPr/>
          </p:nvCxnSpPr>
          <p:spPr>
            <a:xfrm flipV="1">
              <a:off x="6024448" y="4561851"/>
              <a:ext cx="0" cy="118145"/>
            </a:xfrm>
            <a:prstGeom prst="line">
              <a:avLst/>
            </a:prstGeom>
            <a:ln w="19050">
              <a:solidFill>
                <a:schemeClr val="accent6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DE86966-A25B-7AF4-87C1-CD66D2AD692F}"/>
              </a:ext>
            </a:extLst>
          </p:cNvPr>
          <p:cNvGrpSpPr/>
          <p:nvPr/>
        </p:nvGrpSpPr>
        <p:grpSpPr>
          <a:xfrm>
            <a:off x="602275" y="882773"/>
            <a:ext cx="11012132" cy="564182"/>
            <a:chOff x="602275" y="882773"/>
            <a:chExt cx="11012132" cy="56418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B6157A-F97F-AF2F-38A2-75D98FE8E836}"/>
                </a:ext>
              </a:extLst>
            </p:cNvPr>
            <p:cNvSpPr txBox="1"/>
            <p:nvPr/>
          </p:nvSpPr>
          <p:spPr>
            <a:xfrm>
              <a:off x="981283" y="882773"/>
              <a:ext cx="22124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PC = PC + 4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F41A03B-D1BC-CDE1-D90F-2B8C6726EEF0}"/>
                </a:ext>
              </a:extLst>
            </p:cNvPr>
            <p:cNvSpPr txBox="1"/>
            <p:nvPr/>
          </p:nvSpPr>
          <p:spPr>
            <a:xfrm>
              <a:off x="5430126" y="882773"/>
              <a:ext cx="44246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R[</a:t>
              </a:r>
              <a:r>
                <a:rPr lang="en-US" sz="2400" b="1" dirty="0" err="1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] = R[rs1] + R[rs2]</a:t>
              </a:r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14A2A129-E2FB-2514-F8EE-3BB1F4499270}"/>
                </a:ext>
              </a:extLst>
            </p:cNvPr>
            <p:cNvSpPr/>
            <p:nvPr/>
          </p:nvSpPr>
          <p:spPr>
            <a:xfrm rot="16200000">
              <a:off x="2015794" y="-111993"/>
              <a:ext cx="143445" cy="2970484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4DDEC6C7-1916-F901-5C0D-8E649775FFE9}"/>
                </a:ext>
              </a:extLst>
            </p:cNvPr>
            <p:cNvSpPr/>
            <p:nvPr/>
          </p:nvSpPr>
          <p:spPr>
            <a:xfrm rot="16200000">
              <a:off x="7570709" y="-2596742"/>
              <a:ext cx="143445" cy="7943950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7" name="Freeform 166">
            <a:extLst>
              <a:ext uri="{FF2B5EF4-FFF2-40B4-BE49-F238E27FC236}">
                <a16:creationId xmlns:a16="http://schemas.microsoft.com/office/drawing/2014/main" id="{BF842E6E-6064-990B-803D-6ABFC69385C1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703738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180BC-19A7-3F80-97B9-F6E78792B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CF9A6AA5-28C9-9932-CA71-CB815A0EC0AC}"/>
              </a:ext>
            </a:extLst>
          </p:cNvPr>
          <p:cNvGrpSpPr/>
          <p:nvPr/>
        </p:nvGrpSpPr>
        <p:grpSpPr>
          <a:xfrm>
            <a:off x="3059473" y="2375192"/>
            <a:ext cx="8077878" cy="1891220"/>
            <a:chOff x="3059473" y="2375192"/>
            <a:chExt cx="8077878" cy="1891220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AAFA3755-1610-5CDA-82AE-E3F32495FB92}"/>
                </a:ext>
              </a:extLst>
            </p:cNvPr>
            <p:cNvGrpSpPr/>
            <p:nvPr/>
          </p:nvGrpSpPr>
          <p:grpSpPr>
            <a:xfrm>
              <a:off x="3302715" y="2375192"/>
              <a:ext cx="7834636" cy="1891220"/>
              <a:chOff x="3302715" y="2375192"/>
              <a:chExt cx="7834636" cy="189122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752BBF9-AD9B-5FA1-355A-875ABF40CF3F}"/>
                  </a:ext>
                </a:extLst>
              </p:cNvPr>
              <p:cNvGrpSpPr/>
              <p:nvPr/>
            </p:nvGrpSpPr>
            <p:grpSpPr>
              <a:xfrm>
                <a:off x="3793678" y="2375192"/>
                <a:ext cx="7343673" cy="1592748"/>
                <a:chOff x="3793678" y="2375192"/>
                <a:chExt cx="7343673" cy="159274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DFC7AAAC-CBE8-4AEB-D892-016BC936C0BE}"/>
                    </a:ext>
                  </a:extLst>
                </p:cNvPr>
                <p:cNvGrpSpPr/>
                <p:nvPr/>
              </p:nvGrpSpPr>
              <p:grpSpPr>
                <a:xfrm>
                  <a:off x="3793678" y="2384802"/>
                  <a:ext cx="7342632" cy="657210"/>
                  <a:chOff x="3793678" y="2384802"/>
                  <a:chExt cx="7342632" cy="657210"/>
                </a:xfrm>
              </p:grpSpPr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E0948DAF-BD58-90E3-63DF-91E212023B55}"/>
                      </a:ext>
                    </a:extLst>
                  </p:cNvPr>
                  <p:cNvCxnSpPr/>
                  <p:nvPr/>
                </p:nvCxnSpPr>
                <p:spPr>
                  <a:xfrm>
                    <a:off x="3793678" y="2384802"/>
                    <a:ext cx="734263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Elbow Connector 23">
                    <a:extLst>
                      <a:ext uri="{FF2B5EF4-FFF2-40B4-BE49-F238E27FC236}">
                        <a16:creationId xmlns:a16="http://schemas.microsoft.com/office/drawing/2014/main" id="{B49C19DA-A4D9-DCC9-2268-343F00626B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3970539" y="2216906"/>
                    <a:ext cx="657210" cy="993002"/>
                  </a:xfrm>
                  <a:prstGeom prst="bentConnector2">
                    <a:avLst/>
                  </a:prstGeom>
                  <a:ln w="28575">
                    <a:solidFill>
                      <a:schemeClr val="bg1"/>
                    </a:solidFill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" name="Elbow Connector 17">
                  <a:extLst>
                    <a:ext uri="{FF2B5EF4-FFF2-40B4-BE49-F238E27FC236}">
                      <a16:creationId xmlns:a16="http://schemas.microsoft.com/office/drawing/2014/main" id="{95FB7076-FB2D-0C5C-1667-1C87CA9DB4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61193" y="2375192"/>
                  <a:ext cx="2276158" cy="1592748"/>
                </a:xfrm>
                <a:prstGeom prst="bentConnector3">
                  <a:avLst>
                    <a:gd name="adj1" fmla="val 99625"/>
                  </a:avLst>
                </a:prstGeom>
                <a:ln w="28575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E6F00D6D-C05A-AC59-6D6C-2E1B19B52354}"/>
                  </a:ext>
                </a:extLst>
              </p:cNvPr>
              <p:cNvSpPr txBox="1"/>
              <p:nvPr/>
            </p:nvSpPr>
            <p:spPr>
              <a:xfrm>
                <a:off x="6200437" y="3455146"/>
                <a:ext cx="69442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R[rs1]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5EC8BDF3-68AE-BF15-F64C-246E8F1897BA}"/>
                  </a:ext>
                </a:extLst>
              </p:cNvPr>
              <p:cNvSpPr txBox="1"/>
              <p:nvPr/>
            </p:nvSpPr>
            <p:spPr>
              <a:xfrm>
                <a:off x="6200437" y="4004802"/>
                <a:ext cx="69442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R[rs2]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291ED79A-2028-3DF7-1442-2DF18A49769F}"/>
                  </a:ext>
                </a:extLst>
              </p:cNvPr>
              <p:cNvSpPr txBox="1"/>
              <p:nvPr/>
            </p:nvSpPr>
            <p:spPr>
              <a:xfrm>
                <a:off x="8834341" y="3722124"/>
                <a:ext cx="43954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add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4C6D9120-935C-9A13-A8F8-D2D74C04A9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1052" y="4243270"/>
                <a:ext cx="2018412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04D7D4DE-EF78-0208-EE73-513BD53A69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6032" y="3676635"/>
                <a:ext cx="2039112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6E4BBE-A107-1B52-DBC2-53A8D1F49984}"/>
                  </a:ext>
                </a:extLst>
              </p:cNvPr>
              <p:cNvSpPr txBox="1"/>
              <p:nvPr/>
            </p:nvSpPr>
            <p:spPr>
              <a:xfrm>
                <a:off x="3302715" y="3211102"/>
                <a:ext cx="1119217" cy="8053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[11:7]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[19:15]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[24:20]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7D6C754-92B9-8BE1-D02C-2A825A5BABB4}"/>
                </a:ext>
              </a:extLst>
            </p:cNvPr>
            <p:cNvGrpSpPr/>
            <p:nvPr/>
          </p:nvGrpSpPr>
          <p:grpSpPr>
            <a:xfrm>
              <a:off x="3059473" y="3420761"/>
              <a:ext cx="1756358" cy="530538"/>
              <a:chOff x="3059473" y="3420761"/>
              <a:chExt cx="1750461" cy="530538"/>
            </a:xfrm>
          </p:grpSpPr>
          <p:cxnSp>
            <p:nvCxnSpPr>
              <p:cNvPr id="15" name="Elbow Connector 14">
                <a:extLst>
                  <a:ext uri="{FF2B5EF4-FFF2-40B4-BE49-F238E27FC236}">
                    <a16:creationId xmlns:a16="http://schemas.microsoft.com/office/drawing/2014/main" id="{D714CFBD-5CFA-948B-1FCC-B3080D89ED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473" y="3420761"/>
                <a:ext cx="1734699" cy="530538"/>
              </a:xfrm>
              <a:prstGeom prst="bentConnector3">
                <a:avLst>
                  <a:gd name="adj1" fmla="val 17787"/>
                </a:avLst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BE328F0C-444D-CA0B-4374-ECD7D2C77324}"/>
                  </a:ext>
                </a:extLst>
              </p:cNvPr>
              <p:cNvCxnSpPr/>
              <p:nvPr/>
            </p:nvCxnSpPr>
            <p:spPr>
              <a:xfrm>
                <a:off x="3357586" y="3685070"/>
                <a:ext cx="1452348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AC0D273C-C27D-84A8-5261-C85C894983C6}"/>
                  </a:ext>
                </a:extLst>
              </p:cNvPr>
              <p:cNvCxnSpPr/>
              <p:nvPr/>
            </p:nvCxnSpPr>
            <p:spPr>
              <a:xfrm>
                <a:off x="3357586" y="3951299"/>
                <a:ext cx="1452348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FD267F-6EB4-DC81-9368-B5002AA20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Tracing/Lighting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(3/7)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92905843-47AA-AD60-05AA-713F53C2F594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26C4C48A-73C3-3516-DBC6-1260D5D61995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E0C41D88-2B9F-4F8E-0233-506F85A19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98462A52-9FBB-D481-056B-8E920A258395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454" name="TextBox 453">
            <a:extLst>
              <a:ext uri="{FF2B5EF4-FFF2-40B4-BE49-F238E27FC236}">
                <a16:creationId xmlns:a16="http://schemas.microsoft.com/office/drawing/2014/main" id="{C2E7ED01-C0E9-85D7-0EB8-DBD26199F9B0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6813D1A4-3BA9-D7FE-F483-1EA3C1303A61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E958A63-973B-179B-CFC5-62E009390C66}"/>
              </a:ext>
            </a:extLst>
          </p:cNvPr>
          <p:cNvGrpSpPr/>
          <p:nvPr/>
        </p:nvGrpSpPr>
        <p:grpSpPr>
          <a:xfrm>
            <a:off x="657480" y="2260284"/>
            <a:ext cx="2714060" cy="1670895"/>
            <a:chOff x="657480" y="2260284"/>
            <a:chExt cx="2714060" cy="1670895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C69FC1D0-8AB1-308F-9042-A6206250885A}"/>
                </a:ext>
              </a:extLst>
            </p:cNvPr>
            <p:cNvGrpSpPr/>
            <p:nvPr/>
          </p:nvGrpSpPr>
          <p:grpSpPr>
            <a:xfrm>
              <a:off x="659332" y="2260284"/>
              <a:ext cx="2712208" cy="1417320"/>
              <a:chOff x="669619" y="2248996"/>
              <a:chExt cx="2712208" cy="141732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2CC4C6A2-6A08-2F8A-62C0-33BA8FA84B52}"/>
                  </a:ext>
                </a:extLst>
              </p:cNvPr>
              <p:cNvGrpSpPr/>
              <p:nvPr/>
            </p:nvGrpSpPr>
            <p:grpSpPr>
              <a:xfrm>
                <a:off x="669619" y="2260284"/>
                <a:ext cx="2712208" cy="1389326"/>
                <a:chOff x="669619" y="2260284"/>
                <a:chExt cx="2712208" cy="1389326"/>
              </a:xfrm>
            </p:grpSpPr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AFA85997-F06C-4594-CF7C-88CED8ACAE42}"/>
                    </a:ext>
                  </a:extLst>
                </p:cNvPr>
                <p:cNvGrpSpPr/>
                <p:nvPr/>
              </p:nvGrpSpPr>
              <p:grpSpPr>
                <a:xfrm>
                  <a:off x="675203" y="2260284"/>
                  <a:ext cx="2706624" cy="477526"/>
                  <a:chOff x="675203" y="2260284"/>
                  <a:chExt cx="2706624" cy="477526"/>
                </a:xfrm>
              </p:grpSpPr>
              <p:cxnSp>
                <p:nvCxnSpPr>
                  <p:cNvPr id="144" name="Elbow Connector 143">
                    <a:extLst>
                      <a:ext uri="{FF2B5EF4-FFF2-40B4-BE49-F238E27FC236}">
                        <a16:creationId xmlns:a16="http://schemas.microsoft.com/office/drawing/2014/main" id="{E91EBF26-6FE5-8938-0784-24A526A5D5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9590" y="2363686"/>
                    <a:ext cx="477525" cy="270723"/>
                  </a:xfrm>
                  <a:prstGeom prst="bentConnector3">
                    <a:avLst>
                      <a:gd name="adj1" fmla="val -2954"/>
                    </a:avLst>
                  </a:prstGeom>
                  <a:ln w="28575">
                    <a:solidFill>
                      <a:schemeClr val="bg1"/>
                    </a:solidFill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traight Connector 144">
                    <a:extLst>
                      <a:ext uri="{FF2B5EF4-FFF2-40B4-BE49-F238E27FC236}">
                        <a16:creationId xmlns:a16="http://schemas.microsoft.com/office/drawing/2014/main" id="{3B37F670-FE6C-4982-4C35-88A0BB8EE3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5203" y="2260284"/>
                    <a:ext cx="2706624" cy="1985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43" name="Straight Arrow Connector 142">
                  <a:extLst>
                    <a:ext uri="{FF2B5EF4-FFF2-40B4-BE49-F238E27FC236}">
                      <a16:creationId xmlns:a16="http://schemas.microsoft.com/office/drawing/2014/main" id="{BB86415B-DBA7-7493-3B3C-91C024A02D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9619" y="3649608"/>
                  <a:ext cx="768096" cy="2"/>
                </a:xfrm>
                <a:prstGeom prst="straightConnector1">
                  <a:avLst/>
                </a:prstGeom>
                <a:ln w="28575">
                  <a:solidFill>
                    <a:schemeClr val="bg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5886C893-F3D1-1E7A-C97D-980D269C12F1}"/>
                  </a:ext>
                </a:extLst>
              </p:cNvPr>
              <p:cNvCxnSpPr/>
              <p:nvPr/>
            </p:nvCxnSpPr>
            <p:spPr>
              <a:xfrm flipH="1">
                <a:off x="675203" y="2248996"/>
                <a:ext cx="0" cy="141732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41E9F241-D4A8-FAC2-F312-65C815D3639B}"/>
                </a:ext>
              </a:extLst>
            </p:cNvPr>
            <p:cNvSpPr>
              <a:spLocks/>
            </p:cNvSpPr>
            <p:nvPr/>
          </p:nvSpPr>
          <p:spPr>
            <a:xfrm>
              <a:off x="2458278" y="2385959"/>
              <a:ext cx="644039" cy="714015"/>
            </a:xfrm>
            <a:custGeom>
              <a:avLst/>
              <a:gdLst>
                <a:gd name="connsiteX0" fmla="*/ 0 w 1793965"/>
                <a:gd name="connsiteY0" fmla="*/ 0 h 4650377"/>
                <a:gd name="connsiteX1" fmla="*/ 0 w 1793965"/>
                <a:gd name="connsiteY1" fmla="*/ 1898469 h 4650377"/>
                <a:gd name="connsiteX2" fmla="*/ 478971 w 1793965"/>
                <a:gd name="connsiteY2" fmla="*/ 2333897 h 4650377"/>
                <a:gd name="connsiteX3" fmla="*/ 0 w 1793965"/>
                <a:gd name="connsiteY3" fmla="*/ 2778034 h 4650377"/>
                <a:gd name="connsiteX4" fmla="*/ 0 w 1793965"/>
                <a:gd name="connsiteY4" fmla="*/ 4650377 h 4650377"/>
                <a:gd name="connsiteX5" fmla="*/ 1793965 w 1793965"/>
                <a:gd name="connsiteY5" fmla="*/ 3666309 h 4650377"/>
                <a:gd name="connsiteX6" fmla="*/ 1793965 w 1793965"/>
                <a:gd name="connsiteY6" fmla="*/ 984069 h 4650377"/>
                <a:gd name="connsiteX7" fmla="*/ 0 w 1793965"/>
                <a:gd name="connsiteY7" fmla="*/ 0 h 465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3965" h="4650377">
                  <a:moveTo>
                    <a:pt x="0" y="0"/>
                  </a:moveTo>
                  <a:lnTo>
                    <a:pt x="0" y="1898469"/>
                  </a:lnTo>
                  <a:lnTo>
                    <a:pt x="478971" y="2333897"/>
                  </a:lnTo>
                  <a:lnTo>
                    <a:pt x="0" y="2778034"/>
                  </a:lnTo>
                  <a:lnTo>
                    <a:pt x="0" y="4650377"/>
                  </a:lnTo>
                  <a:lnTo>
                    <a:pt x="1793965" y="3666309"/>
                  </a:lnTo>
                  <a:lnTo>
                    <a:pt x="1793965" y="98406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rtlCol="0" anchor="ctr"/>
            <a:lstStyle/>
            <a:p>
              <a:pPr algn="r"/>
              <a:r>
                <a:rPr lang="en-US" sz="1600" dirty="0">
                  <a:solidFill>
                    <a:schemeClr val="bg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983F861-896D-1689-1C15-D8E406F9A6C1}"/>
                </a:ext>
              </a:extLst>
            </p:cNvPr>
            <p:cNvSpPr txBox="1"/>
            <p:nvPr/>
          </p:nvSpPr>
          <p:spPr>
            <a:xfrm>
              <a:off x="1733676" y="3669569"/>
              <a:ext cx="3545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pc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249F5F3-E915-BED2-4398-564F8FFC77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4124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0450CBD-F244-1D3A-2524-3BC43D553563}"/>
                </a:ext>
              </a:extLst>
            </p:cNvPr>
            <p:cNvSpPr txBox="1"/>
            <p:nvPr/>
          </p:nvSpPr>
          <p:spPr>
            <a:xfrm>
              <a:off x="1968985" y="2379486"/>
              <a:ext cx="3545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+4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3280B87-4253-E5AD-782A-4E5B6224A0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0690" y="2496757"/>
              <a:ext cx="182880" cy="0"/>
            </a:xfrm>
            <a:prstGeom prst="line">
              <a:avLst/>
            </a:prstGeom>
            <a:ln w="19050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>
              <a:extLst>
                <a:ext uri="{FF2B5EF4-FFF2-40B4-BE49-F238E27FC236}">
                  <a16:creationId xmlns:a16="http://schemas.microsoft.com/office/drawing/2014/main" id="{8436D6E8-A1DB-6073-0612-13B73E02C542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361C64CC-793B-27F2-62EA-2E8D05384434}"/>
                </a:ext>
              </a:extLst>
            </p:cNvPr>
            <p:cNvSpPr txBox="1"/>
            <p:nvPr/>
          </p:nvSpPr>
          <p:spPr>
            <a:xfrm>
              <a:off x="657480" y="2967174"/>
              <a:ext cx="52450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pc+4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70AA8FF-832D-E30C-B013-59642D30A9C4}"/>
              </a:ext>
            </a:extLst>
          </p:cNvPr>
          <p:cNvGrpSpPr/>
          <p:nvPr/>
        </p:nvGrpSpPr>
        <p:grpSpPr>
          <a:xfrm>
            <a:off x="4805939" y="2918076"/>
            <a:ext cx="1440473" cy="2023530"/>
            <a:chOff x="4805939" y="2918076"/>
            <a:chExt cx="1440473" cy="2023530"/>
          </a:xfrm>
        </p:grpSpPr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331CAF9A-A6E7-27BF-66A9-8CBD69CD0487}"/>
                </a:ext>
              </a:extLst>
            </p:cNvPr>
            <p:cNvSpPr txBox="1"/>
            <p:nvPr/>
          </p:nvSpPr>
          <p:spPr>
            <a:xfrm>
              <a:off x="5853568" y="4679996"/>
              <a:ext cx="341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00" dirty="0" err="1">
                  <a:solidFill>
                    <a:schemeClr val="bg1"/>
                  </a:solidFill>
                  <a:latin typeface="18 VAG Rounded Light   02390" pitchFamily="2" charset="0"/>
                </a:rPr>
                <a:t>clk</a:t>
              </a:r>
              <a:endParaRPr lang="en-US" sz="11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7" name="Isosceles Triangle 59">
              <a:extLst>
                <a:ext uri="{FF2B5EF4-FFF2-40B4-BE49-F238E27FC236}">
                  <a16:creationId xmlns:a16="http://schemas.microsoft.com/office/drawing/2014/main" id="{8A75E970-161D-46C4-ADED-EF4FD40D69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43281" y="4428532"/>
              <a:ext cx="182880" cy="142528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AF18D1F7-A00A-3DF9-22EB-F5BE030136F3}"/>
                </a:ext>
              </a:extLst>
            </p:cNvPr>
            <p:cNvSpPr/>
            <p:nvPr/>
          </p:nvSpPr>
          <p:spPr>
            <a:xfrm>
              <a:off x="4805939" y="2918076"/>
              <a:ext cx="1440473" cy="1655090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wdata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10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rs1	rdata1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rs2	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rdata2</a:t>
              </a:r>
            </a:p>
            <a:p>
              <a:r>
                <a:rPr lang="en-US" sz="1600" b="1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RegFile</a:t>
              </a:r>
              <a:endPara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A0EAD771-BED5-9D88-3E25-04F1F76C18B9}"/>
                </a:ext>
              </a:extLst>
            </p:cNvPr>
            <p:cNvCxnSpPr/>
            <p:nvPr/>
          </p:nvCxnSpPr>
          <p:spPr>
            <a:xfrm flipV="1">
              <a:off x="6024448" y="4561851"/>
              <a:ext cx="0" cy="118145"/>
            </a:xfrm>
            <a:prstGeom prst="line">
              <a:avLst/>
            </a:prstGeom>
            <a:ln w="19050">
              <a:solidFill>
                <a:schemeClr val="accent6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CECF5F6-0B64-3577-8EE6-1762A13217F3}"/>
              </a:ext>
            </a:extLst>
          </p:cNvPr>
          <p:cNvGrpSpPr/>
          <p:nvPr/>
        </p:nvGrpSpPr>
        <p:grpSpPr>
          <a:xfrm>
            <a:off x="602275" y="882773"/>
            <a:ext cx="11012132" cy="564182"/>
            <a:chOff x="602275" y="882773"/>
            <a:chExt cx="11012132" cy="56418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D2F0E5-DD75-06A0-10A9-7C6A4EA535C9}"/>
                </a:ext>
              </a:extLst>
            </p:cNvPr>
            <p:cNvSpPr txBox="1"/>
            <p:nvPr/>
          </p:nvSpPr>
          <p:spPr>
            <a:xfrm>
              <a:off x="981283" y="882773"/>
              <a:ext cx="22124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PC = PC + 4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9A7863-24AD-A5A7-A2B1-12631D055E4E}"/>
                </a:ext>
              </a:extLst>
            </p:cNvPr>
            <p:cNvSpPr txBox="1"/>
            <p:nvPr/>
          </p:nvSpPr>
          <p:spPr>
            <a:xfrm>
              <a:off x="5430126" y="882773"/>
              <a:ext cx="44246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R[</a:t>
              </a:r>
              <a:r>
                <a:rPr lang="en-US" sz="2400" b="1" dirty="0" err="1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] = R[rs1] + R[rs2]</a:t>
              </a:r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77607BE6-7B8A-2ED9-3BDD-2DA1A3F8FE74}"/>
                </a:ext>
              </a:extLst>
            </p:cNvPr>
            <p:cNvSpPr/>
            <p:nvPr/>
          </p:nvSpPr>
          <p:spPr>
            <a:xfrm rot="16200000">
              <a:off x="2015794" y="-111993"/>
              <a:ext cx="143445" cy="2970484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0E8CC7D4-8788-554D-5E6E-C3F3075AEFDF}"/>
                </a:ext>
              </a:extLst>
            </p:cNvPr>
            <p:cNvSpPr/>
            <p:nvPr/>
          </p:nvSpPr>
          <p:spPr>
            <a:xfrm rot="16200000">
              <a:off x="7570709" y="-2596742"/>
              <a:ext cx="143445" cy="7943950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F8F75EA-876C-596A-91AB-D551DD416F91}"/>
              </a:ext>
            </a:extLst>
          </p:cNvPr>
          <p:cNvSpPr txBox="1"/>
          <p:nvPr/>
        </p:nvSpPr>
        <p:spPr>
          <a:xfrm>
            <a:off x="293424" y="148877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F1E7B23-2417-C374-AAE3-E5E06D022035}"/>
              </a:ext>
            </a:extLst>
          </p:cNvPr>
          <p:cNvGrpSpPr/>
          <p:nvPr/>
        </p:nvGrpSpPr>
        <p:grpSpPr>
          <a:xfrm>
            <a:off x="634436" y="2260284"/>
            <a:ext cx="2779776" cy="1417320"/>
            <a:chOff x="786836" y="2412684"/>
            <a:chExt cx="2779776" cy="1417320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9477EC5F-D818-F035-DC68-378CBBC2F5E6}"/>
                </a:ext>
              </a:extLst>
            </p:cNvPr>
            <p:cNvGrpSpPr/>
            <p:nvPr/>
          </p:nvGrpSpPr>
          <p:grpSpPr>
            <a:xfrm>
              <a:off x="786836" y="2412684"/>
              <a:ext cx="2779776" cy="1417320"/>
              <a:chOff x="644723" y="2248996"/>
              <a:chExt cx="2779776" cy="141732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44309D3D-9572-7C0F-719C-896852E36DF5}"/>
                  </a:ext>
                </a:extLst>
              </p:cNvPr>
              <p:cNvGrpSpPr/>
              <p:nvPr/>
            </p:nvGrpSpPr>
            <p:grpSpPr>
              <a:xfrm>
                <a:off x="644723" y="2260284"/>
                <a:ext cx="2779776" cy="1389326"/>
                <a:chOff x="644723" y="2260284"/>
                <a:chExt cx="2779776" cy="1389326"/>
              </a:xfrm>
            </p:grpSpPr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1FA0A6BE-C5E8-D6ED-4EDD-CAA4BAC617C0}"/>
                    </a:ext>
                  </a:extLst>
                </p:cNvPr>
                <p:cNvGrpSpPr/>
                <p:nvPr/>
              </p:nvGrpSpPr>
              <p:grpSpPr>
                <a:xfrm>
                  <a:off x="644723" y="2260284"/>
                  <a:ext cx="2779776" cy="477526"/>
                  <a:chOff x="644723" y="2260284"/>
                  <a:chExt cx="2779776" cy="477526"/>
                </a:xfrm>
              </p:grpSpPr>
              <p:cxnSp>
                <p:nvCxnSpPr>
                  <p:cNvPr id="152" name="Elbow Connector 151">
                    <a:extLst>
                      <a:ext uri="{FF2B5EF4-FFF2-40B4-BE49-F238E27FC236}">
                        <a16:creationId xmlns:a16="http://schemas.microsoft.com/office/drawing/2014/main" id="{A4F873C2-3201-B302-EA81-3A5650B7ED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3019910" y="2363686"/>
                    <a:ext cx="477525" cy="270723"/>
                  </a:xfrm>
                  <a:prstGeom prst="bentConnector3">
                    <a:avLst>
                      <a:gd name="adj1" fmla="val -2954"/>
                    </a:avLst>
                  </a:prstGeom>
                  <a:ln w="57150">
                    <a:solidFill>
                      <a:schemeClr val="accent2"/>
                    </a:solidFill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C93B1D68-5E8E-2497-3481-7C6297740C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44723" y="2260284"/>
                    <a:ext cx="2779776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0" name="Straight Arrow Connector 149">
                  <a:extLst>
                    <a:ext uri="{FF2B5EF4-FFF2-40B4-BE49-F238E27FC236}">
                      <a16:creationId xmlns:a16="http://schemas.microsoft.com/office/drawing/2014/main" id="{253821DB-43DF-AB12-8119-86D1012F63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9619" y="3649608"/>
                  <a:ext cx="768096" cy="2"/>
                </a:xfrm>
                <a:prstGeom prst="straightConnector1">
                  <a:avLst/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B4960E23-3489-1659-08E5-0565DA451E76}"/>
                  </a:ext>
                </a:extLst>
              </p:cNvPr>
              <p:cNvCxnSpPr/>
              <p:nvPr/>
            </p:nvCxnSpPr>
            <p:spPr>
              <a:xfrm flipH="1">
                <a:off x="675203" y="2248996"/>
                <a:ext cx="0" cy="141732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8EC4BDDC-F6D6-9D90-CDE8-AA021D1658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4705" y="380652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Elbow Connector 154">
              <a:extLst>
                <a:ext uri="{FF2B5EF4-FFF2-40B4-BE49-F238E27FC236}">
                  <a16:creationId xmlns:a16="http://schemas.microsoft.com/office/drawing/2014/main" id="{AACC1A32-B14B-1651-2C3B-D576E40C7EE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982881" y="3198880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Freeform 166">
            <a:extLst>
              <a:ext uri="{FF2B5EF4-FFF2-40B4-BE49-F238E27FC236}">
                <a16:creationId xmlns:a16="http://schemas.microsoft.com/office/drawing/2014/main" id="{1B3028E3-7C10-3804-7C39-73FFBDFFA507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461402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7ED49-C11C-F710-E086-984C2C55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94C87B74-B04F-EC6F-7FEE-5D5E3C32B9FF}"/>
              </a:ext>
            </a:extLst>
          </p:cNvPr>
          <p:cNvGrpSpPr/>
          <p:nvPr/>
        </p:nvGrpSpPr>
        <p:grpSpPr>
          <a:xfrm>
            <a:off x="3059473" y="2375192"/>
            <a:ext cx="8077878" cy="1891220"/>
            <a:chOff x="3059473" y="2375192"/>
            <a:chExt cx="8077878" cy="1891220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2AD5694B-6313-0A6E-C49A-7667B98A198D}"/>
                </a:ext>
              </a:extLst>
            </p:cNvPr>
            <p:cNvGrpSpPr/>
            <p:nvPr/>
          </p:nvGrpSpPr>
          <p:grpSpPr>
            <a:xfrm>
              <a:off x="3302715" y="2375192"/>
              <a:ext cx="7834636" cy="1891220"/>
              <a:chOff x="3302715" y="2375192"/>
              <a:chExt cx="7834636" cy="189122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FC9EBA9-7769-A055-A1C7-7F7758F7C88D}"/>
                  </a:ext>
                </a:extLst>
              </p:cNvPr>
              <p:cNvGrpSpPr/>
              <p:nvPr/>
            </p:nvGrpSpPr>
            <p:grpSpPr>
              <a:xfrm>
                <a:off x="3793678" y="2375192"/>
                <a:ext cx="7343673" cy="1592748"/>
                <a:chOff x="3793678" y="2375192"/>
                <a:chExt cx="7343673" cy="159274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0BC8CD33-AABC-7EA7-C0E3-024F4781D161}"/>
                    </a:ext>
                  </a:extLst>
                </p:cNvPr>
                <p:cNvGrpSpPr/>
                <p:nvPr/>
              </p:nvGrpSpPr>
              <p:grpSpPr>
                <a:xfrm>
                  <a:off x="3793678" y="2384802"/>
                  <a:ext cx="7342632" cy="657210"/>
                  <a:chOff x="3793678" y="2384802"/>
                  <a:chExt cx="7342632" cy="657210"/>
                </a:xfrm>
              </p:grpSpPr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740099BB-8BE6-8CF1-C95D-4233F52533FA}"/>
                      </a:ext>
                    </a:extLst>
                  </p:cNvPr>
                  <p:cNvCxnSpPr/>
                  <p:nvPr/>
                </p:nvCxnSpPr>
                <p:spPr>
                  <a:xfrm>
                    <a:off x="3793678" y="2384802"/>
                    <a:ext cx="734263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Elbow Connector 23">
                    <a:extLst>
                      <a:ext uri="{FF2B5EF4-FFF2-40B4-BE49-F238E27FC236}">
                        <a16:creationId xmlns:a16="http://schemas.microsoft.com/office/drawing/2014/main" id="{A871D3CB-34C4-2E9C-F492-109845A99E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3970539" y="2216906"/>
                    <a:ext cx="657210" cy="993002"/>
                  </a:xfrm>
                  <a:prstGeom prst="bentConnector2">
                    <a:avLst/>
                  </a:prstGeom>
                  <a:ln w="28575">
                    <a:solidFill>
                      <a:schemeClr val="bg1"/>
                    </a:solidFill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" name="Elbow Connector 17">
                  <a:extLst>
                    <a:ext uri="{FF2B5EF4-FFF2-40B4-BE49-F238E27FC236}">
                      <a16:creationId xmlns:a16="http://schemas.microsoft.com/office/drawing/2014/main" id="{D07430C6-C0FE-84A8-D332-DE69BA3043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61193" y="2375192"/>
                  <a:ext cx="2276158" cy="1592748"/>
                </a:xfrm>
                <a:prstGeom prst="bentConnector3">
                  <a:avLst>
                    <a:gd name="adj1" fmla="val 99625"/>
                  </a:avLst>
                </a:prstGeom>
                <a:ln w="28575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51DED37A-06FA-71F9-67A3-1D2028D753E4}"/>
                  </a:ext>
                </a:extLst>
              </p:cNvPr>
              <p:cNvSpPr txBox="1"/>
              <p:nvPr/>
            </p:nvSpPr>
            <p:spPr>
              <a:xfrm>
                <a:off x="6200437" y="3455146"/>
                <a:ext cx="69442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R[rs1]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39EEEC47-242F-56F2-562C-DF631BEDC4F1}"/>
                  </a:ext>
                </a:extLst>
              </p:cNvPr>
              <p:cNvSpPr txBox="1"/>
              <p:nvPr/>
            </p:nvSpPr>
            <p:spPr>
              <a:xfrm>
                <a:off x="6200437" y="4004802"/>
                <a:ext cx="69442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R[rs2]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7E7170C3-CC50-A21A-CB8C-82E58F525984}"/>
                  </a:ext>
                </a:extLst>
              </p:cNvPr>
              <p:cNvSpPr txBox="1"/>
              <p:nvPr/>
            </p:nvSpPr>
            <p:spPr>
              <a:xfrm>
                <a:off x="8834341" y="3722124"/>
                <a:ext cx="43954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add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EF1DF699-D43F-48D0-BCB0-9DBF8EC447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1052" y="4243270"/>
                <a:ext cx="2018412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4261162-0EDE-DACE-EC7E-97FFC6075E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6032" y="3676635"/>
                <a:ext cx="2039112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8DA58B-A1BE-82B7-7BB8-17553B21D8FA}"/>
                  </a:ext>
                </a:extLst>
              </p:cNvPr>
              <p:cNvSpPr txBox="1"/>
              <p:nvPr/>
            </p:nvSpPr>
            <p:spPr>
              <a:xfrm>
                <a:off x="3302715" y="3211102"/>
                <a:ext cx="1119217" cy="8053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[11:7]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[19:15]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[24:20]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423C6E4-20A1-14E2-52A8-0C5B94C2763B}"/>
                </a:ext>
              </a:extLst>
            </p:cNvPr>
            <p:cNvGrpSpPr/>
            <p:nvPr/>
          </p:nvGrpSpPr>
          <p:grpSpPr>
            <a:xfrm>
              <a:off x="3059473" y="3420761"/>
              <a:ext cx="1756358" cy="530538"/>
              <a:chOff x="3059473" y="3420761"/>
              <a:chExt cx="1750461" cy="530538"/>
            </a:xfrm>
          </p:grpSpPr>
          <p:cxnSp>
            <p:nvCxnSpPr>
              <p:cNvPr id="15" name="Elbow Connector 14">
                <a:extLst>
                  <a:ext uri="{FF2B5EF4-FFF2-40B4-BE49-F238E27FC236}">
                    <a16:creationId xmlns:a16="http://schemas.microsoft.com/office/drawing/2014/main" id="{4F16C49B-8222-EA9F-7BE3-9ABAF39F91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473" y="3420761"/>
                <a:ext cx="1734699" cy="530538"/>
              </a:xfrm>
              <a:prstGeom prst="bentConnector3">
                <a:avLst>
                  <a:gd name="adj1" fmla="val 17787"/>
                </a:avLst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E42DC4F9-74D7-EC29-2D69-3984EB1A1CDB}"/>
                  </a:ext>
                </a:extLst>
              </p:cNvPr>
              <p:cNvCxnSpPr/>
              <p:nvPr/>
            </p:nvCxnSpPr>
            <p:spPr>
              <a:xfrm>
                <a:off x="3357586" y="3685070"/>
                <a:ext cx="1452348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38963DEF-75B1-D6F5-0E5C-A48F8CC4596E}"/>
                  </a:ext>
                </a:extLst>
              </p:cNvPr>
              <p:cNvCxnSpPr/>
              <p:nvPr/>
            </p:nvCxnSpPr>
            <p:spPr>
              <a:xfrm>
                <a:off x="3357586" y="3951299"/>
                <a:ext cx="1452348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E7DB71-7E32-29C8-8A87-248E3573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Tracing/Lighting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(4/7)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A5F4E8C3-2985-ADAA-DD15-AE5978882D63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649868F9-2A93-B64B-F1A4-12B0F9D5E95E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BBE6DEA9-1265-E45D-B24D-B25EF373B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C877E80B-43F0-EB25-5B8B-D3BC88ED7D7B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454" name="TextBox 453">
            <a:extLst>
              <a:ext uri="{FF2B5EF4-FFF2-40B4-BE49-F238E27FC236}">
                <a16:creationId xmlns:a16="http://schemas.microsoft.com/office/drawing/2014/main" id="{A448C700-1BC6-86FD-A9E8-5AAAF57393CF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82B75ED0-73B5-A94A-0D50-6144E4220D29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1F61111-FC02-1980-B331-0AB8045667DB}"/>
              </a:ext>
            </a:extLst>
          </p:cNvPr>
          <p:cNvGrpSpPr/>
          <p:nvPr/>
        </p:nvGrpSpPr>
        <p:grpSpPr>
          <a:xfrm>
            <a:off x="657480" y="2260284"/>
            <a:ext cx="2714060" cy="1670895"/>
            <a:chOff x="657480" y="2260284"/>
            <a:chExt cx="2714060" cy="1670895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7E7D3A1B-C603-E038-7F70-762E701BBCEA}"/>
                </a:ext>
              </a:extLst>
            </p:cNvPr>
            <p:cNvGrpSpPr/>
            <p:nvPr/>
          </p:nvGrpSpPr>
          <p:grpSpPr>
            <a:xfrm>
              <a:off x="659332" y="2260284"/>
              <a:ext cx="2712208" cy="1417320"/>
              <a:chOff x="669619" y="2248996"/>
              <a:chExt cx="2712208" cy="141732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C241487F-BA78-E839-4559-C3139A6F0927}"/>
                  </a:ext>
                </a:extLst>
              </p:cNvPr>
              <p:cNvGrpSpPr/>
              <p:nvPr/>
            </p:nvGrpSpPr>
            <p:grpSpPr>
              <a:xfrm>
                <a:off x="669619" y="2260284"/>
                <a:ext cx="2712208" cy="1389326"/>
                <a:chOff x="669619" y="2260284"/>
                <a:chExt cx="2712208" cy="1389326"/>
              </a:xfrm>
            </p:grpSpPr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5E37E72F-29A4-1233-728B-106047AC0265}"/>
                    </a:ext>
                  </a:extLst>
                </p:cNvPr>
                <p:cNvGrpSpPr/>
                <p:nvPr/>
              </p:nvGrpSpPr>
              <p:grpSpPr>
                <a:xfrm>
                  <a:off x="675203" y="2260284"/>
                  <a:ext cx="2706624" cy="477526"/>
                  <a:chOff x="675203" y="2260284"/>
                  <a:chExt cx="2706624" cy="477526"/>
                </a:xfrm>
              </p:grpSpPr>
              <p:cxnSp>
                <p:nvCxnSpPr>
                  <p:cNvPr id="144" name="Elbow Connector 143">
                    <a:extLst>
                      <a:ext uri="{FF2B5EF4-FFF2-40B4-BE49-F238E27FC236}">
                        <a16:creationId xmlns:a16="http://schemas.microsoft.com/office/drawing/2014/main" id="{8D53BE7A-3A91-5568-5C23-77456354BB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9590" y="2363686"/>
                    <a:ext cx="477525" cy="270723"/>
                  </a:xfrm>
                  <a:prstGeom prst="bentConnector3">
                    <a:avLst>
                      <a:gd name="adj1" fmla="val -2954"/>
                    </a:avLst>
                  </a:prstGeom>
                  <a:ln w="28575">
                    <a:solidFill>
                      <a:schemeClr val="bg1"/>
                    </a:solidFill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traight Connector 144">
                    <a:extLst>
                      <a:ext uri="{FF2B5EF4-FFF2-40B4-BE49-F238E27FC236}">
                        <a16:creationId xmlns:a16="http://schemas.microsoft.com/office/drawing/2014/main" id="{3FB8A9B6-81FE-3AC2-B241-EDF6B89393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5203" y="2260284"/>
                    <a:ext cx="2706624" cy="1985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43" name="Straight Arrow Connector 142">
                  <a:extLst>
                    <a:ext uri="{FF2B5EF4-FFF2-40B4-BE49-F238E27FC236}">
                      <a16:creationId xmlns:a16="http://schemas.microsoft.com/office/drawing/2014/main" id="{0763014A-7066-59F5-4930-783B051A2D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9619" y="3649608"/>
                  <a:ext cx="768096" cy="2"/>
                </a:xfrm>
                <a:prstGeom prst="straightConnector1">
                  <a:avLst/>
                </a:prstGeom>
                <a:ln w="28575">
                  <a:solidFill>
                    <a:schemeClr val="bg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2993FFEC-B06B-D6C1-F026-8EF354A3FB40}"/>
                  </a:ext>
                </a:extLst>
              </p:cNvPr>
              <p:cNvCxnSpPr/>
              <p:nvPr/>
            </p:nvCxnSpPr>
            <p:spPr>
              <a:xfrm flipH="1">
                <a:off x="675203" y="2248996"/>
                <a:ext cx="0" cy="141732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F6C52EEF-42EB-796D-B8A9-3513B490D22D}"/>
                </a:ext>
              </a:extLst>
            </p:cNvPr>
            <p:cNvSpPr>
              <a:spLocks/>
            </p:cNvSpPr>
            <p:nvPr/>
          </p:nvSpPr>
          <p:spPr>
            <a:xfrm>
              <a:off x="2458278" y="2385959"/>
              <a:ext cx="644039" cy="714015"/>
            </a:xfrm>
            <a:custGeom>
              <a:avLst/>
              <a:gdLst>
                <a:gd name="connsiteX0" fmla="*/ 0 w 1793965"/>
                <a:gd name="connsiteY0" fmla="*/ 0 h 4650377"/>
                <a:gd name="connsiteX1" fmla="*/ 0 w 1793965"/>
                <a:gd name="connsiteY1" fmla="*/ 1898469 h 4650377"/>
                <a:gd name="connsiteX2" fmla="*/ 478971 w 1793965"/>
                <a:gd name="connsiteY2" fmla="*/ 2333897 h 4650377"/>
                <a:gd name="connsiteX3" fmla="*/ 0 w 1793965"/>
                <a:gd name="connsiteY3" fmla="*/ 2778034 h 4650377"/>
                <a:gd name="connsiteX4" fmla="*/ 0 w 1793965"/>
                <a:gd name="connsiteY4" fmla="*/ 4650377 h 4650377"/>
                <a:gd name="connsiteX5" fmla="*/ 1793965 w 1793965"/>
                <a:gd name="connsiteY5" fmla="*/ 3666309 h 4650377"/>
                <a:gd name="connsiteX6" fmla="*/ 1793965 w 1793965"/>
                <a:gd name="connsiteY6" fmla="*/ 984069 h 4650377"/>
                <a:gd name="connsiteX7" fmla="*/ 0 w 1793965"/>
                <a:gd name="connsiteY7" fmla="*/ 0 h 465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3965" h="4650377">
                  <a:moveTo>
                    <a:pt x="0" y="0"/>
                  </a:moveTo>
                  <a:lnTo>
                    <a:pt x="0" y="1898469"/>
                  </a:lnTo>
                  <a:lnTo>
                    <a:pt x="478971" y="2333897"/>
                  </a:lnTo>
                  <a:lnTo>
                    <a:pt x="0" y="2778034"/>
                  </a:lnTo>
                  <a:lnTo>
                    <a:pt x="0" y="4650377"/>
                  </a:lnTo>
                  <a:lnTo>
                    <a:pt x="1793965" y="3666309"/>
                  </a:lnTo>
                  <a:lnTo>
                    <a:pt x="1793965" y="98406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rtlCol="0" anchor="ctr"/>
            <a:lstStyle/>
            <a:p>
              <a:pPr algn="r"/>
              <a:r>
                <a:rPr lang="en-US" sz="1600" dirty="0">
                  <a:solidFill>
                    <a:schemeClr val="bg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FC4330C-EE37-DAFB-799A-D7163BC37826}"/>
                </a:ext>
              </a:extLst>
            </p:cNvPr>
            <p:cNvSpPr txBox="1"/>
            <p:nvPr/>
          </p:nvSpPr>
          <p:spPr>
            <a:xfrm>
              <a:off x="1733676" y="3669569"/>
              <a:ext cx="3545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pc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BA84606-056C-B9E3-42E1-402290A15B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4124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B68AB2D-34CE-33D0-CEFF-CDFE9701D8FE}"/>
                </a:ext>
              </a:extLst>
            </p:cNvPr>
            <p:cNvSpPr txBox="1"/>
            <p:nvPr/>
          </p:nvSpPr>
          <p:spPr>
            <a:xfrm>
              <a:off x="1968985" y="2379486"/>
              <a:ext cx="3545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+4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358CD8-247C-5651-A2A8-A3B8968688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0690" y="2496757"/>
              <a:ext cx="182880" cy="0"/>
            </a:xfrm>
            <a:prstGeom prst="line">
              <a:avLst/>
            </a:prstGeom>
            <a:ln w="19050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>
              <a:extLst>
                <a:ext uri="{FF2B5EF4-FFF2-40B4-BE49-F238E27FC236}">
                  <a16:creationId xmlns:a16="http://schemas.microsoft.com/office/drawing/2014/main" id="{8E2BF4D8-A5C3-6A54-8397-FD54771E4322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AA7343F3-AECF-8D09-AB76-DEF4A66331CE}"/>
                </a:ext>
              </a:extLst>
            </p:cNvPr>
            <p:cNvSpPr txBox="1"/>
            <p:nvPr/>
          </p:nvSpPr>
          <p:spPr>
            <a:xfrm>
              <a:off x="657480" y="2967174"/>
              <a:ext cx="52450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pc+4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F11C6AF7-B871-223F-37D7-7E0DF4196899}"/>
              </a:ext>
            </a:extLst>
          </p:cNvPr>
          <p:cNvGrpSpPr/>
          <p:nvPr/>
        </p:nvGrpSpPr>
        <p:grpSpPr>
          <a:xfrm>
            <a:off x="4805939" y="2918076"/>
            <a:ext cx="1440473" cy="2023530"/>
            <a:chOff x="4805939" y="2918076"/>
            <a:chExt cx="1440473" cy="2023530"/>
          </a:xfrm>
        </p:grpSpPr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10969FFF-E564-08DA-908C-B5D975DCB397}"/>
                </a:ext>
              </a:extLst>
            </p:cNvPr>
            <p:cNvSpPr txBox="1"/>
            <p:nvPr/>
          </p:nvSpPr>
          <p:spPr>
            <a:xfrm>
              <a:off x="5853568" y="4679996"/>
              <a:ext cx="341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00" dirty="0" err="1">
                  <a:solidFill>
                    <a:schemeClr val="bg1"/>
                  </a:solidFill>
                  <a:latin typeface="18 VAG Rounded Light   02390" pitchFamily="2" charset="0"/>
                </a:rPr>
                <a:t>clk</a:t>
              </a:r>
              <a:endParaRPr lang="en-US" sz="11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7" name="Isosceles Triangle 59">
              <a:extLst>
                <a:ext uri="{FF2B5EF4-FFF2-40B4-BE49-F238E27FC236}">
                  <a16:creationId xmlns:a16="http://schemas.microsoft.com/office/drawing/2014/main" id="{CE0C66B5-B9D2-F999-4ABB-E9632D286E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43281" y="4428532"/>
              <a:ext cx="182880" cy="142528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1958A3D9-9FF6-873E-90D4-2F50F10A5563}"/>
                </a:ext>
              </a:extLst>
            </p:cNvPr>
            <p:cNvSpPr/>
            <p:nvPr/>
          </p:nvSpPr>
          <p:spPr>
            <a:xfrm>
              <a:off x="4805939" y="2918076"/>
              <a:ext cx="1440473" cy="1655090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wdata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10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rs1	rdata1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rs2	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rdata2</a:t>
              </a:r>
            </a:p>
            <a:p>
              <a:r>
                <a:rPr lang="en-US" sz="1600" b="1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RegFile</a:t>
              </a:r>
              <a:endPara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13D642BD-7DB3-CC9D-04C4-482551F2C17D}"/>
                </a:ext>
              </a:extLst>
            </p:cNvPr>
            <p:cNvCxnSpPr/>
            <p:nvPr/>
          </p:nvCxnSpPr>
          <p:spPr>
            <a:xfrm flipV="1">
              <a:off x="6024448" y="4561851"/>
              <a:ext cx="0" cy="118145"/>
            </a:xfrm>
            <a:prstGeom prst="line">
              <a:avLst/>
            </a:prstGeom>
            <a:ln w="19050">
              <a:solidFill>
                <a:schemeClr val="accent6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5B98E6D-10F3-8AF7-54DD-89B46DED57DC}"/>
              </a:ext>
            </a:extLst>
          </p:cNvPr>
          <p:cNvGrpSpPr/>
          <p:nvPr/>
        </p:nvGrpSpPr>
        <p:grpSpPr>
          <a:xfrm>
            <a:off x="602275" y="882773"/>
            <a:ext cx="11012132" cy="564182"/>
            <a:chOff x="602275" y="882773"/>
            <a:chExt cx="11012132" cy="56418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83CA5C0-4845-2C94-2B32-728668AC77C9}"/>
                </a:ext>
              </a:extLst>
            </p:cNvPr>
            <p:cNvSpPr txBox="1"/>
            <p:nvPr/>
          </p:nvSpPr>
          <p:spPr>
            <a:xfrm>
              <a:off x="981283" y="882773"/>
              <a:ext cx="22124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PC = PC + 4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473630-C37A-25F6-53FA-F1BA73716D40}"/>
                </a:ext>
              </a:extLst>
            </p:cNvPr>
            <p:cNvSpPr txBox="1"/>
            <p:nvPr/>
          </p:nvSpPr>
          <p:spPr>
            <a:xfrm>
              <a:off x="5430126" y="882773"/>
              <a:ext cx="44246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R[</a:t>
              </a:r>
              <a:r>
                <a:rPr lang="en-US" sz="2400" b="1" dirty="0" err="1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] = R[rs1] + R[rs2]</a:t>
              </a:r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35FE1B30-B21E-0FC2-A79C-0C48CFBD94C3}"/>
                </a:ext>
              </a:extLst>
            </p:cNvPr>
            <p:cNvSpPr/>
            <p:nvPr/>
          </p:nvSpPr>
          <p:spPr>
            <a:xfrm rot="16200000">
              <a:off x="2015794" y="-111993"/>
              <a:ext cx="143445" cy="2970484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66F50194-D6FF-1762-4350-665070433F68}"/>
                </a:ext>
              </a:extLst>
            </p:cNvPr>
            <p:cNvSpPr/>
            <p:nvPr/>
          </p:nvSpPr>
          <p:spPr>
            <a:xfrm rot="16200000">
              <a:off x="7570709" y="-2596742"/>
              <a:ext cx="143445" cy="7943950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EEC735B-8DA6-AA8C-8BCE-D690BF77A310}"/>
              </a:ext>
            </a:extLst>
          </p:cNvPr>
          <p:cNvSpPr txBox="1"/>
          <p:nvPr/>
        </p:nvSpPr>
        <p:spPr>
          <a:xfrm>
            <a:off x="293424" y="148877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643E5A-5B40-2250-0D55-CCE2B55E6969}"/>
              </a:ext>
            </a:extLst>
          </p:cNvPr>
          <p:cNvSpPr txBox="1"/>
          <p:nvPr/>
        </p:nvSpPr>
        <p:spPr>
          <a:xfrm>
            <a:off x="3118252" y="1488776"/>
            <a:ext cx="26645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000" i="1" dirty="0">
                <a:solidFill>
                  <a:schemeClr val="accent5"/>
                </a:solidFill>
                <a:latin typeface="18 VAG Rounded Light   02390" pitchFamily="2" charset="0"/>
              </a:rPr>
              <a:t>Split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instruction to index into </a:t>
            </a:r>
            <a:r>
              <a:rPr lang="en-US" sz="2000" dirty="0" err="1">
                <a:solidFill>
                  <a:schemeClr val="accent5"/>
                </a:solidFill>
                <a:latin typeface="18 VAG Rounded Light   02390" pitchFamily="2" charset="0"/>
              </a:rPr>
              <a:t>RegFile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.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2C901FA-D708-4381-67A0-D16157646679}"/>
              </a:ext>
            </a:extLst>
          </p:cNvPr>
          <p:cNvGrpSpPr/>
          <p:nvPr/>
        </p:nvGrpSpPr>
        <p:grpSpPr>
          <a:xfrm>
            <a:off x="634436" y="2260284"/>
            <a:ext cx="2779776" cy="1417320"/>
            <a:chOff x="786836" y="2412684"/>
            <a:chExt cx="2779776" cy="1417320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A4DAFAFA-1667-B4B5-D112-8203DD85FB83}"/>
                </a:ext>
              </a:extLst>
            </p:cNvPr>
            <p:cNvGrpSpPr/>
            <p:nvPr/>
          </p:nvGrpSpPr>
          <p:grpSpPr>
            <a:xfrm>
              <a:off x="786836" y="2412684"/>
              <a:ext cx="2779776" cy="1417320"/>
              <a:chOff x="644723" y="2248996"/>
              <a:chExt cx="2779776" cy="141732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C93D6CF7-9EE5-0A89-E456-3757F8C89BC3}"/>
                  </a:ext>
                </a:extLst>
              </p:cNvPr>
              <p:cNvGrpSpPr/>
              <p:nvPr/>
            </p:nvGrpSpPr>
            <p:grpSpPr>
              <a:xfrm>
                <a:off x="644723" y="2260284"/>
                <a:ext cx="2779776" cy="1389326"/>
                <a:chOff x="644723" y="2260284"/>
                <a:chExt cx="2779776" cy="1389326"/>
              </a:xfrm>
            </p:grpSpPr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6B4AEF9D-9CD7-54E0-8A12-6A30E088081B}"/>
                    </a:ext>
                  </a:extLst>
                </p:cNvPr>
                <p:cNvGrpSpPr/>
                <p:nvPr/>
              </p:nvGrpSpPr>
              <p:grpSpPr>
                <a:xfrm>
                  <a:off x="644723" y="2260284"/>
                  <a:ext cx="2779776" cy="477526"/>
                  <a:chOff x="644723" y="2260284"/>
                  <a:chExt cx="2779776" cy="477526"/>
                </a:xfrm>
              </p:grpSpPr>
              <p:cxnSp>
                <p:nvCxnSpPr>
                  <p:cNvPr id="152" name="Elbow Connector 151">
                    <a:extLst>
                      <a:ext uri="{FF2B5EF4-FFF2-40B4-BE49-F238E27FC236}">
                        <a16:creationId xmlns:a16="http://schemas.microsoft.com/office/drawing/2014/main" id="{04A9271F-A644-C355-7C8B-1E61D1E0FF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3019910" y="2363686"/>
                    <a:ext cx="477525" cy="270723"/>
                  </a:xfrm>
                  <a:prstGeom prst="bentConnector3">
                    <a:avLst>
                      <a:gd name="adj1" fmla="val -2954"/>
                    </a:avLst>
                  </a:prstGeom>
                  <a:ln w="57150">
                    <a:solidFill>
                      <a:schemeClr val="accent2"/>
                    </a:solidFill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2A470D70-D559-585B-59CB-0680B3053F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44723" y="2260284"/>
                    <a:ext cx="2779776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0" name="Straight Arrow Connector 149">
                  <a:extLst>
                    <a:ext uri="{FF2B5EF4-FFF2-40B4-BE49-F238E27FC236}">
                      <a16:creationId xmlns:a16="http://schemas.microsoft.com/office/drawing/2014/main" id="{794C6D2B-3569-5AB6-3964-998B7DBC48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9619" y="3649608"/>
                  <a:ext cx="768096" cy="2"/>
                </a:xfrm>
                <a:prstGeom prst="straightConnector1">
                  <a:avLst/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74A54F51-0E00-C179-7D1C-879374C30173}"/>
                  </a:ext>
                </a:extLst>
              </p:cNvPr>
              <p:cNvCxnSpPr/>
              <p:nvPr/>
            </p:nvCxnSpPr>
            <p:spPr>
              <a:xfrm flipH="1">
                <a:off x="675203" y="2248996"/>
                <a:ext cx="0" cy="141732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F2352108-EEC7-92C3-373D-FBF083B4B3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4705" y="380652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Elbow Connector 154">
              <a:extLst>
                <a:ext uri="{FF2B5EF4-FFF2-40B4-BE49-F238E27FC236}">
                  <a16:creationId xmlns:a16="http://schemas.microsoft.com/office/drawing/2014/main" id="{03CBF8EA-9715-C21F-3084-C262E4D6EDD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982881" y="3198880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Freeform 166">
            <a:extLst>
              <a:ext uri="{FF2B5EF4-FFF2-40B4-BE49-F238E27FC236}">
                <a16:creationId xmlns:a16="http://schemas.microsoft.com/office/drawing/2014/main" id="{64118FD0-29CB-A30B-028D-CC4256483ADC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DB6764A-D68B-F327-77A5-14CF73E09DF8}"/>
              </a:ext>
            </a:extLst>
          </p:cNvPr>
          <p:cNvGrpSpPr/>
          <p:nvPr/>
        </p:nvGrpSpPr>
        <p:grpSpPr>
          <a:xfrm>
            <a:off x="3062791" y="3425699"/>
            <a:ext cx="1764918" cy="524103"/>
            <a:chOff x="3062789" y="3425699"/>
            <a:chExt cx="1777655" cy="52410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9D96FC4-7AAE-9A9B-C087-ED89BD049861}"/>
                </a:ext>
              </a:extLst>
            </p:cNvPr>
            <p:cNvGrpSpPr/>
            <p:nvPr/>
          </p:nvGrpSpPr>
          <p:grpSpPr>
            <a:xfrm>
              <a:off x="3062789" y="3425699"/>
              <a:ext cx="1769795" cy="524103"/>
              <a:chOff x="3062789" y="3425699"/>
              <a:chExt cx="1769795" cy="524103"/>
            </a:xfrm>
          </p:grpSpPr>
          <p:cxnSp>
            <p:nvCxnSpPr>
              <p:cNvPr id="51" name="Elbow Connector 50">
                <a:extLst>
                  <a:ext uri="{FF2B5EF4-FFF2-40B4-BE49-F238E27FC236}">
                    <a16:creationId xmlns:a16="http://schemas.microsoft.com/office/drawing/2014/main" id="{F93D0E03-0AB3-F4BC-55F7-8CC544E601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0F499136-1D0B-1B51-FE89-07D83862B3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8195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C4E742E-8E2D-A2D6-BC6C-BC85D16E448D}"/>
                </a:ext>
              </a:extLst>
            </p:cNvPr>
            <p:cNvCxnSpPr>
              <a:cxnSpLocks/>
            </p:cNvCxnSpPr>
            <p:nvPr/>
          </p:nvCxnSpPr>
          <p:spPr>
            <a:xfrm>
              <a:off x="3388096" y="3941078"/>
              <a:ext cx="1452348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449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6113C-930E-84F1-3952-01C6DA1ED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0B8F2A5B-6BE0-DAB6-101D-EBE89BB0518C}"/>
              </a:ext>
            </a:extLst>
          </p:cNvPr>
          <p:cNvGrpSpPr/>
          <p:nvPr/>
        </p:nvGrpSpPr>
        <p:grpSpPr>
          <a:xfrm>
            <a:off x="3059473" y="2375192"/>
            <a:ext cx="8077878" cy="1891220"/>
            <a:chOff x="3059473" y="2375192"/>
            <a:chExt cx="8077878" cy="1891220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C44C0E82-9984-BD90-AD7C-C9238AEF62A5}"/>
                </a:ext>
              </a:extLst>
            </p:cNvPr>
            <p:cNvGrpSpPr/>
            <p:nvPr/>
          </p:nvGrpSpPr>
          <p:grpSpPr>
            <a:xfrm>
              <a:off x="3302715" y="2375192"/>
              <a:ext cx="7834636" cy="1891220"/>
              <a:chOff x="3302715" y="2375192"/>
              <a:chExt cx="7834636" cy="189122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6C47CD2-12EA-CEA8-0C09-2A4B333C578E}"/>
                  </a:ext>
                </a:extLst>
              </p:cNvPr>
              <p:cNvGrpSpPr/>
              <p:nvPr/>
            </p:nvGrpSpPr>
            <p:grpSpPr>
              <a:xfrm>
                <a:off x="3793678" y="2375192"/>
                <a:ext cx="7343673" cy="1592748"/>
                <a:chOff x="3793678" y="2375192"/>
                <a:chExt cx="7343673" cy="159274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DFF1E655-57A1-9ED6-65BD-DE15AA9B3315}"/>
                    </a:ext>
                  </a:extLst>
                </p:cNvPr>
                <p:cNvGrpSpPr/>
                <p:nvPr/>
              </p:nvGrpSpPr>
              <p:grpSpPr>
                <a:xfrm>
                  <a:off x="3793678" y="2384802"/>
                  <a:ext cx="7342632" cy="657210"/>
                  <a:chOff x="3793678" y="2384802"/>
                  <a:chExt cx="7342632" cy="657210"/>
                </a:xfrm>
              </p:grpSpPr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565D570D-5C43-6A24-522F-9BF628B4B0C4}"/>
                      </a:ext>
                    </a:extLst>
                  </p:cNvPr>
                  <p:cNvCxnSpPr/>
                  <p:nvPr/>
                </p:nvCxnSpPr>
                <p:spPr>
                  <a:xfrm>
                    <a:off x="3793678" y="2384802"/>
                    <a:ext cx="734263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Elbow Connector 23">
                    <a:extLst>
                      <a:ext uri="{FF2B5EF4-FFF2-40B4-BE49-F238E27FC236}">
                        <a16:creationId xmlns:a16="http://schemas.microsoft.com/office/drawing/2014/main" id="{B20C9EE3-D113-2557-DFEC-F28260CDF3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3970539" y="2216906"/>
                    <a:ext cx="657210" cy="993002"/>
                  </a:xfrm>
                  <a:prstGeom prst="bentConnector2">
                    <a:avLst/>
                  </a:prstGeom>
                  <a:ln w="28575">
                    <a:solidFill>
                      <a:schemeClr val="bg1"/>
                    </a:solidFill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" name="Elbow Connector 17">
                  <a:extLst>
                    <a:ext uri="{FF2B5EF4-FFF2-40B4-BE49-F238E27FC236}">
                      <a16:creationId xmlns:a16="http://schemas.microsoft.com/office/drawing/2014/main" id="{1E04229F-67D0-B8ED-1F4E-A052A03138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61193" y="2375192"/>
                  <a:ext cx="2276158" cy="1592748"/>
                </a:xfrm>
                <a:prstGeom prst="bentConnector3">
                  <a:avLst>
                    <a:gd name="adj1" fmla="val 99625"/>
                  </a:avLst>
                </a:prstGeom>
                <a:ln w="28575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9AAFA4B4-2AEC-2061-A987-D641ECCCEC2D}"/>
                  </a:ext>
                </a:extLst>
              </p:cNvPr>
              <p:cNvSpPr txBox="1"/>
              <p:nvPr/>
            </p:nvSpPr>
            <p:spPr>
              <a:xfrm>
                <a:off x="6200437" y="3455146"/>
                <a:ext cx="69442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R[rs1]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DC246C00-A836-FE6F-6BB7-ED15FA467973}"/>
                  </a:ext>
                </a:extLst>
              </p:cNvPr>
              <p:cNvSpPr txBox="1"/>
              <p:nvPr/>
            </p:nvSpPr>
            <p:spPr>
              <a:xfrm>
                <a:off x="6200437" y="4004802"/>
                <a:ext cx="69442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R[rs2]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9429E6CE-7D25-AF6B-9C56-B199B9468033}"/>
                  </a:ext>
                </a:extLst>
              </p:cNvPr>
              <p:cNvSpPr txBox="1"/>
              <p:nvPr/>
            </p:nvSpPr>
            <p:spPr>
              <a:xfrm>
                <a:off x="8834341" y="3722124"/>
                <a:ext cx="43954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add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26AA0061-5429-500A-227E-7EE9CBD4AB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1052" y="4243270"/>
                <a:ext cx="2018412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2845BCD-87B5-4F15-06F0-425FDB6217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6032" y="3676635"/>
                <a:ext cx="2039112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01954E-6D82-F4D8-B4F5-FBC101E49B7E}"/>
                  </a:ext>
                </a:extLst>
              </p:cNvPr>
              <p:cNvSpPr txBox="1"/>
              <p:nvPr/>
            </p:nvSpPr>
            <p:spPr>
              <a:xfrm>
                <a:off x="3302715" y="3211102"/>
                <a:ext cx="1119217" cy="8053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[11:7]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[19:15]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[24:20]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044ACD9-0FA6-C9B4-67EC-56CA8000E583}"/>
                </a:ext>
              </a:extLst>
            </p:cNvPr>
            <p:cNvGrpSpPr/>
            <p:nvPr/>
          </p:nvGrpSpPr>
          <p:grpSpPr>
            <a:xfrm>
              <a:off x="3059473" y="3420761"/>
              <a:ext cx="1756358" cy="530538"/>
              <a:chOff x="3059473" y="3420761"/>
              <a:chExt cx="1750461" cy="530538"/>
            </a:xfrm>
          </p:grpSpPr>
          <p:cxnSp>
            <p:nvCxnSpPr>
              <p:cNvPr id="15" name="Elbow Connector 14">
                <a:extLst>
                  <a:ext uri="{FF2B5EF4-FFF2-40B4-BE49-F238E27FC236}">
                    <a16:creationId xmlns:a16="http://schemas.microsoft.com/office/drawing/2014/main" id="{D8C479AD-8BD1-A228-C821-6E2A4232FC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473" y="3420761"/>
                <a:ext cx="1734699" cy="530538"/>
              </a:xfrm>
              <a:prstGeom prst="bentConnector3">
                <a:avLst>
                  <a:gd name="adj1" fmla="val 17787"/>
                </a:avLst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C229D7CA-8F88-A05B-986C-54136A0E3258}"/>
                  </a:ext>
                </a:extLst>
              </p:cNvPr>
              <p:cNvCxnSpPr/>
              <p:nvPr/>
            </p:nvCxnSpPr>
            <p:spPr>
              <a:xfrm>
                <a:off x="3357586" y="3685070"/>
                <a:ext cx="1452348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BC18DAC0-A41E-EB14-C535-8BF791526621}"/>
                  </a:ext>
                </a:extLst>
              </p:cNvPr>
              <p:cNvCxnSpPr/>
              <p:nvPr/>
            </p:nvCxnSpPr>
            <p:spPr>
              <a:xfrm>
                <a:off x="3357586" y="3951299"/>
                <a:ext cx="1452348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C25873-48CF-0E31-1CA2-5211CDA2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Tracing/Lighting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(5/7)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F665F316-E188-8706-7C24-3697945EC02D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E50CC041-5CFC-7911-A33D-B5F3F8B98554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3001053D-FCE4-14F0-85A2-DFDF59FB0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59D27531-7D34-3950-F845-E56FEE4BCED5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454" name="TextBox 453">
            <a:extLst>
              <a:ext uri="{FF2B5EF4-FFF2-40B4-BE49-F238E27FC236}">
                <a16:creationId xmlns:a16="http://schemas.microsoft.com/office/drawing/2014/main" id="{B4FD781A-2B2C-DDD8-A509-FD6DFA6CE854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72F94780-2937-DFE4-D921-9E2166A949BB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99DC8807-CD25-A8CA-0876-D618ECAD0E81}"/>
              </a:ext>
            </a:extLst>
          </p:cNvPr>
          <p:cNvGrpSpPr/>
          <p:nvPr/>
        </p:nvGrpSpPr>
        <p:grpSpPr>
          <a:xfrm>
            <a:off x="657480" y="2260284"/>
            <a:ext cx="2714060" cy="1670895"/>
            <a:chOff x="657480" y="2260284"/>
            <a:chExt cx="2714060" cy="1670895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F13616B2-E449-71F5-1D07-0C583882E3FB}"/>
                </a:ext>
              </a:extLst>
            </p:cNvPr>
            <p:cNvGrpSpPr/>
            <p:nvPr/>
          </p:nvGrpSpPr>
          <p:grpSpPr>
            <a:xfrm>
              <a:off x="659332" y="2260284"/>
              <a:ext cx="2712208" cy="1417320"/>
              <a:chOff x="669619" y="2248996"/>
              <a:chExt cx="2712208" cy="141732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A6079015-0901-CF72-E7ED-2B14CF8EFA13}"/>
                  </a:ext>
                </a:extLst>
              </p:cNvPr>
              <p:cNvGrpSpPr/>
              <p:nvPr/>
            </p:nvGrpSpPr>
            <p:grpSpPr>
              <a:xfrm>
                <a:off x="669619" y="2260284"/>
                <a:ext cx="2712208" cy="1389326"/>
                <a:chOff x="669619" y="2260284"/>
                <a:chExt cx="2712208" cy="1389326"/>
              </a:xfrm>
            </p:grpSpPr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5613359D-DFE6-89D0-692D-116D980CAF8B}"/>
                    </a:ext>
                  </a:extLst>
                </p:cNvPr>
                <p:cNvGrpSpPr/>
                <p:nvPr/>
              </p:nvGrpSpPr>
              <p:grpSpPr>
                <a:xfrm>
                  <a:off x="675203" y="2260284"/>
                  <a:ext cx="2706624" cy="477526"/>
                  <a:chOff x="675203" y="2260284"/>
                  <a:chExt cx="2706624" cy="477526"/>
                </a:xfrm>
              </p:grpSpPr>
              <p:cxnSp>
                <p:nvCxnSpPr>
                  <p:cNvPr id="144" name="Elbow Connector 143">
                    <a:extLst>
                      <a:ext uri="{FF2B5EF4-FFF2-40B4-BE49-F238E27FC236}">
                        <a16:creationId xmlns:a16="http://schemas.microsoft.com/office/drawing/2014/main" id="{9538FA4A-9C9D-9D5B-E3A9-3A5D816A29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9590" y="2363686"/>
                    <a:ext cx="477525" cy="270723"/>
                  </a:xfrm>
                  <a:prstGeom prst="bentConnector3">
                    <a:avLst>
                      <a:gd name="adj1" fmla="val -2954"/>
                    </a:avLst>
                  </a:prstGeom>
                  <a:ln w="28575">
                    <a:solidFill>
                      <a:schemeClr val="bg1"/>
                    </a:solidFill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traight Connector 144">
                    <a:extLst>
                      <a:ext uri="{FF2B5EF4-FFF2-40B4-BE49-F238E27FC236}">
                        <a16:creationId xmlns:a16="http://schemas.microsoft.com/office/drawing/2014/main" id="{0E239EC3-FFA8-8882-CDFA-B64D4D7CC3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5203" y="2260284"/>
                    <a:ext cx="2706624" cy="1985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43" name="Straight Arrow Connector 142">
                  <a:extLst>
                    <a:ext uri="{FF2B5EF4-FFF2-40B4-BE49-F238E27FC236}">
                      <a16:creationId xmlns:a16="http://schemas.microsoft.com/office/drawing/2014/main" id="{5EE2CA7C-84FA-EE3C-B138-6119CA4BA3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9619" y="3649608"/>
                  <a:ext cx="768096" cy="2"/>
                </a:xfrm>
                <a:prstGeom prst="straightConnector1">
                  <a:avLst/>
                </a:prstGeom>
                <a:ln w="28575">
                  <a:solidFill>
                    <a:schemeClr val="bg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F0B35A45-541A-882F-7FFA-1588F8833344}"/>
                  </a:ext>
                </a:extLst>
              </p:cNvPr>
              <p:cNvCxnSpPr/>
              <p:nvPr/>
            </p:nvCxnSpPr>
            <p:spPr>
              <a:xfrm flipH="1">
                <a:off x="675203" y="2248996"/>
                <a:ext cx="0" cy="141732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FE271F24-3E17-95C9-97FD-0A992D99631C}"/>
                </a:ext>
              </a:extLst>
            </p:cNvPr>
            <p:cNvSpPr>
              <a:spLocks/>
            </p:cNvSpPr>
            <p:nvPr/>
          </p:nvSpPr>
          <p:spPr>
            <a:xfrm>
              <a:off x="2458278" y="2385959"/>
              <a:ext cx="644039" cy="714015"/>
            </a:xfrm>
            <a:custGeom>
              <a:avLst/>
              <a:gdLst>
                <a:gd name="connsiteX0" fmla="*/ 0 w 1793965"/>
                <a:gd name="connsiteY0" fmla="*/ 0 h 4650377"/>
                <a:gd name="connsiteX1" fmla="*/ 0 w 1793965"/>
                <a:gd name="connsiteY1" fmla="*/ 1898469 h 4650377"/>
                <a:gd name="connsiteX2" fmla="*/ 478971 w 1793965"/>
                <a:gd name="connsiteY2" fmla="*/ 2333897 h 4650377"/>
                <a:gd name="connsiteX3" fmla="*/ 0 w 1793965"/>
                <a:gd name="connsiteY3" fmla="*/ 2778034 h 4650377"/>
                <a:gd name="connsiteX4" fmla="*/ 0 w 1793965"/>
                <a:gd name="connsiteY4" fmla="*/ 4650377 h 4650377"/>
                <a:gd name="connsiteX5" fmla="*/ 1793965 w 1793965"/>
                <a:gd name="connsiteY5" fmla="*/ 3666309 h 4650377"/>
                <a:gd name="connsiteX6" fmla="*/ 1793965 w 1793965"/>
                <a:gd name="connsiteY6" fmla="*/ 984069 h 4650377"/>
                <a:gd name="connsiteX7" fmla="*/ 0 w 1793965"/>
                <a:gd name="connsiteY7" fmla="*/ 0 h 465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3965" h="4650377">
                  <a:moveTo>
                    <a:pt x="0" y="0"/>
                  </a:moveTo>
                  <a:lnTo>
                    <a:pt x="0" y="1898469"/>
                  </a:lnTo>
                  <a:lnTo>
                    <a:pt x="478971" y="2333897"/>
                  </a:lnTo>
                  <a:lnTo>
                    <a:pt x="0" y="2778034"/>
                  </a:lnTo>
                  <a:lnTo>
                    <a:pt x="0" y="4650377"/>
                  </a:lnTo>
                  <a:lnTo>
                    <a:pt x="1793965" y="3666309"/>
                  </a:lnTo>
                  <a:lnTo>
                    <a:pt x="1793965" y="98406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rtlCol="0" anchor="ctr"/>
            <a:lstStyle/>
            <a:p>
              <a:pPr algn="r"/>
              <a:r>
                <a:rPr lang="en-US" sz="1600" dirty="0">
                  <a:solidFill>
                    <a:schemeClr val="bg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6E45D81-47B1-2422-3C06-B8269CF3E3F0}"/>
                </a:ext>
              </a:extLst>
            </p:cNvPr>
            <p:cNvSpPr txBox="1"/>
            <p:nvPr/>
          </p:nvSpPr>
          <p:spPr>
            <a:xfrm>
              <a:off x="1733676" y="3669569"/>
              <a:ext cx="3545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pc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32BC2C1-8B0A-0658-63F6-30FEB9412D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4124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36490B6-E636-FFBF-EF70-8562BDF9FEA6}"/>
                </a:ext>
              </a:extLst>
            </p:cNvPr>
            <p:cNvSpPr txBox="1"/>
            <p:nvPr/>
          </p:nvSpPr>
          <p:spPr>
            <a:xfrm>
              <a:off x="1968985" y="2379486"/>
              <a:ext cx="3545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+4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C63F024-0810-22B9-154B-E63595C76A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0690" y="2496757"/>
              <a:ext cx="182880" cy="0"/>
            </a:xfrm>
            <a:prstGeom prst="line">
              <a:avLst/>
            </a:prstGeom>
            <a:ln w="19050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>
              <a:extLst>
                <a:ext uri="{FF2B5EF4-FFF2-40B4-BE49-F238E27FC236}">
                  <a16:creationId xmlns:a16="http://schemas.microsoft.com/office/drawing/2014/main" id="{BBFEE712-5021-DE62-1034-515999B54800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4BCE0483-720A-77FC-D5E0-AA15015ADED9}"/>
                </a:ext>
              </a:extLst>
            </p:cNvPr>
            <p:cNvSpPr txBox="1"/>
            <p:nvPr/>
          </p:nvSpPr>
          <p:spPr>
            <a:xfrm>
              <a:off x="657480" y="2967174"/>
              <a:ext cx="52450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pc+4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AB7BAF71-B691-E966-389E-D0D96E407BF2}"/>
              </a:ext>
            </a:extLst>
          </p:cNvPr>
          <p:cNvGrpSpPr/>
          <p:nvPr/>
        </p:nvGrpSpPr>
        <p:grpSpPr>
          <a:xfrm>
            <a:off x="4805939" y="2918076"/>
            <a:ext cx="1440473" cy="2023530"/>
            <a:chOff x="4805939" y="2918076"/>
            <a:chExt cx="1440473" cy="2023530"/>
          </a:xfrm>
        </p:grpSpPr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03E22582-60BD-705B-FC46-3708E1502229}"/>
                </a:ext>
              </a:extLst>
            </p:cNvPr>
            <p:cNvSpPr txBox="1"/>
            <p:nvPr/>
          </p:nvSpPr>
          <p:spPr>
            <a:xfrm>
              <a:off x="5853568" y="4679996"/>
              <a:ext cx="341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00" dirty="0" err="1">
                  <a:solidFill>
                    <a:schemeClr val="bg1"/>
                  </a:solidFill>
                  <a:latin typeface="18 VAG Rounded Light   02390" pitchFamily="2" charset="0"/>
                </a:rPr>
                <a:t>clk</a:t>
              </a:r>
              <a:endParaRPr lang="en-US" sz="11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7" name="Isosceles Triangle 59">
              <a:extLst>
                <a:ext uri="{FF2B5EF4-FFF2-40B4-BE49-F238E27FC236}">
                  <a16:creationId xmlns:a16="http://schemas.microsoft.com/office/drawing/2014/main" id="{6A6976FD-56A3-42A2-F4A5-2FA7C75795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43281" y="4428532"/>
              <a:ext cx="182880" cy="142528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14ECE194-A06A-35FC-F5FE-B21D400B4CAD}"/>
                </a:ext>
              </a:extLst>
            </p:cNvPr>
            <p:cNvSpPr/>
            <p:nvPr/>
          </p:nvSpPr>
          <p:spPr>
            <a:xfrm>
              <a:off x="4805939" y="2918076"/>
              <a:ext cx="1440473" cy="1655090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wdata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10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rs1	rdata1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rs2	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rdata2</a:t>
              </a:r>
            </a:p>
            <a:p>
              <a:r>
                <a:rPr lang="en-US" sz="1600" b="1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RegFile</a:t>
              </a:r>
              <a:endPara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C0378CB1-A123-1365-EFA4-2A94630B036A}"/>
                </a:ext>
              </a:extLst>
            </p:cNvPr>
            <p:cNvCxnSpPr/>
            <p:nvPr/>
          </p:nvCxnSpPr>
          <p:spPr>
            <a:xfrm flipV="1">
              <a:off x="6024448" y="4561851"/>
              <a:ext cx="0" cy="118145"/>
            </a:xfrm>
            <a:prstGeom prst="line">
              <a:avLst/>
            </a:prstGeom>
            <a:ln w="19050">
              <a:solidFill>
                <a:schemeClr val="accent6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5E18928-6BAD-05B0-C3CA-D3EC507B667A}"/>
              </a:ext>
            </a:extLst>
          </p:cNvPr>
          <p:cNvGrpSpPr/>
          <p:nvPr/>
        </p:nvGrpSpPr>
        <p:grpSpPr>
          <a:xfrm>
            <a:off x="602275" y="882773"/>
            <a:ext cx="11012132" cy="564182"/>
            <a:chOff x="602275" y="882773"/>
            <a:chExt cx="11012132" cy="56418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2F2DDE-7A68-86E5-B08A-856E68D32215}"/>
                </a:ext>
              </a:extLst>
            </p:cNvPr>
            <p:cNvSpPr txBox="1"/>
            <p:nvPr/>
          </p:nvSpPr>
          <p:spPr>
            <a:xfrm>
              <a:off x="981283" y="882773"/>
              <a:ext cx="22124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PC = PC + 4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05576E-434E-B299-E9A7-B9F083ACD2DC}"/>
                </a:ext>
              </a:extLst>
            </p:cNvPr>
            <p:cNvSpPr txBox="1"/>
            <p:nvPr/>
          </p:nvSpPr>
          <p:spPr>
            <a:xfrm>
              <a:off x="5430126" y="882773"/>
              <a:ext cx="44246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R[</a:t>
              </a:r>
              <a:r>
                <a:rPr lang="en-US" sz="2400" b="1" dirty="0" err="1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] = R[rs1] + R[rs2]</a:t>
              </a:r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28F08FE6-6662-FB18-FDCD-C59817B28ACB}"/>
                </a:ext>
              </a:extLst>
            </p:cNvPr>
            <p:cNvSpPr/>
            <p:nvPr/>
          </p:nvSpPr>
          <p:spPr>
            <a:xfrm rot="16200000">
              <a:off x="2015794" y="-111993"/>
              <a:ext cx="143445" cy="2970484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C7976A04-E247-7C02-B0BE-A19F815A22B2}"/>
                </a:ext>
              </a:extLst>
            </p:cNvPr>
            <p:cNvSpPr/>
            <p:nvPr/>
          </p:nvSpPr>
          <p:spPr>
            <a:xfrm rot="16200000">
              <a:off x="7570709" y="-2596742"/>
              <a:ext cx="143445" cy="7943950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90C010D-C565-DE33-319E-5856BBCE6F4F}"/>
              </a:ext>
            </a:extLst>
          </p:cNvPr>
          <p:cNvSpPr txBox="1"/>
          <p:nvPr/>
        </p:nvSpPr>
        <p:spPr>
          <a:xfrm>
            <a:off x="293424" y="148877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4B77DF-3638-CBA5-C5EF-CAFC3943EEA6}"/>
              </a:ext>
            </a:extLst>
          </p:cNvPr>
          <p:cNvSpPr txBox="1"/>
          <p:nvPr/>
        </p:nvSpPr>
        <p:spPr>
          <a:xfrm>
            <a:off x="6181437" y="1488776"/>
            <a:ext cx="235654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000" dirty="0">
                <a:solidFill>
                  <a:schemeClr val="accent1"/>
                </a:solidFill>
                <a:latin typeface="18 VAG Rounded Light   02390" pitchFamily="2" charset="0"/>
              </a:rPr>
              <a:t>Feed read register values into Add.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67F624-2106-227B-DFE6-86FB92A6D98F}"/>
              </a:ext>
            </a:extLst>
          </p:cNvPr>
          <p:cNvSpPr txBox="1"/>
          <p:nvPr/>
        </p:nvSpPr>
        <p:spPr>
          <a:xfrm>
            <a:off x="3118252" y="1488776"/>
            <a:ext cx="26645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000" i="1" dirty="0">
                <a:solidFill>
                  <a:schemeClr val="accent5"/>
                </a:solidFill>
                <a:latin typeface="18 VAG Rounded Light   02390" pitchFamily="2" charset="0"/>
              </a:rPr>
              <a:t>Split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instruction to index into </a:t>
            </a:r>
            <a:r>
              <a:rPr lang="en-US" sz="2000" dirty="0" err="1">
                <a:solidFill>
                  <a:schemeClr val="accent5"/>
                </a:solidFill>
                <a:latin typeface="18 VAG Rounded Light   02390" pitchFamily="2" charset="0"/>
              </a:rPr>
              <a:t>RegFile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.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07E96BCD-B02C-4FF6-4ACB-B88E35424638}"/>
              </a:ext>
            </a:extLst>
          </p:cNvPr>
          <p:cNvGrpSpPr/>
          <p:nvPr/>
        </p:nvGrpSpPr>
        <p:grpSpPr>
          <a:xfrm>
            <a:off x="634436" y="2260284"/>
            <a:ext cx="2779776" cy="1417320"/>
            <a:chOff x="786836" y="2412684"/>
            <a:chExt cx="2779776" cy="1417320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42C7C9A0-F060-F8D6-37C4-4CDF5790B3DE}"/>
                </a:ext>
              </a:extLst>
            </p:cNvPr>
            <p:cNvGrpSpPr/>
            <p:nvPr/>
          </p:nvGrpSpPr>
          <p:grpSpPr>
            <a:xfrm>
              <a:off x="786836" y="2412684"/>
              <a:ext cx="2779776" cy="1417320"/>
              <a:chOff x="644723" y="2248996"/>
              <a:chExt cx="2779776" cy="141732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D8B86D79-D84A-497E-D4B3-C3331D5B19B5}"/>
                  </a:ext>
                </a:extLst>
              </p:cNvPr>
              <p:cNvGrpSpPr/>
              <p:nvPr/>
            </p:nvGrpSpPr>
            <p:grpSpPr>
              <a:xfrm>
                <a:off x="644723" y="2260284"/>
                <a:ext cx="2779776" cy="1389326"/>
                <a:chOff x="644723" y="2260284"/>
                <a:chExt cx="2779776" cy="1389326"/>
              </a:xfrm>
            </p:grpSpPr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216F27C2-A031-865C-BDCB-C1C2025BFC05}"/>
                    </a:ext>
                  </a:extLst>
                </p:cNvPr>
                <p:cNvGrpSpPr/>
                <p:nvPr/>
              </p:nvGrpSpPr>
              <p:grpSpPr>
                <a:xfrm>
                  <a:off x="644723" y="2260284"/>
                  <a:ext cx="2779776" cy="477526"/>
                  <a:chOff x="644723" y="2260284"/>
                  <a:chExt cx="2779776" cy="477526"/>
                </a:xfrm>
              </p:grpSpPr>
              <p:cxnSp>
                <p:nvCxnSpPr>
                  <p:cNvPr id="152" name="Elbow Connector 151">
                    <a:extLst>
                      <a:ext uri="{FF2B5EF4-FFF2-40B4-BE49-F238E27FC236}">
                        <a16:creationId xmlns:a16="http://schemas.microsoft.com/office/drawing/2014/main" id="{E276C042-DAC4-4C88-0370-280830B435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3019910" y="2363686"/>
                    <a:ext cx="477525" cy="270723"/>
                  </a:xfrm>
                  <a:prstGeom prst="bentConnector3">
                    <a:avLst>
                      <a:gd name="adj1" fmla="val -2954"/>
                    </a:avLst>
                  </a:prstGeom>
                  <a:ln w="57150">
                    <a:solidFill>
                      <a:schemeClr val="accent2"/>
                    </a:solidFill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F0739AE4-256A-5ED6-38B9-7633C640BC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44723" y="2260284"/>
                    <a:ext cx="2779776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0" name="Straight Arrow Connector 149">
                  <a:extLst>
                    <a:ext uri="{FF2B5EF4-FFF2-40B4-BE49-F238E27FC236}">
                      <a16:creationId xmlns:a16="http://schemas.microsoft.com/office/drawing/2014/main" id="{64DE410D-8278-EEC5-5AD2-ACA85091AD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9619" y="3649608"/>
                  <a:ext cx="768096" cy="2"/>
                </a:xfrm>
                <a:prstGeom prst="straightConnector1">
                  <a:avLst/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D8673858-7D0B-E94E-A2F8-9F03238DA76C}"/>
                  </a:ext>
                </a:extLst>
              </p:cNvPr>
              <p:cNvCxnSpPr/>
              <p:nvPr/>
            </p:nvCxnSpPr>
            <p:spPr>
              <a:xfrm flipH="1">
                <a:off x="675203" y="2248996"/>
                <a:ext cx="0" cy="141732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530ADEB6-941B-93C3-5422-B72C416D40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4705" y="380652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Elbow Connector 154">
              <a:extLst>
                <a:ext uri="{FF2B5EF4-FFF2-40B4-BE49-F238E27FC236}">
                  <a16:creationId xmlns:a16="http://schemas.microsoft.com/office/drawing/2014/main" id="{387B763A-9C26-1738-DA77-A12FC9FA248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982881" y="3198880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Freeform 166">
            <a:extLst>
              <a:ext uri="{FF2B5EF4-FFF2-40B4-BE49-F238E27FC236}">
                <a16:creationId xmlns:a16="http://schemas.microsoft.com/office/drawing/2014/main" id="{F4D1D68F-565F-7D2D-2B55-D2F7777C8EBC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6E0093F-2C50-E23E-DC05-4BC899346506}"/>
              </a:ext>
            </a:extLst>
          </p:cNvPr>
          <p:cNvGrpSpPr/>
          <p:nvPr/>
        </p:nvGrpSpPr>
        <p:grpSpPr>
          <a:xfrm>
            <a:off x="3062791" y="3425699"/>
            <a:ext cx="1764918" cy="524103"/>
            <a:chOff x="3062789" y="3425699"/>
            <a:chExt cx="1777655" cy="52410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E4B33AA-E46B-A1AF-EC7E-BB854793F676}"/>
                </a:ext>
              </a:extLst>
            </p:cNvPr>
            <p:cNvGrpSpPr/>
            <p:nvPr/>
          </p:nvGrpSpPr>
          <p:grpSpPr>
            <a:xfrm>
              <a:off x="3062789" y="3425699"/>
              <a:ext cx="1769795" cy="524103"/>
              <a:chOff x="3062789" y="3425699"/>
              <a:chExt cx="1769795" cy="524103"/>
            </a:xfrm>
          </p:grpSpPr>
          <p:cxnSp>
            <p:nvCxnSpPr>
              <p:cNvPr id="51" name="Elbow Connector 50">
                <a:extLst>
                  <a:ext uri="{FF2B5EF4-FFF2-40B4-BE49-F238E27FC236}">
                    <a16:creationId xmlns:a16="http://schemas.microsoft.com/office/drawing/2014/main" id="{63EA7FC6-29F8-35BA-6C7E-0058B18E23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4C1017B0-E26F-69AE-EAC9-BE2444FB21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8195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57F3D64-D023-AD8C-30F4-2B1CFB1A08B3}"/>
                </a:ext>
              </a:extLst>
            </p:cNvPr>
            <p:cNvCxnSpPr>
              <a:cxnSpLocks/>
            </p:cNvCxnSpPr>
            <p:nvPr/>
          </p:nvCxnSpPr>
          <p:spPr>
            <a:xfrm>
              <a:off x="3388096" y="3941078"/>
              <a:ext cx="1452348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932940D4-1CE4-ED77-C075-64D721F99A6C}"/>
              </a:ext>
            </a:extLst>
          </p:cNvPr>
          <p:cNvGrpSpPr/>
          <p:nvPr/>
        </p:nvGrpSpPr>
        <p:grpSpPr>
          <a:xfrm>
            <a:off x="6260450" y="3678353"/>
            <a:ext cx="2039714" cy="557208"/>
            <a:chOff x="6260450" y="3678353"/>
            <a:chExt cx="2039714" cy="557208"/>
          </a:xfrm>
        </p:grpSpPr>
        <p:cxnSp>
          <p:nvCxnSpPr>
            <p:cNvPr id="479" name="Straight Arrow Connector 478">
              <a:extLst>
                <a:ext uri="{FF2B5EF4-FFF2-40B4-BE49-F238E27FC236}">
                  <a16:creationId xmlns:a16="http://schemas.microsoft.com/office/drawing/2014/main" id="{5A8023FD-F625-9BB1-CBC7-C05D9D979A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0450" y="4235561"/>
              <a:ext cx="2029968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Arrow Connector 479">
              <a:extLst>
                <a:ext uri="{FF2B5EF4-FFF2-40B4-BE49-F238E27FC236}">
                  <a16:creationId xmlns:a16="http://schemas.microsoft.com/office/drawing/2014/main" id="{F833A2DF-6C4C-9D30-AFEA-CB787606C8D5}"/>
                </a:ext>
              </a:extLst>
            </p:cNvPr>
            <p:cNvCxnSpPr>
              <a:cxnSpLocks/>
            </p:cNvCxnSpPr>
            <p:nvPr/>
          </p:nvCxnSpPr>
          <p:spPr>
            <a:xfrm>
              <a:off x="6261052" y="3678353"/>
              <a:ext cx="2039112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9504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2FA1C-2578-24FE-64F9-BF844C4C0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49D5DB47-197D-DEEB-2173-927DD9CDE665}"/>
              </a:ext>
            </a:extLst>
          </p:cNvPr>
          <p:cNvGrpSpPr/>
          <p:nvPr/>
        </p:nvGrpSpPr>
        <p:grpSpPr>
          <a:xfrm>
            <a:off x="3059473" y="2375192"/>
            <a:ext cx="8077878" cy="1891220"/>
            <a:chOff x="3059473" y="2375192"/>
            <a:chExt cx="8077878" cy="1891220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F7321B17-873B-A77E-CE6D-6979A9DB0E06}"/>
                </a:ext>
              </a:extLst>
            </p:cNvPr>
            <p:cNvGrpSpPr/>
            <p:nvPr/>
          </p:nvGrpSpPr>
          <p:grpSpPr>
            <a:xfrm>
              <a:off x="3302715" y="2375192"/>
              <a:ext cx="7834636" cy="1891220"/>
              <a:chOff x="3302715" y="2375192"/>
              <a:chExt cx="7834636" cy="189122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8E9802A-6CD4-B219-2F09-81533E2E5D5F}"/>
                  </a:ext>
                </a:extLst>
              </p:cNvPr>
              <p:cNvGrpSpPr/>
              <p:nvPr/>
            </p:nvGrpSpPr>
            <p:grpSpPr>
              <a:xfrm>
                <a:off x="3793678" y="2375192"/>
                <a:ext cx="7343673" cy="1592748"/>
                <a:chOff x="3793678" y="2375192"/>
                <a:chExt cx="7343673" cy="159274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7BF03FB-CF57-4D57-1082-0A4C307BF770}"/>
                    </a:ext>
                  </a:extLst>
                </p:cNvPr>
                <p:cNvGrpSpPr/>
                <p:nvPr/>
              </p:nvGrpSpPr>
              <p:grpSpPr>
                <a:xfrm>
                  <a:off x="3793678" y="2384802"/>
                  <a:ext cx="7342632" cy="657210"/>
                  <a:chOff x="3793678" y="2384802"/>
                  <a:chExt cx="7342632" cy="657210"/>
                </a:xfrm>
              </p:grpSpPr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BE3B48B2-7AB0-E86C-89BD-D17BD78A79A7}"/>
                      </a:ext>
                    </a:extLst>
                  </p:cNvPr>
                  <p:cNvCxnSpPr/>
                  <p:nvPr/>
                </p:nvCxnSpPr>
                <p:spPr>
                  <a:xfrm>
                    <a:off x="3793678" y="2384802"/>
                    <a:ext cx="734263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Elbow Connector 23">
                    <a:extLst>
                      <a:ext uri="{FF2B5EF4-FFF2-40B4-BE49-F238E27FC236}">
                        <a16:creationId xmlns:a16="http://schemas.microsoft.com/office/drawing/2014/main" id="{85A740C3-E27A-AF0C-B1DF-9112E85BB1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3970539" y="2216906"/>
                    <a:ext cx="657210" cy="993002"/>
                  </a:xfrm>
                  <a:prstGeom prst="bentConnector2">
                    <a:avLst/>
                  </a:prstGeom>
                  <a:ln w="28575">
                    <a:solidFill>
                      <a:schemeClr val="bg1"/>
                    </a:solidFill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" name="Elbow Connector 17">
                  <a:extLst>
                    <a:ext uri="{FF2B5EF4-FFF2-40B4-BE49-F238E27FC236}">
                      <a16:creationId xmlns:a16="http://schemas.microsoft.com/office/drawing/2014/main" id="{A073407B-B9C6-049C-F96A-A04444D44B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61193" y="2375192"/>
                  <a:ext cx="2276158" cy="1592748"/>
                </a:xfrm>
                <a:prstGeom prst="bentConnector3">
                  <a:avLst>
                    <a:gd name="adj1" fmla="val 99625"/>
                  </a:avLst>
                </a:prstGeom>
                <a:ln w="28575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152C7B23-0FEE-6946-1338-D65A650442A3}"/>
                  </a:ext>
                </a:extLst>
              </p:cNvPr>
              <p:cNvSpPr txBox="1"/>
              <p:nvPr/>
            </p:nvSpPr>
            <p:spPr>
              <a:xfrm>
                <a:off x="6200437" y="3455146"/>
                <a:ext cx="69442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R[rs1]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EEFC081A-6293-2466-F153-9ADCFBE4E8B6}"/>
                  </a:ext>
                </a:extLst>
              </p:cNvPr>
              <p:cNvSpPr txBox="1"/>
              <p:nvPr/>
            </p:nvSpPr>
            <p:spPr>
              <a:xfrm>
                <a:off x="6200437" y="4004802"/>
                <a:ext cx="69442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R[rs2]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C01EED8B-4CEC-52F3-E8F9-85BA24BDF2A1}"/>
                  </a:ext>
                </a:extLst>
              </p:cNvPr>
              <p:cNvSpPr txBox="1"/>
              <p:nvPr/>
            </p:nvSpPr>
            <p:spPr>
              <a:xfrm>
                <a:off x="8834341" y="3722124"/>
                <a:ext cx="43954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add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796EEC2E-AF7F-1BF8-3D67-76EC70EE16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1052" y="4243270"/>
                <a:ext cx="2018412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B4C833C2-F40C-73D2-33D9-3B5C5844AB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6032" y="3676635"/>
                <a:ext cx="2039112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B35660-D7E5-11B6-F929-67C3176C49D4}"/>
                  </a:ext>
                </a:extLst>
              </p:cNvPr>
              <p:cNvSpPr txBox="1"/>
              <p:nvPr/>
            </p:nvSpPr>
            <p:spPr>
              <a:xfrm>
                <a:off x="3302715" y="3211102"/>
                <a:ext cx="1119217" cy="8053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[11:7]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[19:15]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[24:20]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022045C-FD91-E51C-348D-14C6D5031332}"/>
                </a:ext>
              </a:extLst>
            </p:cNvPr>
            <p:cNvGrpSpPr/>
            <p:nvPr/>
          </p:nvGrpSpPr>
          <p:grpSpPr>
            <a:xfrm>
              <a:off x="3059473" y="3420761"/>
              <a:ext cx="1756358" cy="530538"/>
              <a:chOff x="3059473" y="3420761"/>
              <a:chExt cx="1750461" cy="530538"/>
            </a:xfrm>
          </p:grpSpPr>
          <p:cxnSp>
            <p:nvCxnSpPr>
              <p:cNvPr id="15" name="Elbow Connector 14">
                <a:extLst>
                  <a:ext uri="{FF2B5EF4-FFF2-40B4-BE49-F238E27FC236}">
                    <a16:creationId xmlns:a16="http://schemas.microsoft.com/office/drawing/2014/main" id="{52BFA638-1839-75CA-2D70-835AAA91D5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473" y="3420761"/>
                <a:ext cx="1734699" cy="530538"/>
              </a:xfrm>
              <a:prstGeom prst="bentConnector3">
                <a:avLst>
                  <a:gd name="adj1" fmla="val 17787"/>
                </a:avLst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D079A6D4-CD69-6812-E7A6-F866BFE8C02A}"/>
                  </a:ext>
                </a:extLst>
              </p:cNvPr>
              <p:cNvCxnSpPr/>
              <p:nvPr/>
            </p:nvCxnSpPr>
            <p:spPr>
              <a:xfrm>
                <a:off x="3357586" y="3685070"/>
                <a:ext cx="1452348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214678BD-CE0D-C5E5-AD9D-0C27C835A878}"/>
                  </a:ext>
                </a:extLst>
              </p:cNvPr>
              <p:cNvCxnSpPr/>
              <p:nvPr/>
            </p:nvCxnSpPr>
            <p:spPr>
              <a:xfrm>
                <a:off x="3357586" y="3951299"/>
                <a:ext cx="1452348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DDB032D-91C5-A454-3D56-7B2DF361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Tracing/Lighting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(6/7)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D55628B-50D2-E507-9856-66F4931B62FF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F498B729-3919-1DCA-45FC-0F4AB13DC468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E3F16D7-1597-6054-729A-854173578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5FA630C7-7FFE-C6AE-FA5B-0C7664739386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454" name="TextBox 453">
            <a:extLst>
              <a:ext uri="{FF2B5EF4-FFF2-40B4-BE49-F238E27FC236}">
                <a16:creationId xmlns:a16="http://schemas.microsoft.com/office/drawing/2014/main" id="{16421D43-3C19-0216-B195-2ABCC45591CA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BEDF689E-E88F-A274-D58B-BA5D54F57223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2F39C0E-5243-A9FD-58DB-4F2E0173E5F5}"/>
              </a:ext>
            </a:extLst>
          </p:cNvPr>
          <p:cNvGrpSpPr/>
          <p:nvPr/>
        </p:nvGrpSpPr>
        <p:grpSpPr>
          <a:xfrm>
            <a:off x="657480" y="2260284"/>
            <a:ext cx="2714060" cy="1670895"/>
            <a:chOff x="657480" y="2260284"/>
            <a:chExt cx="2714060" cy="1670895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4080DEEA-4DFD-7D48-D245-E2FD28B9ECB3}"/>
                </a:ext>
              </a:extLst>
            </p:cNvPr>
            <p:cNvGrpSpPr/>
            <p:nvPr/>
          </p:nvGrpSpPr>
          <p:grpSpPr>
            <a:xfrm>
              <a:off x="659332" y="2260284"/>
              <a:ext cx="2712208" cy="1417320"/>
              <a:chOff x="669619" y="2248996"/>
              <a:chExt cx="2712208" cy="141732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739B0C3D-66C2-900B-1C88-E2C8BD35FD3E}"/>
                  </a:ext>
                </a:extLst>
              </p:cNvPr>
              <p:cNvGrpSpPr/>
              <p:nvPr/>
            </p:nvGrpSpPr>
            <p:grpSpPr>
              <a:xfrm>
                <a:off x="669619" y="2260284"/>
                <a:ext cx="2712208" cy="1389326"/>
                <a:chOff x="669619" y="2260284"/>
                <a:chExt cx="2712208" cy="1389326"/>
              </a:xfrm>
            </p:grpSpPr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01A1B055-FAA8-15A5-98BD-33DFCEDA0529}"/>
                    </a:ext>
                  </a:extLst>
                </p:cNvPr>
                <p:cNvGrpSpPr/>
                <p:nvPr/>
              </p:nvGrpSpPr>
              <p:grpSpPr>
                <a:xfrm>
                  <a:off x="675203" y="2260284"/>
                  <a:ext cx="2706624" cy="477526"/>
                  <a:chOff x="675203" y="2260284"/>
                  <a:chExt cx="2706624" cy="477526"/>
                </a:xfrm>
              </p:grpSpPr>
              <p:cxnSp>
                <p:nvCxnSpPr>
                  <p:cNvPr id="144" name="Elbow Connector 143">
                    <a:extLst>
                      <a:ext uri="{FF2B5EF4-FFF2-40B4-BE49-F238E27FC236}">
                        <a16:creationId xmlns:a16="http://schemas.microsoft.com/office/drawing/2014/main" id="{4F2B0592-DC3B-30DA-E391-595BE9596D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9590" y="2363686"/>
                    <a:ext cx="477525" cy="270723"/>
                  </a:xfrm>
                  <a:prstGeom prst="bentConnector3">
                    <a:avLst>
                      <a:gd name="adj1" fmla="val -2954"/>
                    </a:avLst>
                  </a:prstGeom>
                  <a:ln w="28575">
                    <a:solidFill>
                      <a:schemeClr val="bg1"/>
                    </a:solidFill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traight Connector 144">
                    <a:extLst>
                      <a:ext uri="{FF2B5EF4-FFF2-40B4-BE49-F238E27FC236}">
                        <a16:creationId xmlns:a16="http://schemas.microsoft.com/office/drawing/2014/main" id="{48B53EA2-C329-ECD9-39BE-E388E7784D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5203" y="2260284"/>
                    <a:ext cx="2706624" cy="1985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43" name="Straight Arrow Connector 142">
                  <a:extLst>
                    <a:ext uri="{FF2B5EF4-FFF2-40B4-BE49-F238E27FC236}">
                      <a16:creationId xmlns:a16="http://schemas.microsoft.com/office/drawing/2014/main" id="{0926D378-8A0E-B2E9-F04C-E0ED4184A2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9619" y="3649608"/>
                  <a:ext cx="768096" cy="2"/>
                </a:xfrm>
                <a:prstGeom prst="straightConnector1">
                  <a:avLst/>
                </a:prstGeom>
                <a:ln w="28575">
                  <a:solidFill>
                    <a:schemeClr val="bg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6DF8D2FF-2B4A-D449-7CC1-1A626663BCEC}"/>
                  </a:ext>
                </a:extLst>
              </p:cNvPr>
              <p:cNvCxnSpPr/>
              <p:nvPr/>
            </p:nvCxnSpPr>
            <p:spPr>
              <a:xfrm flipH="1">
                <a:off x="675203" y="2248996"/>
                <a:ext cx="0" cy="141732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4D229B22-7101-3CFF-CD76-C617314F9D12}"/>
                </a:ext>
              </a:extLst>
            </p:cNvPr>
            <p:cNvSpPr>
              <a:spLocks/>
            </p:cNvSpPr>
            <p:nvPr/>
          </p:nvSpPr>
          <p:spPr>
            <a:xfrm>
              <a:off x="2458278" y="2385959"/>
              <a:ext cx="644039" cy="714015"/>
            </a:xfrm>
            <a:custGeom>
              <a:avLst/>
              <a:gdLst>
                <a:gd name="connsiteX0" fmla="*/ 0 w 1793965"/>
                <a:gd name="connsiteY0" fmla="*/ 0 h 4650377"/>
                <a:gd name="connsiteX1" fmla="*/ 0 w 1793965"/>
                <a:gd name="connsiteY1" fmla="*/ 1898469 h 4650377"/>
                <a:gd name="connsiteX2" fmla="*/ 478971 w 1793965"/>
                <a:gd name="connsiteY2" fmla="*/ 2333897 h 4650377"/>
                <a:gd name="connsiteX3" fmla="*/ 0 w 1793965"/>
                <a:gd name="connsiteY3" fmla="*/ 2778034 h 4650377"/>
                <a:gd name="connsiteX4" fmla="*/ 0 w 1793965"/>
                <a:gd name="connsiteY4" fmla="*/ 4650377 h 4650377"/>
                <a:gd name="connsiteX5" fmla="*/ 1793965 w 1793965"/>
                <a:gd name="connsiteY5" fmla="*/ 3666309 h 4650377"/>
                <a:gd name="connsiteX6" fmla="*/ 1793965 w 1793965"/>
                <a:gd name="connsiteY6" fmla="*/ 984069 h 4650377"/>
                <a:gd name="connsiteX7" fmla="*/ 0 w 1793965"/>
                <a:gd name="connsiteY7" fmla="*/ 0 h 465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3965" h="4650377">
                  <a:moveTo>
                    <a:pt x="0" y="0"/>
                  </a:moveTo>
                  <a:lnTo>
                    <a:pt x="0" y="1898469"/>
                  </a:lnTo>
                  <a:lnTo>
                    <a:pt x="478971" y="2333897"/>
                  </a:lnTo>
                  <a:lnTo>
                    <a:pt x="0" y="2778034"/>
                  </a:lnTo>
                  <a:lnTo>
                    <a:pt x="0" y="4650377"/>
                  </a:lnTo>
                  <a:lnTo>
                    <a:pt x="1793965" y="3666309"/>
                  </a:lnTo>
                  <a:lnTo>
                    <a:pt x="1793965" y="98406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rtlCol="0" anchor="ctr"/>
            <a:lstStyle/>
            <a:p>
              <a:pPr algn="r"/>
              <a:r>
                <a:rPr lang="en-US" sz="1600" dirty="0">
                  <a:solidFill>
                    <a:schemeClr val="bg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64E82CE-2A4B-BE24-AAD1-43717A692653}"/>
                </a:ext>
              </a:extLst>
            </p:cNvPr>
            <p:cNvSpPr txBox="1"/>
            <p:nvPr/>
          </p:nvSpPr>
          <p:spPr>
            <a:xfrm>
              <a:off x="1733676" y="3669569"/>
              <a:ext cx="3545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pc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A497067-FFC3-B1FB-75B3-B1FE34FCF4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4124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18BFC7F-4EA3-B1C2-5B07-BFE93AB8A226}"/>
                </a:ext>
              </a:extLst>
            </p:cNvPr>
            <p:cNvSpPr txBox="1"/>
            <p:nvPr/>
          </p:nvSpPr>
          <p:spPr>
            <a:xfrm>
              <a:off x="1968985" y="2379486"/>
              <a:ext cx="3545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+4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89BB356-3AE7-4233-DEAB-6B067B5A78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0690" y="2496757"/>
              <a:ext cx="182880" cy="0"/>
            </a:xfrm>
            <a:prstGeom prst="line">
              <a:avLst/>
            </a:prstGeom>
            <a:ln w="19050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>
              <a:extLst>
                <a:ext uri="{FF2B5EF4-FFF2-40B4-BE49-F238E27FC236}">
                  <a16:creationId xmlns:a16="http://schemas.microsoft.com/office/drawing/2014/main" id="{7910709E-CE1C-FE84-9F18-82D5E8A34511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37D1157D-84D9-8E7C-8D62-BEA93949B6B5}"/>
                </a:ext>
              </a:extLst>
            </p:cNvPr>
            <p:cNvSpPr txBox="1"/>
            <p:nvPr/>
          </p:nvSpPr>
          <p:spPr>
            <a:xfrm>
              <a:off x="657480" y="2967174"/>
              <a:ext cx="52450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pc+4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1962BC4-78D8-AD9D-D366-F891BEF1570E}"/>
              </a:ext>
            </a:extLst>
          </p:cNvPr>
          <p:cNvGrpSpPr/>
          <p:nvPr/>
        </p:nvGrpSpPr>
        <p:grpSpPr>
          <a:xfrm>
            <a:off x="4805939" y="2918076"/>
            <a:ext cx="1440473" cy="2023530"/>
            <a:chOff x="4805939" y="2918076"/>
            <a:chExt cx="1440473" cy="2023530"/>
          </a:xfrm>
        </p:grpSpPr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61A61D65-9B65-6E61-904C-4F793E7EE79D}"/>
                </a:ext>
              </a:extLst>
            </p:cNvPr>
            <p:cNvSpPr txBox="1"/>
            <p:nvPr/>
          </p:nvSpPr>
          <p:spPr>
            <a:xfrm>
              <a:off x="5853568" y="4679996"/>
              <a:ext cx="341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00" dirty="0" err="1">
                  <a:solidFill>
                    <a:schemeClr val="bg1"/>
                  </a:solidFill>
                  <a:latin typeface="18 VAG Rounded Light   02390" pitchFamily="2" charset="0"/>
                </a:rPr>
                <a:t>clk</a:t>
              </a:r>
              <a:endParaRPr lang="en-US" sz="11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7" name="Isosceles Triangle 59">
              <a:extLst>
                <a:ext uri="{FF2B5EF4-FFF2-40B4-BE49-F238E27FC236}">
                  <a16:creationId xmlns:a16="http://schemas.microsoft.com/office/drawing/2014/main" id="{5CD30476-97FC-A0E8-9A8E-CDFA3EF8A1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43281" y="4428532"/>
              <a:ext cx="182880" cy="142528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F11CFC55-5D9F-F0BC-AB9C-9690345E62DA}"/>
                </a:ext>
              </a:extLst>
            </p:cNvPr>
            <p:cNvSpPr/>
            <p:nvPr/>
          </p:nvSpPr>
          <p:spPr>
            <a:xfrm>
              <a:off x="4805939" y="2918076"/>
              <a:ext cx="1440473" cy="1655090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wdata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10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rs1	rdata1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rs2	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rdata2</a:t>
              </a:r>
            </a:p>
            <a:p>
              <a:r>
                <a:rPr lang="en-US" sz="1600" b="1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RegFile</a:t>
              </a:r>
              <a:endPara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495E8948-95CC-E05E-F26B-DE2E3836363F}"/>
                </a:ext>
              </a:extLst>
            </p:cNvPr>
            <p:cNvCxnSpPr/>
            <p:nvPr/>
          </p:nvCxnSpPr>
          <p:spPr>
            <a:xfrm flipV="1">
              <a:off x="6024448" y="4561851"/>
              <a:ext cx="0" cy="118145"/>
            </a:xfrm>
            <a:prstGeom prst="line">
              <a:avLst/>
            </a:prstGeom>
            <a:ln w="19050">
              <a:solidFill>
                <a:schemeClr val="accent6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E785257-9C4D-BB1E-0E8C-76F1ED0088C3}"/>
              </a:ext>
            </a:extLst>
          </p:cNvPr>
          <p:cNvGrpSpPr/>
          <p:nvPr/>
        </p:nvGrpSpPr>
        <p:grpSpPr>
          <a:xfrm>
            <a:off x="602275" y="882773"/>
            <a:ext cx="11012132" cy="564182"/>
            <a:chOff x="602275" y="882773"/>
            <a:chExt cx="11012132" cy="56418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957E27-31A8-1E1D-9099-1A9B02FD89DD}"/>
                </a:ext>
              </a:extLst>
            </p:cNvPr>
            <p:cNvSpPr txBox="1"/>
            <p:nvPr/>
          </p:nvSpPr>
          <p:spPr>
            <a:xfrm>
              <a:off x="981283" y="882773"/>
              <a:ext cx="22124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PC = PC + 4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9739DC-2278-B410-912C-C0628EC1D2CF}"/>
                </a:ext>
              </a:extLst>
            </p:cNvPr>
            <p:cNvSpPr txBox="1"/>
            <p:nvPr/>
          </p:nvSpPr>
          <p:spPr>
            <a:xfrm>
              <a:off x="5430126" y="882773"/>
              <a:ext cx="44246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R[</a:t>
              </a:r>
              <a:r>
                <a:rPr lang="en-US" sz="2400" b="1" dirty="0" err="1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] = R[rs1] + R[rs2]</a:t>
              </a:r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BBE34A6C-5753-9855-5217-DB3580EA0CF7}"/>
                </a:ext>
              </a:extLst>
            </p:cNvPr>
            <p:cNvSpPr/>
            <p:nvPr/>
          </p:nvSpPr>
          <p:spPr>
            <a:xfrm rot="16200000">
              <a:off x="2015794" y="-111993"/>
              <a:ext cx="143445" cy="2970484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6F519717-48C7-10EE-1652-FA704A01CEF4}"/>
                </a:ext>
              </a:extLst>
            </p:cNvPr>
            <p:cNvSpPr/>
            <p:nvPr/>
          </p:nvSpPr>
          <p:spPr>
            <a:xfrm rot="16200000">
              <a:off x="7570709" y="-2596742"/>
              <a:ext cx="143445" cy="7943950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300D170-F781-AD01-58C1-250EE54E7F42}"/>
              </a:ext>
            </a:extLst>
          </p:cNvPr>
          <p:cNvSpPr txBox="1"/>
          <p:nvPr/>
        </p:nvSpPr>
        <p:spPr>
          <a:xfrm>
            <a:off x="293424" y="148877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5F2635-8EC7-188B-FACD-D5EEF07C5805}"/>
              </a:ext>
            </a:extLst>
          </p:cNvPr>
          <p:cNvSpPr txBox="1"/>
          <p:nvPr/>
        </p:nvSpPr>
        <p:spPr>
          <a:xfrm>
            <a:off x="9273885" y="1488776"/>
            <a:ext cx="2863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Add output to destination register.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5080FF-0FAB-DADA-E61C-187D045BD7EB}"/>
              </a:ext>
            </a:extLst>
          </p:cNvPr>
          <p:cNvSpPr txBox="1"/>
          <p:nvPr/>
        </p:nvSpPr>
        <p:spPr>
          <a:xfrm>
            <a:off x="6181437" y="1488776"/>
            <a:ext cx="235654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000" dirty="0">
                <a:solidFill>
                  <a:schemeClr val="accent1"/>
                </a:solidFill>
                <a:latin typeface="18 VAG Rounded Light   02390" pitchFamily="2" charset="0"/>
              </a:rPr>
              <a:t>Feed read register values into Add.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956A19-98F0-9454-0FF0-06F0E9B50641}"/>
              </a:ext>
            </a:extLst>
          </p:cNvPr>
          <p:cNvSpPr txBox="1"/>
          <p:nvPr/>
        </p:nvSpPr>
        <p:spPr>
          <a:xfrm>
            <a:off x="3118252" y="1488776"/>
            <a:ext cx="26645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000" i="1" dirty="0">
                <a:solidFill>
                  <a:schemeClr val="accent5"/>
                </a:solidFill>
                <a:latin typeface="18 VAG Rounded Light   02390" pitchFamily="2" charset="0"/>
              </a:rPr>
              <a:t>Split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instruction to index into </a:t>
            </a:r>
            <a:r>
              <a:rPr lang="en-US" sz="2000" dirty="0" err="1">
                <a:solidFill>
                  <a:schemeClr val="accent5"/>
                </a:solidFill>
                <a:latin typeface="18 VAG Rounded Light   02390" pitchFamily="2" charset="0"/>
              </a:rPr>
              <a:t>RegFile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.</a:t>
            </a: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2B42A860-C116-4958-8B6B-D6A287D23309}"/>
              </a:ext>
            </a:extLst>
          </p:cNvPr>
          <p:cNvGrpSpPr/>
          <p:nvPr/>
        </p:nvGrpSpPr>
        <p:grpSpPr>
          <a:xfrm>
            <a:off x="3766321" y="2375192"/>
            <a:ext cx="7379208" cy="1592748"/>
            <a:chOff x="3766321" y="2375192"/>
            <a:chExt cx="7379208" cy="1592748"/>
          </a:xfrm>
        </p:grpSpPr>
        <p:grpSp>
          <p:nvGrpSpPr>
            <p:cNvPr id="475" name="Group 474">
              <a:extLst>
                <a:ext uri="{FF2B5EF4-FFF2-40B4-BE49-F238E27FC236}">
                  <a16:creationId xmlns:a16="http://schemas.microsoft.com/office/drawing/2014/main" id="{495766FC-7974-32CF-3667-0553F96488B2}"/>
                </a:ext>
              </a:extLst>
            </p:cNvPr>
            <p:cNvGrpSpPr/>
            <p:nvPr/>
          </p:nvGrpSpPr>
          <p:grpSpPr>
            <a:xfrm>
              <a:off x="3766321" y="2384802"/>
              <a:ext cx="7379208" cy="657210"/>
              <a:chOff x="3766321" y="2384802"/>
              <a:chExt cx="7379208" cy="657210"/>
            </a:xfrm>
          </p:grpSpPr>
          <p:cxnSp>
            <p:nvCxnSpPr>
              <p:cNvPr id="477" name="Straight Connector 476">
                <a:extLst>
                  <a:ext uri="{FF2B5EF4-FFF2-40B4-BE49-F238E27FC236}">
                    <a16:creationId xmlns:a16="http://schemas.microsoft.com/office/drawing/2014/main" id="{39C07B9D-53DE-0C2F-4C22-76075E14B10D}"/>
                  </a:ext>
                </a:extLst>
              </p:cNvPr>
              <p:cNvCxnSpPr/>
              <p:nvPr/>
            </p:nvCxnSpPr>
            <p:spPr>
              <a:xfrm>
                <a:off x="3766321" y="2384802"/>
                <a:ext cx="7379208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Elbow Connector 477">
                <a:extLst>
                  <a:ext uri="{FF2B5EF4-FFF2-40B4-BE49-F238E27FC236}">
                    <a16:creationId xmlns:a16="http://schemas.microsoft.com/office/drawing/2014/main" id="{2C88956D-B5A2-E90B-3877-D46ADBC6702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6" name="Elbow Connector 475">
              <a:extLst>
                <a:ext uri="{FF2B5EF4-FFF2-40B4-BE49-F238E27FC236}">
                  <a16:creationId xmlns:a16="http://schemas.microsoft.com/office/drawing/2014/main" id="{2194A6FD-C8A5-43F0-999B-51FB3A4261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1193" y="2375192"/>
              <a:ext cx="2276158" cy="1592748"/>
            </a:xfrm>
            <a:prstGeom prst="bentConnector3">
              <a:avLst>
                <a:gd name="adj1" fmla="val 99625"/>
              </a:avLst>
            </a:prstGeom>
            <a:ln w="57150">
              <a:solidFill>
                <a:schemeClr val="accent4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32EC1C4A-D5D2-21B2-4957-720F6EB355A7}"/>
              </a:ext>
            </a:extLst>
          </p:cNvPr>
          <p:cNvGrpSpPr/>
          <p:nvPr/>
        </p:nvGrpSpPr>
        <p:grpSpPr>
          <a:xfrm>
            <a:off x="634436" y="2260284"/>
            <a:ext cx="2779776" cy="1417320"/>
            <a:chOff x="786836" y="2412684"/>
            <a:chExt cx="2779776" cy="1417320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F6211E7D-B98C-178B-6D90-3E33D1A5A228}"/>
                </a:ext>
              </a:extLst>
            </p:cNvPr>
            <p:cNvGrpSpPr/>
            <p:nvPr/>
          </p:nvGrpSpPr>
          <p:grpSpPr>
            <a:xfrm>
              <a:off x="786836" y="2412684"/>
              <a:ext cx="2779776" cy="1417320"/>
              <a:chOff x="644723" y="2248996"/>
              <a:chExt cx="2779776" cy="141732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76D3E4FB-1504-451F-70AA-AE634A9DCC68}"/>
                  </a:ext>
                </a:extLst>
              </p:cNvPr>
              <p:cNvGrpSpPr/>
              <p:nvPr/>
            </p:nvGrpSpPr>
            <p:grpSpPr>
              <a:xfrm>
                <a:off x="644723" y="2260284"/>
                <a:ext cx="2779776" cy="1389326"/>
                <a:chOff x="644723" y="2260284"/>
                <a:chExt cx="2779776" cy="1389326"/>
              </a:xfrm>
            </p:grpSpPr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D67123DE-090F-834E-952F-2EC2C4023BD3}"/>
                    </a:ext>
                  </a:extLst>
                </p:cNvPr>
                <p:cNvGrpSpPr/>
                <p:nvPr/>
              </p:nvGrpSpPr>
              <p:grpSpPr>
                <a:xfrm>
                  <a:off x="644723" y="2260284"/>
                  <a:ext cx="2779776" cy="477526"/>
                  <a:chOff x="644723" y="2260284"/>
                  <a:chExt cx="2779776" cy="477526"/>
                </a:xfrm>
              </p:grpSpPr>
              <p:cxnSp>
                <p:nvCxnSpPr>
                  <p:cNvPr id="152" name="Elbow Connector 151">
                    <a:extLst>
                      <a:ext uri="{FF2B5EF4-FFF2-40B4-BE49-F238E27FC236}">
                        <a16:creationId xmlns:a16="http://schemas.microsoft.com/office/drawing/2014/main" id="{6208E9B7-E75E-0452-D0FA-6E4556962A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3019910" y="2363686"/>
                    <a:ext cx="477525" cy="270723"/>
                  </a:xfrm>
                  <a:prstGeom prst="bentConnector3">
                    <a:avLst>
                      <a:gd name="adj1" fmla="val -2954"/>
                    </a:avLst>
                  </a:prstGeom>
                  <a:ln w="57150">
                    <a:solidFill>
                      <a:schemeClr val="accent2"/>
                    </a:solidFill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5B43E6AC-5FD6-8CC6-909A-D8185634FF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44723" y="2260284"/>
                    <a:ext cx="2779776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0" name="Straight Arrow Connector 149">
                  <a:extLst>
                    <a:ext uri="{FF2B5EF4-FFF2-40B4-BE49-F238E27FC236}">
                      <a16:creationId xmlns:a16="http://schemas.microsoft.com/office/drawing/2014/main" id="{A1A753F8-90C9-D689-37C1-DB362F499D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9619" y="3649608"/>
                  <a:ext cx="768096" cy="2"/>
                </a:xfrm>
                <a:prstGeom prst="straightConnector1">
                  <a:avLst/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4AD28F95-B399-8495-CF2C-E3B420C3F1A2}"/>
                  </a:ext>
                </a:extLst>
              </p:cNvPr>
              <p:cNvCxnSpPr/>
              <p:nvPr/>
            </p:nvCxnSpPr>
            <p:spPr>
              <a:xfrm flipH="1">
                <a:off x="675203" y="2248996"/>
                <a:ext cx="0" cy="141732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4AC02AE5-DF47-35FB-A92D-A4C526F3DC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4705" y="380652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Elbow Connector 154">
              <a:extLst>
                <a:ext uri="{FF2B5EF4-FFF2-40B4-BE49-F238E27FC236}">
                  <a16:creationId xmlns:a16="http://schemas.microsoft.com/office/drawing/2014/main" id="{8E87EF2A-47FE-D21A-43E5-562D8776F8E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982881" y="3198880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Freeform 166">
            <a:extLst>
              <a:ext uri="{FF2B5EF4-FFF2-40B4-BE49-F238E27FC236}">
                <a16:creationId xmlns:a16="http://schemas.microsoft.com/office/drawing/2014/main" id="{C495F4C3-618F-9D43-0D00-5CA1AD7E898E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C8F75BB-94E6-9B78-C87F-C17D519B04ED}"/>
              </a:ext>
            </a:extLst>
          </p:cNvPr>
          <p:cNvGrpSpPr/>
          <p:nvPr/>
        </p:nvGrpSpPr>
        <p:grpSpPr>
          <a:xfrm>
            <a:off x="3062791" y="3425699"/>
            <a:ext cx="1764918" cy="524103"/>
            <a:chOff x="3062789" y="3425699"/>
            <a:chExt cx="1777655" cy="52410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AA9FBDC-AF5F-1F3C-5C52-AA087E67FE9B}"/>
                </a:ext>
              </a:extLst>
            </p:cNvPr>
            <p:cNvGrpSpPr/>
            <p:nvPr/>
          </p:nvGrpSpPr>
          <p:grpSpPr>
            <a:xfrm>
              <a:off x="3062789" y="3425699"/>
              <a:ext cx="1769795" cy="524103"/>
              <a:chOff x="3062789" y="3425699"/>
              <a:chExt cx="1769795" cy="524103"/>
            </a:xfrm>
          </p:grpSpPr>
          <p:cxnSp>
            <p:nvCxnSpPr>
              <p:cNvPr id="51" name="Elbow Connector 50">
                <a:extLst>
                  <a:ext uri="{FF2B5EF4-FFF2-40B4-BE49-F238E27FC236}">
                    <a16:creationId xmlns:a16="http://schemas.microsoft.com/office/drawing/2014/main" id="{5527F043-0F29-56DE-F276-128D3869E6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FF236E08-4A42-F3CD-EF34-4D1258CF58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8195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1C69F9A6-493C-5150-1B83-9AFBF05FA344}"/>
                </a:ext>
              </a:extLst>
            </p:cNvPr>
            <p:cNvCxnSpPr>
              <a:cxnSpLocks/>
            </p:cNvCxnSpPr>
            <p:nvPr/>
          </p:nvCxnSpPr>
          <p:spPr>
            <a:xfrm>
              <a:off x="3388096" y="3941078"/>
              <a:ext cx="1452348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A8CAA27F-6CE9-D555-E95D-FC3946FEFBA0}"/>
              </a:ext>
            </a:extLst>
          </p:cNvPr>
          <p:cNvGrpSpPr/>
          <p:nvPr/>
        </p:nvGrpSpPr>
        <p:grpSpPr>
          <a:xfrm>
            <a:off x="6260450" y="3678353"/>
            <a:ext cx="2039714" cy="557208"/>
            <a:chOff x="6260450" y="3678353"/>
            <a:chExt cx="2039714" cy="557208"/>
          </a:xfrm>
        </p:grpSpPr>
        <p:cxnSp>
          <p:nvCxnSpPr>
            <p:cNvPr id="479" name="Straight Arrow Connector 478">
              <a:extLst>
                <a:ext uri="{FF2B5EF4-FFF2-40B4-BE49-F238E27FC236}">
                  <a16:creationId xmlns:a16="http://schemas.microsoft.com/office/drawing/2014/main" id="{437DC1FF-DE51-D13D-5669-438607D169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0450" y="4235561"/>
              <a:ext cx="2029968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Arrow Connector 479">
              <a:extLst>
                <a:ext uri="{FF2B5EF4-FFF2-40B4-BE49-F238E27FC236}">
                  <a16:creationId xmlns:a16="http://schemas.microsoft.com/office/drawing/2014/main" id="{B93F3FA1-3D20-24A5-AC23-40392C4E32D3}"/>
                </a:ext>
              </a:extLst>
            </p:cNvPr>
            <p:cNvCxnSpPr>
              <a:cxnSpLocks/>
            </p:cNvCxnSpPr>
            <p:nvPr/>
          </p:nvCxnSpPr>
          <p:spPr>
            <a:xfrm>
              <a:off x="6261052" y="3678353"/>
              <a:ext cx="2039112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631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C252F-94E9-5825-ABBE-074CB0323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05A12625-B1DA-7E87-0CF6-23424962ACA8}"/>
              </a:ext>
            </a:extLst>
          </p:cNvPr>
          <p:cNvGrpSpPr/>
          <p:nvPr/>
        </p:nvGrpSpPr>
        <p:grpSpPr>
          <a:xfrm>
            <a:off x="3059473" y="2375192"/>
            <a:ext cx="8077878" cy="1891220"/>
            <a:chOff x="3059473" y="2375192"/>
            <a:chExt cx="8077878" cy="1891220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E277BD7E-28D2-7AE9-5607-86A3D7F144E8}"/>
                </a:ext>
              </a:extLst>
            </p:cNvPr>
            <p:cNvGrpSpPr/>
            <p:nvPr/>
          </p:nvGrpSpPr>
          <p:grpSpPr>
            <a:xfrm>
              <a:off x="3302715" y="2375192"/>
              <a:ext cx="7834636" cy="1891220"/>
              <a:chOff x="3302715" y="2375192"/>
              <a:chExt cx="7834636" cy="189122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9DA095D-3373-1E50-1E68-19765B68D16E}"/>
                  </a:ext>
                </a:extLst>
              </p:cNvPr>
              <p:cNvGrpSpPr/>
              <p:nvPr/>
            </p:nvGrpSpPr>
            <p:grpSpPr>
              <a:xfrm>
                <a:off x="3793678" y="2375192"/>
                <a:ext cx="7343673" cy="1592748"/>
                <a:chOff x="3793678" y="2375192"/>
                <a:chExt cx="7343673" cy="159274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F621A8EF-E846-735F-8A33-D5619D7A5278}"/>
                    </a:ext>
                  </a:extLst>
                </p:cNvPr>
                <p:cNvGrpSpPr/>
                <p:nvPr/>
              </p:nvGrpSpPr>
              <p:grpSpPr>
                <a:xfrm>
                  <a:off x="3793678" y="2384802"/>
                  <a:ext cx="7342632" cy="657210"/>
                  <a:chOff x="3793678" y="2384802"/>
                  <a:chExt cx="7342632" cy="657210"/>
                </a:xfrm>
              </p:grpSpPr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6465864B-1BC4-FE2A-5DE6-C75B4577676E}"/>
                      </a:ext>
                    </a:extLst>
                  </p:cNvPr>
                  <p:cNvCxnSpPr/>
                  <p:nvPr/>
                </p:nvCxnSpPr>
                <p:spPr>
                  <a:xfrm>
                    <a:off x="3793678" y="2384802"/>
                    <a:ext cx="734263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Elbow Connector 23">
                    <a:extLst>
                      <a:ext uri="{FF2B5EF4-FFF2-40B4-BE49-F238E27FC236}">
                        <a16:creationId xmlns:a16="http://schemas.microsoft.com/office/drawing/2014/main" id="{4EC7CAF5-C505-2A7D-0B86-675EBA5C8E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3970539" y="2216906"/>
                    <a:ext cx="657210" cy="993002"/>
                  </a:xfrm>
                  <a:prstGeom prst="bentConnector2">
                    <a:avLst/>
                  </a:prstGeom>
                  <a:ln w="28575">
                    <a:solidFill>
                      <a:schemeClr val="bg1"/>
                    </a:solidFill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" name="Elbow Connector 17">
                  <a:extLst>
                    <a:ext uri="{FF2B5EF4-FFF2-40B4-BE49-F238E27FC236}">
                      <a16:creationId xmlns:a16="http://schemas.microsoft.com/office/drawing/2014/main" id="{2EE3D6F3-91BD-2EAC-DB0B-096E251BC4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61193" y="2375192"/>
                  <a:ext cx="2276158" cy="1592748"/>
                </a:xfrm>
                <a:prstGeom prst="bentConnector3">
                  <a:avLst>
                    <a:gd name="adj1" fmla="val 99625"/>
                  </a:avLst>
                </a:prstGeom>
                <a:ln w="28575">
                  <a:solidFill>
                    <a:schemeClr val="bg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6F36378F-C304-C60D-9B9B-8CD7DE3E348A}"/>
                  </a:ext>
                </a:extLst>
              </p:cNvPr>
              <p:cNvSpPr txBox="1"/>
              <p:nvPr/>
            </p:nvSpPr>
            <p:spPr>
              <a:xfrm>
                <a:off x="6200437" y="3455146"/>
                <a:ext cx="69442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R[rs1]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89FFEFB0-EB86-5F65-2AE3-FDE245BEDCFB}"/>
                  </a:ext>
                </a:extLst>
              </p:cNvPr>
              <p:cNvSpPr txBox="1"/>
              <p:nvPr/>
            </p:nvSpPr>
            <p:spPr>
              <a:xfrm>
                <a:off x="6200437" y="4004802"/>
                <a:ext cx="69442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R[rs2]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D8D1B9B6-24D7-C9BE-50E1-FA6F07BA9FDD}"/>
                  </a:ext>
                </a:extLst>
              </p:cNvPr>
              <p:cNvSpPr txBox="1"/>
              <p:nvPr/>
            </p:nvSpPr>
            <p:spPr>
              <a:xfrm>
                <a:off x="8834341" y="3722124"/>
                <a:ext cx="43954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add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12F5400A-B790-D085-D236-1BE09BF25B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1052" y="4243270"/>
                <a:ext cx="2018412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D6446CAA-0A00-1903-9A16-BE7A7C5440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6032" y="3676635"/>
                <a:ext cx="2039112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8224B9-A7FD-66C7-F121-ACFBFF3E3677}"/>
                  </a:ext>
                </a:extLst>
              </p:cNvPr>
              <p:cNvSpPr txBox="1"/>
              <p:nvPr/>
            </p:nvSpPr>
            <p:spPr>
              <a:xfrm>
                <a:off x="3302715" y="3211102"/>
                <a:ext cx="1119217" cy="8053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[11:7]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[19:15]</a:t>
                </a:r>
              </a:p>
              <a:p>
                <a:pPr algn="l">
                  <a:spcBef>
                    <a:spcPts val="800"/>
                  </a:spcBef>
                </a:pPr>
                <a:r>
                  <a:rPr lang="en-US" sz="1100" dirty="0" err="1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inst</a:t>
                </a:r>
                <a:r>
                  <a:rPr lang="en-US" sz="1100" dirty="0">
                    <a:solidFill>
                      <a:schemeClr val="bg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[24:20]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5D23AE1-D40A-4736-D579-4578DB992E0B}"/>
                </a:ext>
              </a:extLst>
            </p:cNvPr>
            <p:cNvGrpSpPr/>
            <p:nvPr/>
          </p:nvGrpSpPr>
          <p:grpSpPr>
            <a:xfrm>
              <a:off x="3059473" y="3420761"/>
              <a:ext cx="1756358" cy="530538"/>
              <a:chOff x="3059473" y="3420761"/>
              <a:chExt cx="1750461" cy="530538"/>
            </a:xfrm>
          </p:grpSpPr>
          <p:cxnSp>
            <p:nvCxnSpPr>
              <p:cNvPr id="15" name="Elbow Connector 14">
                <a:extLst>
                  <a:ext uri="{FF2B5EF4-FFF2-40B4-BE49-F238E27FC236}">
                    <a16:creationId xmlns:a16="http://schemas.microsoft.com/office/drawing/2014/main" id="{CEC43ABF-16B3-34D1-139C-F2F557684E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9473" y="3420761"/>
                <a:ext cx="1734699" cy="530538"/>
              </a:xfrm>
              <a:prstGeom prst="bentConnector3">
                <a:avLst>
                  <a:gd name="adj1" fmla="val 17787"/>
                </a:avLst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F8E4A83F-D734-611E-1DDD-F5DC0CBBEFC3}"/>
                  </a:ext>
                </a:extLst>
              </p:cNvPr>
              <p:cNvCxnSpPr/>
              <p:nvPr/>
            </p:nvCxnSpPr>
            <p:spPr>
              <a:xfrm>
                <a:off x="3357586" y="3685070"/>
                <a:ext cx="1452348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575DEDA2-2B6E-E92C-D328-86ABB104F84C}"/>
                  </a:ext>
                </a:extLst>
              </p:cNvPr>
              <p:cNvCxnSpPr/>
              <p:nvPr/>
            </p:nvCxnSpPr>
            <p:spPr>
              <a:xfrm>
                <a:off x="3357586" y="3951299"/>
                <a:ext cx="1452348" cy="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headEnd type="oval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059F1F7-1A87-EE91-571E-3FC10AF50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10280650" algn="r"/>
              </a:tabLst>
            </a:pPr>
            <a:r>
              <a:rPr lang="en-US" dirty="0"/>
              <a:t>Tracing/Lighting the </a:t>
            </a:r>
            <a:r>
              <a: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Datapath (7/7)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9992BE7D-AA30-D3C3-12EB-FD529A590B10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0537984C-E5C7-5867-1426-7112933003EB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D9058D66-2E49-5064-7DA3-C542C941B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BD18EA36-4DCD-7B0C-6071-711BFE7AB4A5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sp>
        <p:nvSpPr>
          <p:cNvPr id="454" name="TextBox 453">
            <a:extLst>
              <a:ext uri="{FF2B5EF4-FFF2-40B4-BE49-F238E27FC236}">
                <a16:creationId xmlns:a16="http://schemas.microsoft.com/office/drawing/2014/main" id="{0944AD30-59F3-D588-F4B7-F8BA5D4D69DC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31B9038D-4192-7693-577B-9601AAB5650F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089F0FF-3345-3E55-28FB-4057B2E589DD}"/>
              </a:ext>
            </a:extLst>
          </p:cNvPr>
          <p:cNvGrpSpPr/>
          <p:nvPr/>
        </p:nvGrpSpPr>
        <p:grpSpPr>
          <a:xfrm>
            <a:off x="657480" y="2260284"/>
            <a:ext cx="2714060" cy="1670895"/>
            <a:chOff x="657480" y="2260284"/>
            <a:chExt cx="2714060" cy="1670895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8A23EEA3-BEAE-3290-2BD7-4FDD48232107}"/>
                </a:ext>
              </a:extLst>
            </p:cNvPr>
            <p:cNvGrpSpPr/>
            <p:nvPr/>
          </p:nvGrpSpPr>
          <p:grpSpPr>
            <a:xfrm>
              <a:off x="659332" y="2260284"/>
              <a:ext cx="2712208" cy="1417320"/>
              <a:chOff x="669619" y="2248996"/>
              <a:chExt cx="2712208" cy="141732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E3B2D5D3-92C0-2DED-8069-EF4BE945E415}"/>
                  </a:ext>
                </a:extLst>
              </p:cNvPr>
              <p:cNvGrpSpPr/>
              <p:nvPr/>
            </p:nvGrpSpPr>
            <p:grpSpPr>
              <a:xfrm>
                <a:off x="669619" y="2260284"/>
                <a:ext cx="2712208" cy="1389326"/>
                <a:chOff x="669619" y="2260284"/>
                <a:chExt cx="2712208" cy="1389326"/>
              </a:xfrm>
            </p:grpSpPr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A30F35DD-3EB0-2045-878D-E4A59FECA9F4}"/>
                    </a:ext>
                  </a:extLst>
                </p:cNvPr>
                <p:cNvGrpSpPr/>
                <p:nvPr/>
              </p:nvGrpSpPr>
              <p:grpSpPr>
                <a:xfrm>
                  <a:off x="675203" y="2260284"/>
                  <a:ext cx="2706624" cy="477526"/>
                  <a:chOff x="675203" y="2260284"/>
                  <a:chExt cx="2706624" cy="477526"/>
                </a:xfrm>
              </p:grpSpPr>
              <p:cxnSp>
                <p:nvCxnSpPr>
                  <p:cNvPr id="144" name="Elbow Connector 143">
                    <a:extLst>
                      <a:ext uri="{FF2B5EF4-FFF2-40B4-BE49-F238E27FC236}">
                        <a16:creationId xmlns:a16="http://schemas.microsoft.com/office/drawing/2014/main" id="{0E8BC179-A30D-22FC-C955-7B93CF2849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9590" y="2363686"/>
                    <a:ext cx="477525" cy="270723"/>
                  </a:xfrm>
                  <a:prstGeom prst="bentConnector3">
                    <a:avLst>
                      <a:gd name="adj1" fmla="val -2954"/>
                    </a:avLst>
                  </a:prstGeom>
                  <a:ln w="28575">
                    <a:solidFill>
                      <a:schemeClr val="bg1"/>
                    </a:solidFill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traight Connector 144">
                    <a:extLst>
                      <a:ext uri="{FF2B5EF4-FFF2-40B4-BE49-F238E27FC236}">
                        <a16:creationId xmlns:a16="http://schemas.microsoft.com/office/drawing/2014/main" id="{CF13B362-E59F-DFB3-26D3-20F24A0E24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5203" y="2260284"/>
                    <a:ext cx="2706624" cy="1985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43" name="Straight Arrow Connector 142">
                  <a:extLst>
                    <a:ext uri="{FF2B5EF4-FFF2-40B4-BE49-F238E27FC236}">
                      <a16:creationId xmlns:a16="http://schemas.microsoft.com/office/drawing/2014/main" id="{26AB9839-9605-EF54-F30C-E80C8AC72F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9619" y="3649608"/>
                  <a:ext cx="768096" cy="2"/>
                </a:xfrm>
                <a:prstGeom prst="straightConnector1">
                  <a:avLst/>
                </a:prstGeom>
                <a:ln w="28575">
                  <a:solidFill>
                    <a:schemeClr val="bg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F5CDD451-7ED2-29FC-1259-3E572DF17F46}"/>
                  </a:ext>
                </a:extLst>
              </p:cNvPr>
              <p:cNvCxnSpPr/>
              <p:nvPr/>
            </p:nvCxnSpPr>
            <p:spPr>
              <a:xfrm flipH="1">
                <a:off x="675203" y="2248996"/>
                <a:ext cx="0" cy="1417320"/>
              </a:xfrm>
              <a:prstGeom prst="line">
                <a:avLst/>
              </a:prstGeom>
              <a:ln w="28575">
                <a:solidFill>
                  <a:schemeClr val="bg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072DC485-6B1E-519A-165D-431EE187048F}"/>
                </a:ext>
              </a:extLst>
            </p:cNvPr>
            <p:cNvSpPr>
              <a:spLocks/>
            </p:cNvSpPr>
            <p:nvPr/>
          </p:nvSpPr>
          <p:spPr>
            <a:xfrm>
              <a:off x="2458278" y="2385959"/>
              <a:ext cx="644039" cy="714015"/>
            </a:xfrm>
            <a:custGeom>
              <a:avLst/>
              <a:gdLst>
                <a:gd name="connsiteX0" fmla="*/ 0 w 1793965"/>
                <a:gd name="connsiteY0" fmla="*/ 0 h 4650377"/>
                <a:gd name="connsiteX1" fmla="*/ 0 w 1793965"/>
                <a:gd name="connsiteY1" fmla="*/ 1898469 h 4650377"/>
                <a:gd name="connsiteX2" fmla="*/ 478971 w 1793965"/>
                <a:gd name="connsiteY2" fmla="*/ 2333897 h 4650377"/>
                <a:gd name="connsiteX3" fmla="*/ 0 w 1793965"/>
                <a:gd name="connsiteY3" fmla="*/ 2778034 h 4650377"/>
                <a:gd name="connsiteX4" fmla="*/ 0 w 1793965"/>
                <a:gd name="connsiteY4" fmla="*/ 4650377 h 4650377"/>
                <a:gd name="connsiteX5" fmla="*/ 1793965 w 1793965"/>
                <a:gd name="connsiteY5" fmla="*/ 3666309 h 4650377"/>
                <a:gd name="connsiteX6" fmla="*/ 1793965 w 1793965"/>
                <a:gd name="connsiteY6" fmla="*/ 984069 h 4650377"/>
                <a:gd name="connsiteX7" fmla="*/ 0 w 1793965"/>
                <a:gd name="connsiteY7" fmla="*/ 0 h 465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3965" h="4650377">
                  <a:moveTo>
                    <a:pt x="0" y="0"/>
                  </a:moveTo>
                  <a:lnTo>
                    <a:pt x="0" y="1898469"/>
                  </a:lnTo>
                  <a:lnTo>
                    <a:pt x="478971" y="2333897"/>
                  </a:lnTo>
                  <a:lnTo>
                    <a:pt x="0" y="2778034"/>
                  </a:lnTo>
                  <a:lnTo>
                    <a:pt x="0" y="4650377"/>
                  </a:lnTo>
                  <a:lnTo>
                    <a:pt x="1793965" y="3666309"/>
                  </a:lnTo>
                  <a:lnTo>
                    <a:pt x="1793965" y="98406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rtlCol="0" anchor="ctr"/>
            <a:lstStyle/>
            <a:p>
              <a:pPr algn="r"/>
              <a:r>
                <a:rPr lang="en-US" sz="1600" dirty="0">
                  <a:solidFill>
                    <a:schemeClr val="bg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6637B6-D03E-7EA3-2834-DC358E01A801}"/>
                </a:ext>
              </a:extLst>
            </p:cNvPr>
            <p:cNvSpPr txBox="1"/>
            <p:nvPr/>
          </p:nvSpPr>
          <p:spPr>
            <a:xfrm>
              <a:off x="1733676" y="3669569"/>
              <a:ext cx="3545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pc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17E385A-E658-40AC-539C-BF27D8254A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4124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DF53039-085B-94F9-BAFB-D92703881942}"/>
                </a:ext>
              </a:extLst>
            </p:cNvPr>
            <p:cNvSpPr txBox="1"/>
            <p:nvPr/>
          </p:nvSpPr>
          <p:spPr>
            <a:xfrm>
              <a:off x="1968985" y="2379486"/>
              <a:ext cx="3545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+4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531E6A8-4DAE-603E-91A2-59474D3D06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0690" y="2496757"/>
              <a:ext cx="182880" cy="0"/>
            </a:xfrm>
            <a:prstGeom prst="line">
              <a:avLst/>
            </a:prstGeom>
            <a:ln w="19050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>
              <a:extLst>
                <a:ext uri="{FF2B5EF4-FFF2-40B4-BE49-F238E27FC236}">
                  <a16:creationId xmlns:a16="http://schemas.microsoft.com/office/drawing/2014/main" id="{2DB67802-2F43-01EB-88FB-63C5FE7B7A35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CAD9F106-41D3-5668-39C3-6C852C5DE164}"/>
                </a:ext>
              </a:extLst>
            </p:cNvPr>
            <p:cNvSpPr txBox="1"/>
            <p:nvPr/>
          </p:nvSpPr>
          <p:spPr>
            <a:xfrm>
              <a:off x="657480" y="2967174"/>
              <a:ext cx="52450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pc+4</a:t>
              </a:r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A986F80-1E6B-7600-F2DC-4DFF3ABBA976}"/>
              </a:ext>
            </a:extLst>
          </p:cNvPr>
          <p:cNvGrpSpPr/>
          <p:nvPr/>
        </p:nvGrpSpPr>
        <p:grpSpPr>
          <a:xfrm>
            <a:off x="4805939" y="2918076"/>
            <a:ext cx="1440473" cy="2023530"/>
            <a:chOff x="4805939" y="2918076"/>
            <a:chExt cx="1440473" cy="2023530"/>
          </a:xfrm>
        </p:grpSpPr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4E936808-A9F4-6FE5-5553-0AF7AB1EF460}"/>
                </a:ext>
              </a:extLst>
            </p:cNvPr>
            <p:cNvSpPr txBox="1"/>
            <p:nvPr/>
          </p:nvSpPr>
          <p:spPr>
            <a:xfrm>
              <a:off x="5853568" y="4679996"/>
              <a:ext cx="341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00" dirty="0" err="1">
                  <a:solidFill>
                    <a:schemeClr val="bg1"/>
                  </a:solidFill>
                  <a:latin typeface="18 VAG Rounded Light   02390" pitchFamily="2" charset="0"/>
                </a:rPr>
                <a:t>clk</a:t>
              </a:r>
              <a:endParaRPr lang="en-US" sz="11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  <p:sp>
          <p:nvSpPr>
            <p:cNvPr id="327" name="Isosceles Triangle 59">
              <a:extLst>
                <a:ext uri="{FF2B5EF4-FFF2-40B4-BE49-F238E27FC236}">
                  <a16:creationId xmlns:a16="http://schemas.microsoft.com/office/drawing/2014/main" id="{11907A66-3594-A340-74E1-E1967D97F4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43281" y="4428532"/>
              <a:ext cx="182880" cy="142528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F0AA6ACF-2CA1-426D-7080-1A8A4CCAC1A4}"/>
                </a:ext>
              </a:extLst>
            </p:cNvPr>
            <p:cNvSpPr/>
            <p:nvPr/>
          </p:nvSpPr>
          <p:spPr>
            <a:xfrm>
              <a:off x="4805939" y="2918076"/>
              <a:ext cx="1440473" cy="1655090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wdata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1000"/>
                </a:spcBef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rs1	rdata1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rs2	</a:t>
              </a: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rdata2</a:t>
              </a:r>
            </a:p>
            <a:p>
              <a:r>
                <a:rPr lang="en-US" sz="1600" b="1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RegFile</a:t>
              </a:r>
              <a:endPara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0E7F62EF-67F7-CC76-5DEE-D6013B2EE228}"/>
                </a:ext>
              </a:extLst>
            </p:cNvPr>
            <p:cNvCxnSpPr/>
            <p:nvPr/>
          </p:nvCxnSpPr>
          <p:spPr>
            <a:xfrm flipV="1">
              <a:off x="6024448" y="4561851"/>
              <a:ext cx="0" cy="118145"/>
            </a:xfrm>
            <a:prstGeom prst="line">
              <a:avLst/>
            </a:prstGeom>
            <a:ln w="19050">
              <a:solidFill>
                <a:schemeClr val="accent6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E10A822-87AF-B1E2-08C3-F2876261B45E}"/>
              </a:ext>
            </a:extLst>
          </p:cNvPr>
          <p:cNvGrpSpPr/>
          <p:nvPr/>
        </p:nvGrpSpPr>
        <p:grpSpPr>
          <a:xfrm>
            <a:off x="602275" y="882773"/>
            <a:ext cx="11012132" cy="564182"/>
            <a:chOff x="602275" y="882773"/>
            <a:chExt cx="11012132" cy="56418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B78FEDB-30B2-FA70-5C78-10A430E382CF}"/>
                </a:ext>
              </a:extLst>
            </p:cNvPr>
            <p:cNvSpPr txBox="1"/>
            <p:nvPr/>
          </p:nvSpPr>
          <p:spPr>
            <a:xfrm>
              <a:off x="981283" y="882773"/>
              <a:ext cx="22124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PC = PC + 4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E75BED-121D-F596-86A1-AE3CB1664F0E}"/>
                </a:ext>
              </a:extLst>
            </p:cNvPr>
            <p:cNvSpPr txBox="1"/>
            <p:nvPr/>
          </p:nvSpPr>
          <p:spPr>
            <a:xfrm>
              <a:off x="5430126" y="882773"/>
              <a:ext cx="44246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R[</a:t>
              </a:r>
              <a:r>
                <a:rPr lang="en-US" sz="2400" b="1" dirty="0" err="1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rd</a:t>
              </a:r>
              <a:r>
                <a:rPr lang="en-US" sz="24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] = R[rs1] + R[rs2]</a:t>
              </a:r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B8892333-F479-E14E-1BEA-F2FDA4B0D4BB}"/>
                </a:ext>
              </a:extLst>
            </p:cNvPr>
            <p:cNvSpPr/>
            <p:nvPr/>
          </p:nvSpPr>
          <p:spPr>
            <a:xfrm rot="16200000">
              <a:off x="2015794" y="-111993"/>
              <a:ext cx="143445" cy="2970484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0FC91C65-55FD-462C-41DD-EF3854EC2D27}"/>
                </a:ext>
              </a:extLst>
            </p:cNvPr>
            <p:cNvSpPr/>
            <p:nvPr/>
          </p:nvSpPr>
          <p:spPr>
            <a:xfrm rot="16200000">
              <a:off x="7570709" y="-2596742"/>
              <a:ext cx="143445" cy="7943950"/>
            </a:xfrm>
            <a:prstGeom prst="rightBrace">
              <a:avLst/>
            </a:prstGeom>
            <a:ln w="19050"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2A85715-8B3A-F2D7-74B1-1552662BD25B}"/>
              </a:ext>
            </a:extLst>
          </p:cNvPr>
          <p:cNvSpPr txBox="1"/>
          <p:nvPr/>
        </p:nvSpPr>
        <p:spPr>
          <a:xfrm>
            <a:off x="293424" y="148877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2821F3-9057-AF90-7872-31155FE12C3D}"/>
              </a:ext>
            </a:extLst>
          </p:cNvPr>
          <p:cNvSpPr txBox="1"/>
          <p:nvPr/>
        </p:nvSpPr>
        <p:spPr>
          <a:xfrm>
            <a:off x="9273885" y="1488776"/>
            <a:ext cx="28631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Add output to destination register.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499E41-669F-3042-96AB-5CEF3FDD6C96}"/>
              </a:ext>
            </a:extLst>
          </p:cNvPr>
          <p:cNvSpPr txBox="1"/>
          <p:nvPr/>
        </p:nvSpPr>
        <p:spPr>
          <a:xfrm>
            <a:off x="6181437" y="1488776"/>
            <a:ext cx="235654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000" dirty="0">
                <a:solidFill>
                  <a:schemeClr val="accent1"/>
                </a:solidFill>
                <a:latin typeface="18 VAG Rounded Light   02390" pitchFamily="2" charset="0"/>
              </a:rPr>
              <a:t>Feed read register values into Add.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82FC27-4690-49E7-FDCC-28D944DFB2B3}"/>
              </a:ext>
            </a:extLst>
          </p:cNvPr>
          <p:cNvSpPr txBox="1"/>
          <p:nvPr/>
        </p:nvSpPr>
        <p:spPr>
          <a:xfrm>
            <a:off x="3118252" y="1488776"/>
            <a:ext cx="26645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2000" i="1" dirty="0">
                <a:solidFill>
                  <a:schemeClr val="accent5"/>
                </a:solidFill>
                <a:latin typeface="18 VAG Rounded Light   02390" pitchFamily="2" charset="0"/>
              </a:rPr>
              <a:t>Split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instruction to index into </a:t>
            </a:r>
            <a:r>
              <a:rPr lang="en-US" sz="2000" dirty="0" err="1">
                <a:solidFill>
                  <a:schemeClr val="accent5"/>
                </a:solidFill>
                <a:latin typeface="18 VAG Rounded Light   02390" pitchFamily="2" charset="0"/>
              </a:rPr>
              <a:t>RegFile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.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9F8FB81-6AE3-3A5A-F0FC-0FCBF77824C3}"/>
              </a:ext>
            </a:extLst>
          </p:cNvPr>
          <p:cNvGrpSpPr/>
          <p:nvPr/>
        </p:nvGrpSpPr>
        <p:grpSpPr>
          <a:xfrm>
            <a:off x="324172" y="4604793"/>
            <a:ext cx="10627823" cy="1676824"/>
            <a:chOff x="324172" y="4604793"/>
            <a:chExt cx="10627823" cy="1676824"/>
          </a:xfrm>
        </p:grpSpPr>
        <p:cxnSp>
          <p:nvCxnSpPr>
            <p:cNvPr id="472" name="Straight Arrow Connector 471">
              <a:extLst>
                <a:ext uri="{FF2B5EF4-FFF2-40B4-BE49-F238E27FC236}">
                  <a16:creationId xmlns:a16="http://schemas.microsoft.com/office/drawing/2014/main" id="{539AD620-A3D7-E5A0-3E53-00AE471DCC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6885" y="4604793"/>
              <a:ext cx="0" cy="932688"/>
            </a:xfrm>
            <a:prstGeom prst="straightConnector1">
              <a:avLst/>
            </a:prstGeom>
            <a:ln w="127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E3DDFAA6-D536-49D8-56C7-22294A54D13C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6C3DC45B-A57F-31FF-CE24-7457A601410D}"/>
                </a:ext>
              </a:extLst>
            </p:cNvPr>
            <p:cNvSpPr/>
            <p:nvPr/>
          </p:nvSpPr>
          <p:spPr>
            <a:xfrm>
              <a:off x="324172" y="5540557"/>
              <a:ext cx="10627823" cy="741060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r>
                <a:rPr lang="en-US" sz="1600" b="1" dirty="0">
                  <a:solidFill>
                    <a:schemeClr val="accent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Control Logic</a:t>
              </a:r>
            </a:p>
          </p:txBody>
        </p: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905E05EA-4983-C6BA-95A6-4F77FABDFA8C}"/>
              </a:ext>
            </a:extLst>
          </p:cNvPr>
          <p:cNvGrpSpPr/>
          <p:nvPr/>
        </p:nvGrpSpPr>
        <p:grpSpPr>
          <a:xfrm>
            <a:off x="3766321" y="2375192"/>
            <a:ext cx="7379208" cy="1592748"/>
            <a:chOff x="3766321" y="2375192"/>
            <a:chExt cx="7379208" cy="1592748"/>
          </a:xfrm>
        </p:grpSpPr>
        <p:grpSp>
          <p:nvGrpSpPr>
            <p:cNvPr id="475" name="Group 474">
              <a:extLst>
                <a:ext uri="{FF2B5EF4-FFF2-40B4-BE49-F238E27FC236}">
                  <a16:creationId xmlns:a16="http://schemas.microsoft.com/office/drawing/2014/main" id="{3320E86C-6D5A-DB87-28EE-448DEF9EC323}"/>
                </a:ext>
              </a:extLst>
            </p:cNvPr>
            <p:cNvGrpSpPr/>
            <p:nvPr/>
          </p:nvGrpSpPr>
          <p:grpSpPr>
            <a:xfrm>
              <a:off x="3766321" y="2384802"/>
              <a:ext cx="7379208" cy="657210"/>
              <a:chOff x="3766321" y="2384802"/>
              <a:chExt cx="7379208" cy="657210"/>
            </a:xfrm>
          </p:grpSpPr>
          <p:cxnSp>
            <p:nvCxnSpPr>
              <p:cNvPr id="477" name="Straight Connector 476">
                <a:extLst>
                  <a:ext uri="{FF2B5EF4-FFF2-40B4-BE49-F238E27FC236}">
                    <a16:creationId xmlns:a16="http://schemas.microsoft.com/office/drawing/2014/main" id="{BC9764E9-E71D-AC5E-0038-EA762E5DA2A8}"/>
                  </a:ext>
                </a:extLst>
              </p:cNvPr>
              <p:cNvCxnSpPr/>
              <p:nvPr/>
            </p:nvCxnSpPr>
            <p:spPr>
              <a:xfrm>
                <a:off x="3766321" y="2384802"/>
                <a:ext cx="7379208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Elbow Connector 477">
                <a:extLst>
                  <a:ext uri="{FF2B5EF4-FFF2-40B4-BE49-F238E27FC236}">
                    <a16:creationId xmlns:a16="http://schemas.microsoft.com/office/drawing/2014/main" id="{E5CB5EB0-9239-D83D-AF86-7F7CA51B7CC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6" name="Elbow Connector 475">
              <a:extLst>
                <a:ext uri="{FF2B5EF4-FFF2-40B4-BE49-F238E27FC236}">
                  <a16:creationId xmlns:a16="http://schemas.microsoft.com/office/drawing/2014/main" id="{53266FF9-C5BA-F264-46B6-2DF8FAB69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1193" y="2375192"/>
              <a:ext cx="2276158" cy="1592748"/>
            </a:xfrm>
            <a:prstGeom prst="bentConnector3">
              <a:avLst>
                <a:gd name="adj1" fmla="val 99625"/>
              </a:avLst>
            </a:prstGeom>
            <a:ln w="57150">
              <a:solidFill>
                <a:schemeClr val="accent4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A059DCEE-B514-8C99-1E2E-F23251E1221B}"/>
              </a:ext>
            </a:extLst>
          </p:cNvPr>
          <p:cNvGrpSpPr/>
          <p:nvPr/>
        </p:nvGrpSpPr>
        <p:grpSpPr>
          <a:xfrm>
            <a:off x="634436" y="2260284"/>
            <a:ext cx="2779776" cy="1417320"/>
            <a:chOff x="786836" y="2412684"/>
            <a:chExt cx="2779776" cy="1417320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9B97EE04-8246-0E60-7EC9-D80C4A9FFFC5}"/>
                </a:ext>
              </a:extLst>
            </p:cNvPr>
            <p:cNvGrpSpPr/>
            <p:nvPr/>
          </p:nvGrpSpPr>
          <p:grpSpPr>
            <a:xfrm>
              <a:off x="786836" y="2412684"/>
              <a:ext cx="2779776" cy="1417320"/>
              <a:chOff x="644723" y="2248996"/>
              <a:chExt cx="2779776" cy="141732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A58E7EC7-BFA3-6748-766C-FB962E8E7763}"/>
                  </a:ext>
                </a:extLst>
              </p:cNvPr>
              <p:cNvGrpSpPr/>
              <p:nvPr/>
            </p:nvGrpSpPr>
            <p:grpSpPr>
              <a:xfrm>
                <a:off x="644723" y="2260284"/>
                <a:ext cx="2779776" cy="1389326"/>
                <a:chOff x="644723" y="2260284"/>
                <a:chExt cx="2779776" cy="1389326"/>
              </a:xfrm>
            </p:grpSpPr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66CB3E1C-C420-C3DA-898E-3F0D947C368F}"/>
                    </a:ext>
                  </a:extLst>
                </p:cNvPr>
                <p:cNvGrpSpPr/>
                <p:nvPr/>
              </p:nvGrpSpPr>
              <p:grpSpPr>
                <a:xfrm>
                  <a:off x="644723" y="2260284"/>
                  <a:ext cx="2779776" cy="477526"/>
                  <a:chOff x="644723" y="2260284"/>
                  <a:chExt cx="2779776" cy="477526"/>
                </a:xfrm>
              </p:grpSpPr>
              <p:cxnSp>
                <p:nvCxnSpPr>
                  <p:cNvPr id="152" name="Elbow Connector 151">
                    <a:extLst>
                      <a:ext uri="{FF2B5EF4-FFF2-40B4-BE49-F238E27FC236}">
                        <a16:creationId xmlns:a16="http://schemas.microsoft.com/office/drawing/2014/main" id="{CFA96BFB-A665-07B1-1E1E-96998A1E66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3019910" y="2363686"/>
                    <a:ext cx="477525" cy="270723"/>
                  </a:xfrm>
                  <a:prstGeom prst="bentConnector3">
                    <a:avLst>
                      <a:gd name="adj1" fmla="val -2954"/>
                    </a:avLst>
                  </a:prstGeom>
                  <a:ln w="57150">
                    <a:solidFill>
                      <a:schemeClr val="accent2"/>
                    </a:solidFill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2D8B705F-1D2D-FA43-AFCE-425C0AA4B6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44723" y="2260284"/>
                    <a:ext cx="2779776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0" name="Straight Arrow Connector 149">
                  <a:extLst>
                    <a:ext uri="{FF2B5EF4-FFF2-40B4-BE49-F238E27FC236}">
                      <a16:creationId xmlns:a16="http://schemas.microsoft.com/office/drawing/2014/main" id="{A61F1F3D-E0C1-F4FB-119E-C68E0D7CA7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9619" y="3649608"/>
                  <a:ext cx="768096" cy="2"/>
                </a:xfrm>
                <a:prstGeom prst="straightConnector1">
                  <a:avLst/>
                </a:prstGeom>
                <a:ln w="57150">
                  <a:solidFill>
                    <a:schemeClr val="accent2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2FE8A6E2-4DCB-FB24-42F1-349D518C4665}"/>
                  </a:ext>
                </a:extLst>
              </p:cNvPr>
              <p:cNvCxnSpPr/>
              <p:nvPr/>
            </p:nvCxnSpPr>
            <p:spPr>
              <a:xfrm flipH="1">
                <a:off x="675203" y="2248996"/>
                <a:ext cx="0" cy="141732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9AB5077D-062A-1E00-8B52-6A9B92090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4705" y="380652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Elbow Connector 154">
              <a:extLst>
                <a:ext uri="{FF2B5EF4-FFF2-40B4-BE49-F238E27FC236}">
                  <a16:creationId xmlns:a16="http://schemas.microsoft.com/office/drawing/2014/main" id="{190CAD40-B69F-8232-A427-DE8EA3C69B0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982881" y="3198880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Freeform 166">
            <a:extLst>
              <a:ext uri="{FF2B5EF4-FFF2-40B4-BE49-F238E27FC236}">
                <a16:creationId xmlns:a16="http://schemas.microsoft.com/office/drawing/2014/main" id="{C18A656F-8BBE-A889-ED51-856E7927C060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207FD97-D7BC-2241-4A70-349590D1377F}"/>
              </a:ext>
            </a:extLst>
          </p:cNvPr>
          <p:cNvGrpSpPr/>
          <p:nvPr/>
        </p:nvGrpSpPr>
        <p:grpSpPr>
          <a:xfrm>
            <a:off x="3062791" y="3425699"/>
            <a:ext cx="1764918" cy="524103"/>
            <a:chOff x="3062789" y="3425699"/>
            <a:chExt cx="1777655" cy="52410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55D428-C3BE-3E9D-2E55-894D02DA1DCA}"/>
                </a:ext>
              </a:extLst>
            </p:cNvPr>
            <p:cNvGrpSpPr/>
            <p:nvPr/>
          </p:nvGrpSpPr>
          <p:grpSpPr>
            <a:xfrm>
              <a:off x="3062789" y="3425699"/>
              <a:ext cx="1769795" cy="524103"/>
              <a:chOff x="3062789" y="3425699"/>
              <a:chExt cx="1769795" cy="524103"/>
            </a:xfrm>
          </p:grpSpPr>
          <p:cxnSp>
            <p:nvCxnSpPr>
              <p:cNvPr id="51" name="Elbow Connector 50">
                <a:extLst>
                  <a:ext uri="{FF2B5EF4-FFF2-40B4-BE49-F238E27FC236}">
                    <a16:creationId xmlns:a16="http://schemas.microsoft.com/office/drawing/2014/main" id="{C3E0BC78-88DE-A0F9-5676-1EAB6F26C3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2789" y="3425699"/>
                <a:ext cx="1765694" cy="524103"/>
              </a:xfrm>
              <a:prstGeom prst="bentConnector3">
                <a:avLst>
                  <a:gd name="adj1" fmla="val 17967"/>
                </a:avLst>
              </a:prstGeom>
              <a:ln w="57150">
                <a:solidFill>
                  <a:schemeClr val="accent5"/>
                </a:solidFill>
                <a:headEnd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7B472E74-B468-661A-841A-778AED66E6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8195" y="3685038"/>
                <a:ext cx="1464389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3134A7C3-461A-58FE-B533-1AF672F36060}"/>
                </a:ext>
              </a:extLst>
            </p:cNvPr>
            <p:cNvCxnSpPr>
              <a:cxnSpLocks/>
            </p:cNvCxnSpPr>
            <p:nvPr/>
          </p:nvCxnSpPr>
          <p:spPr>
            <a:xfrm>
              <a:off x="3388096" y="3941078"/>
              <a:ext cx="1452348" cy="0"/>
            </a:xfrm>
            <a:prstGeom prst="straightConnector1">
              <a:avLst/>
            </a:prstGeom>
            <a:ln w="57150">
              <a:solidFill>
                <a:schemeClr val="accent5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02B53838-8B06-0E27-5605-9586F32ADCA0}"/>
              </a:ext>
            </a:extLst>
          </p:cNvPr>
          <p:cNvGrpSpPr/>
          <p:nvPr/>
        </p:nvGrpSpPr>
        <p:grpSpPr>
          <a:xfrm>
            <a:off x="6260450" y="3678353"/>
            <a:ext cx="2039714" cy="557208"/>
            <a:chOff x="6260450" y="3678353"/>
            <a:chExt cx="2039714" cy="557208"/>
          </a:xfrm>
        </p:grpSpPr>
        <p:cxnSp>
          <p:nvCxnSpPr>
            <p:cNvPr id="479" name="Straight Arrow Connector 478">
              <a:extLst>
                <a:ext uri="{FF2B5EF4-FFF2-40B4-BE49-F238E27FC236}">
                  <a16:creationId xmlns:a16="http://schemas.microsoft.com/office/drawing/2014/main" id="{B0D8ED95-0A19-9702-C7AC-39A2005F74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0450" y="4235561"/>
              <a:ext cx="2029968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Arrow Connector 479">
              <a:extLst>
                <a:ext uri="{FF2B5EF4-FFF2-40B4-BE49-F238E27FC236}">
                  <a16:creationId xmlns:a16="http://schemas.microsoft.com/office/drawing/2014/main" id="{73BA06F2-8A28-6661-EC39-6FCB4BB23320}"/>
                </a:ext>
              </a:extLst>
            </p:cNvPr>
            <p:cNvCxnSpPr>
              <a:cxnSpLocks/>
            </p:cNvCxnSpPr>
            <p:nvPr/>
          </p:nvCxnSpPr>
          <p:spPr>
            <a:xfrm>
              <a:off x="6261052" y="3678353"/>
              <a:ext cx="2039112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3479274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S61C-ly-new">
  <a:themeElements>
    <a:clrScheme name="Custom 10">
      <a:dk1>
        <a:srgbClr val="000000"/>
      </a:dk1>
      <a:lt1>
        <a:srgbClr val="FFFFFF"/>
      </a:lt1>
      <a:dk2>
        <a:srgbClr val="002E5D"/>
      </a:dk2>
      <a:lt2>
        <a:srgbClr val="E5DCD1"/>
      </a:lt2>
      <a:accent1>
        <a:srgbClr val="00BDE2"/>
      </a:accent1>
      <a:accent2>
        <a:srgbClr val="C6DAC3"/>
      </a:accent2>
      <a:accent3>
        <a:srgbClr val="FEC016"/>
      </a:accent3>
      <a:accent4>
        <a:srgbClr val="D9E056"/>
      </a:accent4>
      <a:accent5>
        <a:srgbClr val="EB1379"/>
      </a:accent5>
      <a:accent6>
        <a:srgbClr val="A97EFA"/>
      </a:accent6>
      <a:hlink>
        <a:srgbClr val="9ED1FF"/>
      </a:hlink>
      <a:folHlink>
        <a:srgbClr val="93C9F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 sz="2000" dirty="0">
            <a:solidFill>
              <a:schemeClr val="accent1"/>
            </a:solidFill>
            <a:latin typeface="18 VAG Rounded Light   02390" pitchFamily="2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solidFill>
              <a:schemeClr val="accent1"/>
            </a:solidFill>
            <a:latin typeface="18 VAG Rounded Light   0239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new" id="{DFFA2BFF-9357-A24D-A947-9735921D71C4}" vid="{3C32BE93-C896-F84B-BEA8-5E6C5AC7E2C8}"/>
    </a:ext>
  </a:extLst>
</a:theme>
</file>

<file path=ppt/theme/theme2.xml><?xml version="1.0" encoding="utf-8"?>
<a:theme xmlns:a="http://schemas.openxmlformats.org/drawingml/2006/main" name="Metro">
  <a:themeElements>
    <a:clrScheme name="Custom 1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134770"/>
      </a:hlink>
      <a:folHlink>
        <a:srgbClr val="7AF8CC"/>
      </a:folHlink>
    </a:clrScheme>
    <a:fontScheme name="Custom 1">
      <a:majorFont>
        <a:latin typeface="VAGRundschriftD"/>
        <a:ea typeface=""/>
        <a:cs typeface=""/>
      </a:majorFont>
      <a:minorFont>
        <a:latin typeface="VAGRundschriftD"/>
        <a:ea typeface=""/>
        <a:cs typeface="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latin typeface="18 VAG Rounded Thin   55390" pitchFamily="2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CS61C-ly-new</Template>
  <TotalTime>28116</TotalTime>
  <Words>1566</Words>
  <Application>Microsoft Macintosh PowerPoint</Application>
  <PresentationFormat>Widescreen</PresentationFormat>
  <Paragraphs>270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6" baseType="lpstr">
      <vt:lpstr>18 VAG Rounded Black   09390</vt:lpstr>
      <vt:lpstr>18 VAG Rounded Bold   07390</vt:lpstr>
      <vt:lpstr>18 VAG Rounded Light   02390</vt:lpstr>
      <vt:lpstr>18 VAG Rounded Thin   55390</vt:lpstr>
      <vt:lpstr>VAG Rundschrift D Light</vt:lpstr>
      <vt:lpstr>VAGRundschriftD</vt:lpstr>
      <vt:lpstr>VAGRundschriftDLig</vt:lpstr>
      <vt:lpstr>Arial</vt:lpstr>
      <vt:lpstr>Calibri</vt:lpstr>
      <vt:lpstr>Corbel</vt:lpstr>
      <vt:lpstr>Courier</vt:lpstr>
      <vt:lpstr>Courier New</vt:lpstr>
      <vt:lpstr>Helvetica</vt:lpstr>
      <vt:lpstr>Helvetica Neue</vt:lpstr>
      <vt:lpstr>Wingdings</vt:lpstr>
      <vt:lpstr>Wingdings 2</vt:lpstr>
      <vt:lpstr>CS61C-ly-new</vt:lpstr>
      <vt:lpstr>Metro</vt:lpstr>
      <vt:lpstr>Tracing/Lighting the add Datapath (7/7)</vt:lpstr>
      <vt:lpstr>Tracing/Lighting the add Datapath (1/7)</vt:lpstr>
      <vt:lpstr>Tracing/Lighting the add Datapath (2/7)</vt:lpstr>
      <vt:lpstr>Tracing/Lighting the add Datapath (3/7)</vt:lpstr>
      <vt:lpstr>Tracing/Lighting the add Datapath (4/7)</vt:lpstr>
      <vt:lpstr>Tracing/Lighting the add Datapath (5/7)</vt:lpstr>
      <vt:lpstr>Tracing/Lighting the add Datapath (6/7)</vt:lpstr>
      <vt:lpstr>Tracing/Lighting the add Datapath (7/7)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RISC-V (California Gold)</dc:title>
  <dc:creator>Lisa Yan</dc:creator>
  <cp:lastModifiedBy>Lisa Yan</cp:lastModifiedBy>
  <cp:revision>892</cp:revision>
  <cp:lastPrinted>2022-09-30T17:03:13Z</cp:lastPrinted>
  <dcterms:created xsi:type="dcterms:W3CDTF">2022-09-05T20:39:51Z</dcterms:created>
  <dcterms:modified xsi:type="dcterms:W3CDTF">2026-03-11T17:41:58Z</dcterms:modified>
</cp:coreProperties>
</file>