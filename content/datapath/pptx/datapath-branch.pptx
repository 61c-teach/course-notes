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2"/>
  </p:notesMasterIdLst>
  <p:sldIdLst>
    <p:sldId id="1424" r:id="rId3"/>
    <p:sldId id="1425" r:id="rId4"/>
    <p:sldId id="1434" r:id="rId5"/>
    <p:sldId id="1428" r:id="rId6"/>
    <p:sldId id="1433" r:id="rId7"/>
    <p:sldId id="1429" r:id="rId8"/>
    <p:sldId id="1430" r:id="rId9"/>
    <p:sldId id="1431" r:id="rId10"/>
    <p:sldId id="1432" r:id="rId11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25"/>
    <p:restoredTop sz="94304"/>
  </p:normalViewPr>
  <p:slideViewPr>
    <p:cSldViewPr snapToGrid="0">
      <p:cViewPr varScale="1">
        <p:scale>
          <a:sx n="112" d="100"/>
          <a:sy n="112" d="100"/>
        </p:scale>
        <p:origin x="232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6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628A4-7D8E-D38A-099A-BA8515FD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448C2-6872-1DEF-7C0F-CDC672A48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ECA07-73BA-48A5-2484-2850E11B6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73D1E-1C6A-54D1-F5E1-7F38D6277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1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C378-3591-C902-4B97-9ACA6262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573C3-4BBE-C784-96FD-D826889F4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AF65E-DCC8-73C5-96B3-AF69F400F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3286B-8943-1856-4BC8-273DD9C90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06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A33DC-54C1-7382-441A-15124827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63E57-A30A-1628-44F6-7FE4F583B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112D9-5C12-0A6B-CA23-68B46CC47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E9EE6-5927-D02B-580E-41306A813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58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4458E-C491-59CF-695C-1D4610943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B9DD7-4FAB-18EB-DF8A-CA0673083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CE42B-7CDD-957D-1F88-A22F3456A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6B23C-0C87-7F0C-AB91-48BB7E28C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5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E3AD7-D626-43BE-8043-EABF3339D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1962E-84DF-4E5F-41E0-F146F63FD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FB438-466C-D967-C937-66631A4C3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F068F-2DDC-161E-46F9-2C4569073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28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3105-DB5D-17F8-4554-28B5545F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E5572-0A44-107E-4E80-368F31BA1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AE129B-089C-9444-DFF8-42B14B69E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5C4CE-BD18-A2FC-9BAC-A03841592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92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E5AE-B92C-9894-453A-9CB8B3427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E2B85-DAA0-5671-584C-1E2F5A1A0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0AC37-DFBC-1F8E-D929-9F0FF2374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75E75-283C-2BCE-3E26-849226133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9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A8EB-1756-9317-EA55-8C7F6F74F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6347C-73F9-BCFD-5F00-EEAB40835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8FE99-76E6-8A89-A223-F7B97D04D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37896-688F-7CC2-E982-7CEFAE64D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F34E2EF-E6E4-480A-85BB-220BE1C28AFF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5E8AD9-296E-37B4-4E87-99DCBDA65600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542881D0-E006-5FD1-06B4-BF7FDE875101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B1CA216-A44B-94A2-491B-0FE076CC9699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4CABF1C-C840-9F3E-AB67-F1D6561813B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3182A8-AAC2-5CFD-2ED1-D6AE1F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Branch Datapath (8/8)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E2B3D3E-7682-F6FD-4010-CC6BCDC1F9B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4FDE1979-E809-7A50-A64F-A7DC871340D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3F319D4-E9C9-BF79-1D0B-B024CF36D45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EFECB578-3A21-E891-8D71-0213F089D1C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4BB69EA9-5AFD-ECF3-6FBC-565768226B6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7F7F169-A5F4-56F1-6936-D7E5E795DF1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5C8CA32-3065-E6B7-1BD4-077B2DB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C9BC0A6-4DFD-877B-775C-BD92FA021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CB4FC43-FB1E-DAD9-6933-1031DF7B151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C5600C-FF32-7B65-A838-616535BD3D1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05D2502-C217-CFAD-90DA-7224BAC69EC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795E669-F7FD-51D5-9708-7B3C9BD34CC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5D422CF-1692-106D-093A-8F6E171C79D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1177FA1-F44B-D412-678F-D0996FE371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EB16DF6-43AA-9A5F-FFF9-30CB1A3DA5D6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6BC64DA7-A1B1-1E33-61B5-D83764BAC155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67A46396-A71B-E5C3-E2EC-583B4A603C90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98CA2B2E-5BEF-6E19-FC37-311D08B845B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B01F1A18-F34F-006C-C71D-DCC3DF9FCB7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45940B4-83F7-A371-DDED-84DC798911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F1F7DB0-6CD9-15D8-A9C7-594A704DE0B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FE738B2C-2C36-2578-E323-38E7D6FA3739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60DDE42-432D-6CCE-975F-C92E5D285C26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C7F68ECD-ACAD-374E-B7B5-00E15FD21DC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08456E4-D4F5-2EA1-FF19-789AA5C3F8D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08607ED-5082-B8EB-0CB6-ED344CA1BE73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424B80CA-05F9-1646-30DD-53D39995ABB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7D15A79-CBAA-3476-E953-9E88EC542CA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0435E35-829A-9B0E-3C1B-8AC96951ACA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38A11AD-8791-608A-0552-C121A94FF64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C66CA67-38E7-34E8-E7FC-AAD1AEB58582}"/>
              </a:ext>
            </a:extLst>
          </p:cNvPr>
          <p:cNvGrpSpPr/>
          <p:nvPr/>
        </p:nvGrpSpPr>
        <p:grpSpPr>
          <a:xfrm>
            <a:off x="6389559" y="4187510"/>
            <a:ext cx="2731069" cy="605832"/>
            <a:chOff x="6389559" y="4187510"/>
            <a:chExt cx="2731069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DE0A5376-D330-42E2-FB65-5A8544619591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356B3A68-0F26-F67A-1004-D091F831F6E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8C12DBEE-9119-E687-12AE-4F54DD2F914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C2019ECA-1D43-2798-7640-624AE67C748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D8640-1BD8-BEED-DD26-8BB1044FBB1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7A331C-250D-4072-F6B6-25839190A52F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F8A3D43-23D6-8073-FA9C-E13A73CB5D2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7B03F4-4F70-EB67-2FC8-0AEE5100B90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ECC671-A924-2356-B7DC-DE13636CBDA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A7E8C0-8665-164F-DB94-DAE69967F44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4264EDC-6D20-221A-1FA0-C23197F903B2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ADA092F-D4E9-20EF-B62D-834B9B1CF63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D784A5C8-32E2-3AA1-3DDB-295CDDAE88B9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7E10B256-ADFC-8E2C-6C6F-6E4DBEC36AB1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E730C79-AAC2-7A21-158E-0E25313D56F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6032983-17AD-87BD-753B-0DAA16E5B7AD}"/>
              </a:ext>
            </a:extLst>
          </p:cNvPr>
          <p:cNvSpPr txBox="1"/>
          <p:nvPr/>
        </p:nvSpPr>
        <p:spPr>
          <a:xfrm>
            <a:off x="289612" y="5560036"/>
            <a:ext cx="155202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taken/not taken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CC95B9F-5DF4-D7FA-AEA7-3A8533F0CD4C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D1E69A0-9944-8D40-E6A1-E6D049015EEA}"/>
              </a:ext>
            </a:extLst>
          </p:cNvPr>
          <p:cNvSpPr txBox="1"/>
          <p:nvPr/>
        </p:nvSpPr>
        <p:spPr>
          <a:xfrm>
            <a:off x="6954558" y="5545178"/>
            <a:ext cx="556563" cy="413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5574E08-8C14-422C-BD9C-969F4F3B25C2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2E54D0A-9FBB-BD56-7769-DC00BEB2FC6E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C1D377E-FE43-1B1D-FCF0-12F1B82B4052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E390CF13-3728-8277-3D3E-B31B8898A532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ABE00C5-6753-0E18-2457-6761BCF0A196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05891022-9DF5-AB96-D32B-08916867D9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5F21712-74F9-1B1C-C348-211340BF727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D295204-4CA2-FED3-4ABC-4B0EE63D057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B1182A6-0946-CC24-2378-F3DAB18A8640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25026AB-7D2A-D0EF-F142-A77473C9B9DA}"/>
              </a:ext>
            </a:extLst>
          </p:cNvPr>
          <p:cNvGrpSpPr/>
          <p:nvPr/>
        </p:nvGrpSpPr>
        <p:grpSpPr>
          <a:xfrm>
            <a:off x="447040" y="2119597"/>
            <a:ext cx="8711595" cy="1848344"/>
            <a:chOff x="447040" y="2119597"/>
            <a:chExt cx="8711595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2FF5A0BA-239C-0DE4-7D12-E323633E58E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38100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6DE7245E-F14F-0A55-B565-147B42004D6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3CD8F465-4708-7101-87E2-4AAEE10F4240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33B91885-5AE4-C6B6-F7D4-2831A6613805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00F3B1FF-06EF-89A2-F610-57D50B3D3E5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B73EEB42-4A6A-0E09-586D-12B1FD4E1410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FF65934-C540-D4EB-5E26-A7998F69580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94E499-9981-9A90-3CA1-1A6AE6B40906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747EAB4-2749-8CD2-08DA-8853F25778D0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3BAACE9-C583-3A4C-5C5A-05348E9725DE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70591D75-6535-994D-E94B-EE1319B85D75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9D398A40-E6CF-6735-943A-64873BCF56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E9996797-F7EA-BB2C-F936-AC2F044548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972607A-FF02-4EF0-C12B-C696F9804C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7D9FB21-F221-CAC4-4E3D-394776C21FEE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8A771-AEBD-84AE-97BE-351E7A898571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>
            <a:glow rad="63500">
              <a:srgbClr val="011223">
                <a:alpha val="40000"/>
              </a:srgbClr>
            </a:glow>
          </a:effectLst>
        </p:grpSpPr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EBE7628F-E993-5B32-5E5F-D69544C6972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5C480B-863F-AD24-2B94-C2D86E75B1BF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31FCF825-06BA-11EC-D840-8B2A55C1F4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7ED1D915-2A00-F4EC-6173-DFC6B3475021}"/>
              </a:ext>
            </a:extLst>
          </p:cNvPr>
          <p:cNvSpPr txBox="1"/>
          <p:nvPr/>
        </p:nvSpPr>
        <p:spPr>
          <a:xfrm>
            <a:off x="293423" y="1001583"/>
            <a:ext cx="2837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If </a:t>
            </a:r>
            <a:r>
              <a:rPr lang="en-US" sz="1800" dirty="0" err="1">
                <a:solidFill>
                  <a:schemeClr val="accent2"/>
                </a:solidFill>
                <a:latin typeface="18 VAG Rounded Light   02390" pitchFamily="2" charset="0"/>
              </a:rPr>
              <a:t>PCSel</a:t>
            </a:r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=taken, update PC to 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output</a:t>
            </a:r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. Else, update to next instruction </a:t>
            </a:r>
            <a:r>
              <a:rPr lang="en-US" sz="1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B6D7902-50BB-C134-31A6-E56CBC7726A8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778AB38-F590-5FA5-39C2-6F3DEFA45BF4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05FC406-05B2-8242-650C-D6E9D3BC10DC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B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668EA19-1D16-2435-39BE-AEF3AA44FFE9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2"/>
                  </a:solidFill>
                  <a:latin typeface="18 VAG Rounded Light   02390" pitchFamily="2" charset="0"/>
                </a:rPr>
                <a:t>1/0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3632A612-D2B9-ADCD-8A02-64FC0648A297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2000C3DB-EA0F-B383-7B78-CA219CC6DBC8}"/>
                </a:ext>
              </a:extLst>
            </p:cNvPr>
            <p:cNvSpPr txBox="1"/>
            <p:nvPr/>
          </p:nvSpPr>
          <p:spPr>
            <a:xfrm>
              <a:off x="7954131" y="5524627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574EDEE-392B-DC05-E19A-7C22B2FFABF2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36DEE1F-22F3-B06E-CF0C-02765F74997B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CCB4874-3908-3711-F29C-8C5432912A1E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45D1972-0917-DAFC-3871-DF1C9589BE76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EF8C38D-BA7D-5642-A0A2-E34F5B552DF9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EE551F3-1BCD-6A0E-5934-C612F6BD5F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9A1F9FD9-8362-6D31-BB4E-CEE82660C092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907FCD0-E933-C967-0916-C7ED705EA369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9EBBC893-DEE8-7AA8-A66C-3EA54AAA537B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4A07119-8F33-DF3D-F48C-FF4ABC92B1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FDF1E4D7-98F5-FF90-0714-269C71DDA03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4D1DEAE-7AAB-4FA5-9AC7-CEF254DF6C1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  <a:effectLst>
            <a:glow rad="101600">
              <a:srgbClr val="011223">
                <a:alpha val="68169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1FA82655-74D3-4483-7C00-4AA72A5B4B28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4CCAB6A3-C543-27E5-2EE7-6BDED855E821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63" name="Straight Arrow Connector 462">
              <a:extLst>
                <a:ext uri="{FF2B5EF4-FFF2-40B4-BE49-F238E27FC236}">
                  <a16:creationId xmlns:a16="http://schemas.microsoft.com/office/drawing/2014/main" id="{9D6AA4AF-6C3B-AE91-C371-53D7A2698F28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64B2A282-C014-E88F-4C9D-A46205A9A7E0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76164E61-98D9-BE31-329F-728E726E320C}"/>
              </a:ext>
            </a:extLst>
          </p:cNvPr>
          <p:cNvGrpSpPr/>
          <p:nvPr/>
        </p:nvGrpSpPr>
        <p:grpSpPr>
          <a:xfrm>
            <a:off x="7709119" y="3492839"/>
            <a:ext cx="585916" cy="180461"/>
            <a:chOff x="7709119" y="3492839"/>
            <a:chExt cx="585916" cy="180461"/>
          </a:xfrm>
        </p:grpSpPr>
        <p:cxnSp>
          <p:nvCxnSpPr>
            <p:cNvPr id="473" name="Straight Arrow Connector 472">
              <a:extLst>
                <a:ext uri="{FF2B5EF4-FFF2-40B4-BE49-F238E27FC236}">
                  <a16:creationId xmlns:a16="http://schemas.microsoft.com/office/drawing/2014/main" id="{60088F44-47E7-9460-6B06-5AD6B12745C2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E411ABC2-F868-E148-24CB-DE60E461D344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3" name="TextBox 482">
            <a:extLst>
              <a:ext uri="{FF2B5EF4-FFF2-40B4-BE49-F238E27FC236}">
                <a16:creationId xmlns:a16="http://schemas.microsoft.com/office/drawing/2014/main" id="{037EC741-CF39-634F-C60F-EC1387375A6D}"/>
              </a:ext>
            </a:extLst>
          </p:cNvPr>
          <p:cNvSpPr txBox="1"/>
          <p:nvPr/>
        </p:nvSpPr>
        <p:spPr>
          <a:xfrm>
            <a:off x="5358478" y="1019804"/>
            <a:ext cx="4748193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branch from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and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; feed to </a:t>
            </a:r>
            <a:r>
              <a:rPr lang="en-US" sz="1800" dirty="0">
                <a:solidFill>
                  <a:schemeClr val="accent3"/>
                </a:solidFill>
                <a:latin typeface="18 VAG Rounded Light   02390" pitchFamily="2" charset="0"/>
              </a:rPr>
              <a:t>Control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</a:p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23AE9053-BD59-0618-BEBA-5B7B7D98FCD9}"/>
              </a:ext>
            </a:extLst>
          </p:cNvPr>
          <p:cNvCxnSpPr>
            <a:cxnSpLocks/>
          </p:cNvCxnSpPr>
          <p:nvPr/>
        </p:nvCxnSpPr>
        <p:spPr>
          <a:xfrm flipV="1">
            <a:off x="6261052" y="4187510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8CE4B988-430D-C5B1-FB9F-987BBC1B69BB}"/>
              </a:ext>
            </a:extLst>
          </p:cNvPr>
          <p:cNvGrpSpPr/>
          <p:nvPr/>
        </p:nvGrpSpPr>
        <p:grpSpPr>
          <a:xfrm>
            <a:off x="6246033" y="3676635"/>
            <a:ext cx="380779" cy="510875"/>
            <a:chOff x="6246033" y="3676635"/>
            <a:chExt cx="380779" cy="510875"/>
          </a:xfrm>
        </p:grpSpPr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29E1759E-8C1A-B8F6-C0AE-84288FE302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033" y="3676635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Arrow Connector 487">
              <a:extLst>
                <a:ext uri="{FF2B5EF4-FFF2-40B4-BE49-F238E27FC236}">
                  <a16:creationId xmlns:a16="http://schemas.microsoft.com/office/drawing/2014/main" id="{C0970B0F-70BD-0CF2-FD5F-594B86D093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19E41221-C612-CA23-3A3F-57CFC230B501}"/>
              </a:ext>
            </a:extLst>
          </p:cNvPr>
          <p:cNvGrpSpPr/>
          <p:nvPr/>
        </p:nvGrpSpPr>
        <p:grpSpPr>
          <a:xfrm>
            <a:off x="6985475" y="4385007"/>
            <a:ext cx="212988" cy="1184173"/>
            <a:chOff x="6985475" y="4375863"/>
            <a:chExt cx="212988" cy="1184173"/>
          </a:xfrm>
        </p:grpSpPr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C6C7D1A8-84BE-C001-5470-1BC9C13CEB0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75" y="4375863"/>
              <a:ext cx="0" cy="1184173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988E43FD-20CB-7B5D-025A-53663E7667F2}"/>
                </a:ext>
              </a:extLst>
            </p:cNvPr>
            <p:cNvCxnSpPr>
              <a:cxnSpLocks/>
            </p:cNvCxnSpPr>
            <p:nvPr/>
          </p:nvCxnSpPr>
          <p:spPr>
            <a:xfrm>
              <a:off x="7198463" y="4386110"/>
              <a:ext cx="0" cy="1173926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14177FEE-F644-247D-4106-1DD195AFD74A}"/>
              </a:ext>
            </a:extLst>
          </p:cNvPr>
          <p:cNvCxnSpPr>
            <a:cxnSpLocks/>
          </p:cNvCxnSpPr>
          <p:nvPr/>
        </p:nvCxnSpPr>
        <p:spPr>
          <a:xfrm>
            <a:off x="8929306" y="3376628"/>
            <a:ext cx="1620072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F4AF431-6133-BCE1-94CA-71A9ABABD7B2}"/>
              </a:ext>
            </a:extLst>
          </p:cNvPr>
          <p:cNvGrpSpPr/>
          <p:nvPr/>
        </p:nvGrpSpPr>
        <p:grpSpPr>
          <a:xfrm>
            <a:off x="657147" y="2246540"/>
            <a:ext cx="2712208" cy="1271016"/>
            <a:chOff x="657147" y="2246540"/>
            <a:chExt cx="2712208" cy="1271016"/>
          </a:xfrm>
        </p:grpSpPr>
        <p:cxnSp>
          <p:nvCxnSpPr>
            <p:cNvPr id="498" name="Elbow Connector 497">
              <a:extLst>
                <a:ext uri="{FF2B5EF4-FFF2-40B4-BE49-F238E27FC236}">
                  <a16:creationId xmlns:a16="http://schemas.microsoft.com/office/drawing/2014/main" id="{702BCC31-73E0-E4EB-7177-978216F829A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0330" y="2398736"/>
              <a:ext cx="511818" cy="230004"/>
            </a:xfrm>
            <a:prstGeom prst="bentConnector3">
              <a:avLst>
                <a:gd name="adj1" fmla="val 3549"/>
              </a:avLst>
            </a:prstGeom>
            <a:ln w="57150">
              <a:solidFill>
                <a:schemeClr val="accent2"/>
              </a:solidFill>
              <a:tailEnd type="non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B90008C6-4644-0577-C74A-FFD26C3C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731" y="2257828"/>
              <a:ext cx="2706624" cy="1985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Arrow Connector 499">
              <a:extLst>
                <a:ext uri="{FF2B5EF4-FFF2-40B4-BE49-F238E27FC236}">
                  <a16:creationId xmlns:a16="http://schemas.microsoft.com/office/drawing/2014/main" id="{7C04BC4E-CD81-911B-7EB7-A9F0FA0516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147" y="3500396"/>
              <a:ext cx="274320" cy="2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9FC5CC0B-F1A9-F71F-B723-0B0CCC1D99E8}"/>
                </a:ext>
              </a:extLst>
            </p:cNvPr>
            <p:cNvCxnSpPr/>
            <p:nvPr/>
          </p:nvCxnSpPr>
          <p:spPr>
            <a:xfrm flipH="1">
              <a:off x="662731" y="2246540"/>
              <a:ext cx="0" cy="1271016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942D1E4A-BF80-40DB-A11E-5B646046C4A6}"/>
              </a:ext>
            </a:extLst>
          </p:cNvPr>
          <p:cNvGrpSpPr/>
          <p:nvPr/>
        </p:nvGrpSpPr>
        <p:grpSpPr>
          <a:xfrm>
            <a:off x="431899" y="2125749"/>
            <a:ext cx="8482220" cy="1848344"/>
            <a:chOff x="437942" y="2119597"/>
            <a:chExt cx="8482220" cy="1848344"/>
          </a:xfrm>
        </p:grpSpPr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320343C1-CBDF-FEDD-EFC4-D0E2A17F793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37942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med" len="med"/>
            </a:ln>
            <a:effectLst>
              <a:glow rad="63500">
                <a:srgbClr val="011223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Elbow Connector 505">
              <a:extLst>
                <a:ext uri="{FF2B5EF4-FFF2-40B4-BE49-F238E27FC236}">
                  <a16:creationId xmlns:a16="http://schemas.microsoft.com/office/drawing/2014/main" id="{60B27D2E-E699-DED2-72C6-BACBC6E67CF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8" name="TextBox 507">
            <a:extLst>
              <a:ext uri="{FF2B5EF4-FFF2-40B4-BE49-F238E27FC236}">
                <a16:creationId xmlns:a16="http://schemas.microsoft.com/office/drawing/2014/main" id="{78477AEA-F4C7-CB46-E344-309DD089BCD7}"/>
              </a:ext>
            </a:extLst>
          </p:cNvPr>
          <p:cNvSpPr txBox="1"/>
          <p:nvPr/>
        </p:nvSpPr>
        <p:spPr>
          <a:xfrm>
            <a:off x="10575658" y="1451051"/>
            <a:ext cx="1499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registers.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50D48F20-2317-959C-0E0D-67B0974EEDE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9E827B51-45AE-BC6A-5EDE-B9EC37EB1F6B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23CA0890-B4B5-9644-B7AC-434E2C8648B6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0F4F484-2BDA-7BC5-32FE-CFB85D4AD3AD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091B0EFE-9CBB-8214-6D6E-F024A2BB9D21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1A209833-68F7-CB22-0D07-95F8545166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Elbow Connector 136">
                <a:extLst>
                  <a:ext uri="{FF2B5EF4-FFF2-40B4-BE49-F238E27FC236}">
                    <a16:creationId xmlns:a16="http://schemas.microsoft.com/office/drawing/2014/main" id="{8B47E6BC-869A-4830-9C0F-8604908399B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F8384E1-1E96-A973-57F0-5E3197CD36AE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08AE2272-6711-C9EE-101A-A087B9E502B5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133" name="Elbow Connector 132">
                  <a:extLst>
                    <a:ext uri="{FF2B5EF4-FFF2-40B4-BE49-F238E27FC236}">
                      <a16:creationId xmlns:a16="http://schemas.microsoft.com/office/drawing/2014/main" id="{60038E10-51AA-D533-C3CD-324C06B183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FB75F03E-36A4-948F-8FDD-923E20F214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24783880-8728-F22D-DC24-22AE5DC83A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D1A0F8A-F1AA-0736-73BB-5204DAFA85B2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464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D4B9F-8729-432A-BFB2-038E3EE0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5C5980E-0DA3-E17D-5F0D-77EF363F9F44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D364B4-C049-1F5E-4DBE-FD7244BE1E04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CC7B7A9B-76CC-758B-9524-229667DB5CBF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362E30B3-5B6F-00EE-8525-0BDF34753235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96A49745-CCAD-083D-81DB-7910383BE4EA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EC2417A-CE95-6EC4-1DF9-79B55413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Branch Datapath (1/8)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B882B3B-BFEF-D056-D8F5-F7F0463EE86F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4E58CD59-3467-FC2D-9973-7582DB5AA97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3564FC7D-1BD3-1E90-9D82-60E165D03A51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B7C9E22C-9CD4-63F5-6A08-1C79D1D607EB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8749010F-7E27-4DCC-56D2-0F4C47937AD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DE713320-B43D-1022-9C20-CA9E710F27EE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D53280CE-07FE-4AC7-D29A-C7291A5CE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3DBFE9F8-0E8F-9E6A-AE7B-C0B95784C39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ABA2F3D2-3CD4-B14E-CF79-3FADF06CFE9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32C16307-2620-65D3-A5D9-4A39360605C2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55BF5215-AAFF-AAF4-A42C-8B4197FB2763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69738D3A-986A-1CA7-B49D-610E6637B129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94F0C56E-F4C6-A3BD-73EB-045973149614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AF1BE98B-C5BE-A495-3124-27E0B7E305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3DB8FB54-68D4-24B1-E3D6-DC02B619EF51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1F0549F1-C9EB-2F8F-066E-EB3A8A870ABB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39C8DD7C-AC7E-5433-1351-E5B0599729DA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AF8B2D4E-5E92-56AD-D6B1-2FFC77E2319F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63B0AF0D-91C5-5119-272A-FD199081B7B3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CE279C8-BCBE-9B46-9D84-D14AAC2BBB60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0C52014-3160-FFC6-DC4D-741FC3C3A859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D0138469-5575-1194-4356-8A027A9EFB4F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54F0826C-A903-6B95-29A4-7723322C5CB4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67EF1E6B-D580-AE53-1CEF-C4EF63525020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4960AF7E-526D-98FF-C60B-EEE54916B091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BF6CA91B-7015-F1EE-4E4D-52411B40E01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B82678F0-9212-B354-CE9A-7EC39FA9C902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DED2768B-8D5E-760C-0A56-02D3ACDDEA9F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19C498FC-6905-FC56-9C07-F0F938B71603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8811065B-7A4B-FB65-91A7-970EBA9E284D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8A71FAA-A9FC-5787-E22B-83BC2395D0A6}"/>
              </a:ext>
            </a:extLst>
          </p:cNvPr>
          <p:cNvGrpSpPr/>
          <p:nvPr/>
        </p:nvGrpSpPr>
        <p:grpSpPr>
          <a:xfrm>
            <a:off x="6389559" y="4187510"/>
            <a:ext cx="2731069" cy="605832"/>
            <a:chOff x="6389559" y="4187510"/>
            <a:chExt cx="2731069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5A52093C-20DD-E8E5-CAF4-7238A5DCA352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FCFF9D1E-068D-48B5-1B13-67F916ED2DE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BADB9F0-B07E-5401-A475-D905252152A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C8C1377A-9C07-2346-5801-6F4FE8D498E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0FC38-5C39-8AEE-88E1-3D9330B41900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CD6492-4606-AD0E-8B34-56D5AD34741E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86E6E88-8145-70B3-E0B8-93CA21893874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C98049-930E-65C7-DA64-006AD71AE956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C5064F9-7466-24D7-78F8-A3A7F6446B4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2EEE9A-CEC6-D5C4-3E55-311DA2C76D39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19EA27D0-DB85-8662-DDEE-6F91C3734526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9D85812A-4DA3-EDC4-2558-6E986E632221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A0706CFA-5256-4ED6-A5E0-48F815917B87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923B147C-F2DF-EDD6-32CD-F350B66BB1AB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DC43255-B1DF-72F3-A176-99B6622C2E9A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E4E278D-7B59-B6FE-FDA9-683359D457BB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4333281-3BBD-F57F-EC00-0190A1C5F469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EBDCF05-92CF-F1A1-CE2B-8F7B6A18B599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89EC853A-1DA0-5D89-32F2-294D19D69E55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A1AAD2B-DD54-7DB0-ABF4-BB0432C9240B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91BCE4AB-C264-BB2E-55DC-AFE5F8519C4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75B2BF42-B89B-0152-627F-9A139AA97128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806D343-3263-C387-5043-F9E2434F385F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C4B37D61-6E43-A58A-FA66-239B42A945CF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937F700C-F035-A8A6-3DE9-3D98F1533B94}"/>
              </a:ext>
            </a:extLst>
          </p:cNvPr>
          <p:cNvGrpSpPr/>
          <p:nvPr/>
        </p:nvGrpSpPr>
        <p:grpSpPr>
          <a:xfrm>
            <a:off x="447040" y="2119597"/>
            <a:ext cx="8711595" cy="1848344"/>
            <a:chOff x="447040" y="2119597"/>
            <a:chExt cx="8711595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861CB8C7-2792-B535-B32F-F66C9ED1807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38100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E99DAFD5-F164-045C-C068-E4DE974CD75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720E9CBA-224D-DFA2-25C8-80349FC59AB9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2FD7ED22-B384-BC93-8D9B-3C6112670C8D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17943870-0348-8A48-1DC9-49A7BBDBF5E1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CC231782-F95F-051A-990B-8790250786A0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02C31B3-08DD-CD44-E756-620429C656F8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4FC53-81EB-6551-2578-CCCFD7955E9C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7FEE567-E7DE-D578-B123-7DDE0D5808C3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4B3FAD6-3A52-A397-8840-760185453C22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A96E3F8E-F080-A47B-FE5D-0D3F9E709FA2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167D8399-A5CF-5714-BC20-4D3BC0BBFB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A35A62D-2F3B-C48F-877F-082C564DC3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1DF3868-576F-1DD7-DF5C-FB5ADF57FB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15DCEFF-AA49-9A04-F722-7D4A9681E1BC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8BDEBE-DC21-AB5B-8F4F-58F3A093D856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>
            <a:glow rad="63500">
              <a:srgbClr val="011223">
                <a:alpha val="40000"/>
              </a:srgbClr>
            </a:glow>
          </a:effectLst>
        </p:grpSpPr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908FBED5-2825-780C-E2AA-A3383EAD734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D35DE74-824F-9216-EA2E-83AE4712E345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7EC05C42-F8FF-B2DA-98AB-2248AB9B5E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763AD694-EAAB-1667-154A-5D9BCEA5605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  <a:effectLst>
            <a:glow rad="101600">
              <a:srgbClr val="011223">
                <a:alpha val="68169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5BEBA284-2217-10D2-F48E-D1A2A3AADC58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0C1580E3-6275-19B9-4A22-739819702D08}"/>
              </a:ext>
            </a:extLst>
          </p:cNvPr>
          <p:cNvCxnSpPr>
            <a:cxnSpLocks/>
          </p:cNvCxnSpPr>
          <p:nvPr/>
        </p:nvCxnSpPr>
        <p:spPr>
          <a:xfrm flipV="1">
            <a:off x="6261052" y="4187510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FD82BF66-479D-670D-A67C-9F13B1DE2F60}"/>
              </a:ext>
            </a:extLst>
          </p:cNvPr>
          <p:cNvCxnSpPr>
            <a:cxnSpLocks/>
          </p:cNvCxnSpPr>
          <p:nvPr/>
        </p:nvCxnSpPr>
        <p:spPr>
          <a:xfrm>
            <a:off x="8929306" y="3376628"/>
            <a:ext cx="1620072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B98937BF-EBA6-7554-A553-5EFA42EF02F6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DB0BD258-7C21-27BB-D9C5-E4B5C49F5282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086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411A-90AA-7164-5A09-2FA7C2123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5F3E06F-DA24-C37D-5D60-6E5DDF40185A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A3EE6E-DF4E-5F1D-C92A-A9033CE003B5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0B3D46F4-FDFE-0041-7777-590F1B3ADD6A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7BCD5AB5-BFBB-CF4F-F4CF-B603A9BDA4D2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8C2070B-09FF-9EB5-77B9-EFD566DFB195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6B0BC9C-B464-3726-855B-37682E627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Branch Datapath (2/8)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8E92C68C-60D9-1F17-3CAC-0E1190B4CB1C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FA8A15A9-37D8-4133-1EE4-50EC8AC50E89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59AC91A2-6AD1-7B21-C2D8-38586A248A4C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3E8BE797-37AF-EDCD-C5FA-A586B05775D4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E165267B-16FA-4B4F-0613-143C9E163769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8AB68DE-2195-1C1A-6ABE-531031B9CA6F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5E0FB537-201F-6B9E-9557-B7F77DFEE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7A8CD98B-7AC2-F3BA-8A10-A2E52178A422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7CA3BAD0-5D1C-9491-934A-A8EEC01C1F5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BF951F0B-90FF-1CD2-4390-8041FD743FFE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4F2517FF-80A8-7D4F-9BF6-7C2D6BBCCF47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11C7959C-8039-2FCF-B286-21710163EB48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F5FED36-860B-D932-137F-227D0A1F2D92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7BF8AD1D-F284-0575-595D-35C8102A37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A4680F0E-F3FB-5DD9-0CC6-68C8481E464B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AEF5297-F3BC-1A0C-94F3-1A49CED9F180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8DC00F1E-289A-864A-2E1B-7F68CCCD9174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DC4AC0FB-ABFE-DB4A-0978-46E6D3D6116A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085F86C1-997A-D67D-97B2-A51F946C51D7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902C9D3B-923D-9245-AF8F-1BE73885B867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96285C7C-4C22-2676-1FCD-0E3E28BBA352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1F79557F-517E-C21F-77B0-CD46C27E782C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FBD6E63D-BC95-ADE9-0A36-C1121D604225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02EBD8DF-1C02-7997-5F11-C63ADC56C1CE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C24EB16F-E291-7BC2-A729-10B23451D5D3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E42704E2-F9DD-8562-E69E-76BFD26CF948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544B8129-BD54-98A1-4919-372B392312FC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D16419C-F53F-427B-6322-68902848647F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C7B5D012-EFDA-5EEC-5A14-0A94BCED7A7B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C5864869-7C83-1510-6CCB-5BF6BB107B44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1E6BBEF-1D1A-BEB4-F6E9-F662590FEA53}"/>
              </a:ext>
            </a:extLst>
          </p:cNvPr>
          <p:cNvGrpSpPr/>
          <p:nvPr/>
        </p:nvGrpSpPr>
        <p:grpSpPr>
          <a:xfrm>
            <a:off x="6389559" y="4187510"/>
            <a:ext cx="2731069" cy="605832"/>
            <a:chOff x="6389559" y="4187510"/>
            <a:chExt cx="2731069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16C6EAFE-FBC4-951C-056C-98D1C0E447D8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F32D0E31-7D68-EBA8-28D4-29EC3D0586F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3F636E70-C9E0-B213-258D-D05BD13FF78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EF2C63A2-1779-FE9D-F92D-B6372DDD9E99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E0160D-A129-F3FF-58A0-12000D1802B2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0E5901C-D69B-D200-0B8E-FCB41B8197D4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9EC3AFD-189D-8A8B-7CEC-634A22F8F439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3BD466-02A9-A911-57CB-F22C62875B0F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417E01F-2321-BC11-2F33-2D319797F73A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7B20355-3D6C-0AF0-98E9-624DD40A668D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55A3EFA-56D4-11B4-3D75-FF0282FEEA50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5C9997E4-C3B3-6063-C3AE-C163BDBFE715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C98A9730-F424-8C3D-6F67-98E257C9CED0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53AB6735-987A-37B0-BB90-4135E615990A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32779C6-D6C8-F6B1-0FBC-67E5AD6545C1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09E45A5-9F0A-87EB-2BFA-55E8DEDD3938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9CE2C74-92F2-FC3B-3BC0-E288D9DEEB8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0D53888-D9D5-7D81-C91B-0AED9AD723E5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84F3F41D-9753-0139-C68E-D7628C60B1ED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238EE8A4-D12F-7998-C7F6-8CA8BB40AEAB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E51665A0-03C7-03A0-1D48-D5A4C952204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08D42237-DC29-61DD-812A-D3EFD020E2FE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F21D751-2F07-69CD-2DE4-1B2281433C1A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D11F58B5-4DD2-9A38-BE6E-53E52EB064CA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EE85B6A-3625-7174-0996-6F4FDBA4DBBE}"/>
              </a:ext>
            </a:extLst>
          </p:cNvPr>
          <p:cNvGrpSpPr/>
          <p:nvPr/>
        </p:nvGrpSpPr>
        <p:grpSpPr>
          <a:xfrm>
            <a:off x="447040" y="2119597"/>
            <a:ext cx="8711595" cy="1848344"/>
            <a:chOff x="447040" y="2119597"/>
            <a:chExt cx="8711595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3759B2A1-548B-6E18-3021-396DB5C5A54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38100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7638E467-BDC1-6431-ABEC-23F23D78D9B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37529174-8162-C7AE-4CC9-0AE542E16FD0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98824B29-2B18-3A42-19AC-F2AA5BB2666C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CDC816E6-D2DE-8668-6F0A-92512110D383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8C9D5CC2-628C-EE2D-698F-A2D89BB54A31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C6019D4-56EF-FE46-E035-2CDD93E5CCCE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A544A8-DCE7-C669-2C3D-8A1CD86ED8EF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4AE877-6FA0-AD4C-ED50-2DEF3F406AA0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41B0565-904B-147A-9D03-573AABC93130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B9FB6F69-5084-3945-CE25-BFA488F1ED97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013198B5-A1CD-9820-1176-0F364B8C3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EEC9C334-8BD9-CCB8-A0A9-715A8E3233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EB9D3CC2-56E4-EC7C-DB2A-D1F25C8B4B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8E1E551-CE6A-1622-1BC6-ADB4363C3948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9D0957-A903-5A0F-B2A8-5C3F29AF72DF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>
            <a:glow rad="63500">
              <a:srgbClr val="011223">
                <a:alpha val="40000"/>
              </a:srgbClr>
            </a:glow>
          </a:effectLst>
        </p:grpSpPr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89677200-6C3C-6B02-7AD8-BC9C2DC8038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73FBE5-3CF5-8F8A-9A47-438D4F68D105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E79A32EA-6DB1-3B32-EEC5-E5AFA5D300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0DE259C-82E9-53BA-B7B4-1AE4B32C92F8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0599B5C-125C-6162-8F21-74EF79E9F8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181E49B3-63BC-BECD-AD36-C3F83AAD4AD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A8FA3FF-6D8A-0E3E-F088-DA88920FA38B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89983AAB-C046-17A2-0DF8-128634E77CE4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AA5D4A29-7392-5775-C89E-EE85191FCC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96BEB030-C4F6-E24A-2210-167D83E2DB9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CF526D18-AE28-5EDA-6483-B09CA41B8AEC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  <a:effectLst>
            <a:glow rad="101600">
              <a:srgbClr val="011223">
                <a:alpha val="68169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FD485D39-BD2C-C164-A629-E44DB141FA01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B9FC39AD-2EAB-A067-3655-1271BBE075A0}"/>
              </a:ext>
            </a:extLst>
          </p:cNvPr>
          <p:cNvCxnSpPr>
            <a:cxnSpLocks/>
          </p:cNvCxnSpPr>
          <p:nvPr/>
        </p:nvCxnSpPr>
        <p:spPr>
          <a:xfrm flipV="1">
            <a:off x="6261052" y="4187510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67979A9F-A18F-FD23-1EFE-1092A6063E44}"/>
              </a:ext>
            </a:extLst>
          </p:cNvPr>
          <p:cNvCxnSpPr>
            <a:cxnSpLocks/>
          </p:cNvCxnSpPr>
          <p:nvPr/>
        </p:nvCxnSpPr>
        <p:spPr>
          <a:xfrm>
            <a:off x="8929306" y="3376628"/>
            <a:ext cx="1620072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F3FFBA02-4096-CE98-255A-0B907F2AFFC9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945D9E5D-7148-2E85-FA75-5D7D925F0373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167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30316-3074-7F3D-4330-C840D68E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4DDDC5B-42D3-2670-5437-5375991BDF4D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84CB63-BCFA-129E-6E98-0CBE80F1BABA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51058882-1797-F89D-473C-38191C73D754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57B07FA1-35A4-624C-A2BD-1A06AA2746A9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3982ECAB-CCC2-B33A-8F76-4D8129BC937D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E95EBE-933E-D0D8-2500-984AB144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Branch Datapath (3/8)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79230955-5358-E73E-F55E-FB97EC0C0B0B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C6B1F508-9FD9-7E9C-9384-657C7848442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625A3749-DE97-C1A6-D65E-A2F51591800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D2FE8F76-869E-C0ED-1D68-F09E921A8985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F164D172-0A8B-A757-5126-D2697BEA4248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AAED724D-A3FB-2FB4-9B68-37C9CC735E4C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78D4C1C-FFAC-4E14-F319-FA2EBA694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F2EE437E-ABCC-613A-7237-4E3545B17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1FB24F38-F303-09F3-23F1-68E2618CD435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745EF1EB-DF61-0445-3E0A-5614959BA075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7196FCE1-5763-456D-F3D7-8A905D8BC129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9CE9CD60-C892-C406-41B2-3169A0382EAF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6B61664-6A2F-6485-51FC-6E3186659692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F67BA8C3-0FA5-8C7B-41C7-2B68E3A9574C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B6729FEC-8B61-A179-A119-F3E0553B4F03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BAA0530-4757-85F4-E689-7CD512B7E713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5BF833A5-AB5E-B952-081A-0F9909BC50B4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B389BE02-296F-BDA3-26F3-61F53E847D32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F51EC190-DE2E-9114-3240-281183F9C6BD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1C7ED298-6901-168B-129F-A478607208C4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A72D2BFE-C475-1128-5F8B-73864D88548E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B1999546-AF02-6CE2-A77B-57E50E70F9DB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34189ED5-23DC-CEA4-065D-9FB46326FE13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9E48469F-9109-A9AB-EDCF-7BAD08EA91DD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B2BF1DEA-A70A-E9AC-377D-00EE7E53B64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DF0BC245-E90A-8DBB-69B7-F27792ED7E9B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821FE6E4-B71F-8F31-D1F8-498691C24E94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12BEF60B-1082-7E53-B265-FA318BBCFBAC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D6F0007A-9381-98D0-622D-66EB26D2EB4E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A322E5E9-DF64-0FA4-192C-7B1858EF74C4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8B7D2F2-F469-5A1C-9746-E756FA82DCC8}"/>
              </a:ext>
            </a:extLst>
          </p:cNvPr>
          <p:cNvGrpSpPr/>
          <p:nvPr/>
        </p:nvGrpSpPr>
        <p:grpSpPr>
          <a:xfrm>
            <a:off x="6389559" y="4187510"/>
            <a:ext cx="2731069" cy="605832"/>
            <a:chOff x="6389559" y="4187510"/>
            <a:chExt cx="2731069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730BC1C-6380-EC83-1D3F-EC11A3AF7749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C4246B1F-FE8F-265C-9BE8-F3B8BADDE18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513A7A94-0D2A-6D64-8764-CE7C41BB5D7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2C6CE63A-214A-B12B-AE00-EEEDFA857189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9C1C7-68EA-28FE-6E4C-0F73806BE4D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F76A58-975F-A135-4390-C2902E3718AF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B45A8A-495F-5F33-258C-12EC5DF78E68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EB4858-5636-A3C8-66AF-1A31A620D6E7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2C445B4-F304-A174-0760-F9A2274757F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1D4CB15-A609-B5F6-1CD3-BD02F21B78EF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BA54038-0B2E-3625-775D-DA39099B0169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1493420-AF50-4AEE-EEAA-3D2B4D527FF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60A89C66-9152-6B65-1C4A-775E5358C5BD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1FAB2FB6-BD17-132B-57DF-75EAD4BF7B39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2C00C47-C2DB-E77A-0905-6E4C041E1EF0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78869E4A-D739-BD2D-3F69-C610D9B0ABB7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508D989-D224-F850-E77D-BC1F38E67E2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993A056-FAED-AA9A-A12D-9E0E7BC5D65A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CB29F84A-E2DC-A8D3-0B8E-BED2BC31C753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177959E-D8A9-0CDE-967E-2FEEB327106B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4E4FD4EB-0337-90F8-E96A-11AD20F84EA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3B5829B3-0FC1-2F0F-38B7-B7216213CEB9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A7A4F19B-9ADC-84F0-62A5-43BE22853349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E73129F-B2E3-DE84-1112-73034277BB46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AE03BBF-70D3-D70E-39FA-DC032311A054}"/>
              </a:ext>
            </a:extLst>
          </p:cNvPr>
          <p:cNvGrpSpPr/>
          <p:nvPr/>
        </p:nvGrpSpPr>
        <p:grpSpPr>
          <a:xfrm>
            <a:off x="447040" y="2119597"/>
            <a:ext cx="8711595" cy="1848344"/>
            <a:chOff x="447040" y="2119597"/>
            <a:chExt cx="8711595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7057BA5B-25BA-1819-F155-B65704D2D20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38100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925341B8-73E8-8724-26A9-C8C1EA2A854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EB8325FE-B310-08ED-2921-E19F28CB6CA0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573A0DB2-31E1-7070-661C-F8E4F533AE8C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F34E870B-259C-4D47-055F-DA7EB5BB7338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0238ED7A-CF43-6CBF-7659-85B89DDCC22E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24D6E20-1FA9-A69F-8B5D-445CEACCD1FE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F626AC-3DA2-0EE0-DE32-106CE961830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C774E5-7D6F-028E-C0A3-43319F0B78EE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B3B4BEB-20D7-BCE6-EC6D-A363BD9EEA4A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EB8B770-A940-7CC9-A6E7-A308BC50FD76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19F8659C-944D-B3DE-7464-87D798E7A5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E1E5368D-967C-C208-BC3A-AF80C54170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0577E66D-EBF4-45F5-DA3A-7D9788F07C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BD1379F-5862-37AF-D239-A3E9F5BF2C39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29B147F-2FAD-00D0-BCE2-041906FC554B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>
            <a:glow rad="63500">
              <a:srgbClr val="011223">
                <a:alpha val="40000"/>
              </a:srgbClr>
            </a:glow>
          </a:effectLst>
        </p:grpSpPr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75AB4D8C-62FC-5A5A-BF1C-EA9C4423959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090724-D8FE-DFCE-29BB-CFCD5641B223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2E78F3BC-F41B-A458-7BEC-98B047924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34AC1FD-575F-C0EA-575C-CBA938CEA364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21178DC0-0343-66B6-13FF-63F213A8A9E1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3AE2B07-E388-36DC-9841-2C98F3534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AA857B63-73CD-68BB-61E9-B03041ECCF09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7AECBF2-5D41-16CD-1FBF-24926CCD35DE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CD57F92A-F3EC-C954-4237-89A19A34E9BB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15B02528-995F-5A6C-B86C-CE0107FC0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04F0D7A1-1375-AD90-0ADE-4996DEB60FB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CF8B7667-A856-E812-F4FB-01619A67C048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  <a:effectLst>
            <a:glow rad="101600">
              <a:srgbClr val="011223">
                <a:alpha val="68169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6B737706-208A-39ED-93E1-9CABC7052061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EF583BBF-878B-5EC9-BF3B-9D45BA429C9D}"/>
              </a:ext>
            </a:extLst>
          </p:cNvPr>
          <p:cNvCxnSpPr>
            <a:cxnSpLocks/>
          </p:cNvCxnSpPr>
          <p:nvPr/>
        </p:nvCxnSpPr>
        <p:spPr>
          <a:xfrm flipV="1">
            <a:off x="6261052" y="4187510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50ABCA4C-530E-11E1-9D0B-87077E17ACCF}"/>
              </a:ext>
            </a:extLst>
          </p:cNvPr>
          <p:cNvCxnSpPr>
            <a:cxnSpLocks/>
          </p:cNvCxnSpPr>
          <p:nvPr/>
        </p:nvCxnSpPr>
        <p:spPr>
          <a:xfrm>
            <a:off x="8929306" y="3376628"/>
            <a:ext cx="1620072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F4F6C641-5B1C-D36F-EDF7-1CA72F5741A5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1BD6C319-3E03-F0F9-DB9B-B72F80E8EBA6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FF91F4BE-5183-45A0-280E-616764B86EC7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BECEAE76-887E-A138-3977-DE7FCFEFD4D8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C3019656-2833-4980-2999-87FBF58DB9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Elbow Connector 136">
                <a:extLst>
                  <a:ext uri="{FF2B5EF4-FFF2-40B4-BE49-F238E27FC236}">
                    <a16:creationId xmlns:a16="http://schemas.microsoft.com/office/drawing/2014/main" id="{5311BB28-61B5-0A7E-0366-9456D47D5F4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A7D77120-7707-31B3-19F7-77ECA4629EF0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6A2DBC1E-C46A-717E-0962-CBE96079BDD1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133" name="Elbow Connector 132">
                  <a:extLst>
                    <a:ext uri="{FF2B5EF4-FFF2-40B4-BE49-F238E27FC236}">
                      <a16:creationId xmlns:a16="http://schemas.microsoft.com/office/drawing/2014/main" id="{7DA2ACB2-5D43-5C29-7403-BC555A2A5A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EB2BA9F3-C5F5-814E-1D9D-F9CE5A6059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52F21BA0-4FED-FA91-EAD8-001D35461E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CE8BEC5E-9E18-62F4-ADF6-BD83788CE87C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346D5EF-41CF-1CC6-E393-14D40828A534}"/>
              </a:ext>
            </a:extLst>
          </p:cNvPr>
          <p:cNvSpPr txBox="1"/>
          <p:nvPr/>
        </p:nvSpPr>
        <p:spPr>
          <a:xfrm>
            <a:off x="4062897" y="5552119"/>
            <a:ext cx="817853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5"/>
                </a:solidFill>
                <a:latin typeface="18 VAG Rounded Light   02390" pitchFamily="2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9543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D93F-92EC-9D60-7B0B-A5E91DCD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E5E33E7-FB51-1517-816D-19D423D3C4CC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709A3D-862A-634E-BE06-1450E5D82B59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BBA24522-F86D-4325-C4DA-9B07A12DE5ED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E9D967F2-5BED-931E-5A42-502B5ECA9017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2BFCC8A-236C-066B-501B-13A41D4EE271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DA10AF0-01DD-0361-1F7D-5E3A497F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Branch Datapath (4/8)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3196A834-2348-948B-1F3E-0C67C721F11C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E347E339-7D95-0C9F-03D4-5D568CBFB21F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25FB5E4-6D43-1785-55EB-A2FDC7ABAF6C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8CC0C6A4-5117-D6D4-4CF9-33EF50F8C67A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BA382C40-3CDC-3324-0623-AA35D92CB8E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66193A8-F383-31D5-5EB7-ED799A952655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5F2395FC-C34F-FA3F-649F-F4781AD2B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A4BE33DD-FFFB-9012-F777-154A243EA575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C6660B8A-2588-799E-C6EF-6E510508D4BF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A508B8C8-1204-5B57-09EA-509E4D5CE17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536B8FB9-A29D-DE8F-3F4C-920BC7A75B88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9406A673-8CF1-64F6-3EF0-890DB1E80D50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F02BFC5F-89BA-FE12-7A09-D3ECA0B9A87E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6F1943FC-6A27-9F83-6F96-1C3199A61D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76E3D868-F7E7-DF60-D3B8-D75F33A6D43F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0E4BD60-A58E-B183-2028-2B7966E474F7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917C2F02-9B9D-E7EF-1E36-6ADC9350E9B4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F39F9610-E9BC-7FCC-647E-4558EE0583EB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3466B736-0B20-4B7B-DC05-4318C34F5F6E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20E620A-0F85-B9E4-5355-66A0B23BFF18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F97441E5-E3F0-3E1C-A243-071B5F939D80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72276D5C-2692-1D29-9372-5ACE324DB5B0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FA798499-64B4-FA88-CB1C-D4E9C7E284E3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22739EBC-9DFB-2E21-E5EE-A28E179464A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E21A7BF7-B75E-E5E3-16DE-45644C65AC5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F6CC80A5-131F-A7DF-F3EF-45A8BFCA8CCE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4E043574-A364-2C31-7B0C-78541C326C94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A2A44909-4AE4-140F-EC25-DD88A2128655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E3BEC9CB-B02F-213F-A0E2-A37389E06E1C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FADE059A-AE74-E351-6AF1-1310121D963C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1A2660C-1924-CC60-B3CD-089AFD300EAC}"/>
              </a:ext>
            </a:extLst>
          </p:cNvPr>
          <p:cNvGrpSpPr/>
          <p:nvPr/>
        </p:nvGrpSpPr>
        <p:grpSpPr>
          <a:xfrm>
            <a:off x="6389559" y="4187510"/>
            <a:ext cx="2731069" cy="605832"/>
            <a:chOff x="6389559" y="4187510"/>
            <a:chExt cx="2731069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69C0D43D-196F-32C0-A510-382A2689DF24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D0A7C652-8A09-07B6-14B7-681F73992C4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786F43D-A9B6-D7E3-E0CA-CD3D96A0B11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C218C453-30D2-751F-9B5C-201CC7113650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151A9-C142-5BDC-DB5F-CB867D74858D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2A34C7-1F26-3429-AE9E-ECE0A0D9E050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3F3CDC1-82A7-4F80-86A7-2759364F81AE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C5481E-D62C-20EA-71FB-0F3D779F91F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5B92A6B-6E30-C9C0-978B-60472B30A02C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2324168-6AE0-73F1-BBF2-5F3EE26C560D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902A213-06D0-ABC5-F8D3-857A87999865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B5F2A92B-2414-034F-50FA-EF618935F0E0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527EA697-7D59-E48F-4457-682AB1985385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394E20D9-7B51-5E01-66B9-28511D908046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133AD2B-CA3B-30B4-8D7B-47049C732C65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FFF7CF7-4A94-0101-D49F-380CDA9A4E0B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D37A741-7951-6CA5-D300-A248C584D6CF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E762997-812B-758D-4836-8495FB09FEBC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64C3541A-4B69-A2B5-7AB4-20444FDBD733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11451589-039E-84A9-2ACC-872C7A84F92F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9833C7EA-C568-8FC1-1A89-DB0F4C51126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313DD4BF-1724-7A6C-4738-595BD057D7EF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E48B63D-86EA-A182-1D4E-385646ABCE9D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F11AE4C-7D99-DB6C-09BC-A2BBA847D19F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87691319-4506-0DB0-CDAB-05E5170C4EE4}"/>
              </a:ext>
            </a:extLst>
          </p:cNvPr>
          <p:cNvGrpSpPr/>
          <p:nvPr/>
        </p:nvGrpSpPr>
        <p:grpSpPr>
          <a:xfrm>
            <a:off x="447040" y="2119597"/>
            <a:ext cx="8711595" cy="1848344"/>
            <a:chOff x="447040" y="2119597"/>
            <a:chExt cx="8711595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0DDF44D3-5384-138B-6CBF-AE5A205C755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38100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008C603F-EBC2-2D38-0251-6CA54941739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D4F0C7F9-4A34-B67B-A911-931F6317C4C9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D779A82F-CE44-CE8F-DC10-78E2257ECA49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ADEDF343-6B67-3B6B-114F-4DDEEB36899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28B5E07A-C3CD-F8F9-53F4-9496F6179E67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B28CECF-9643-1FAE-BCC6-488176C6D2FF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6CEB64-885A-9535-468F-01E2FCB000D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33A9D0-1687-2988-154E-C5DAF06EB44D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222C8D3-8243-FD6A-AA02-31A85E99897D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16BE2FB5-FC9A-D62A-15C8-A2239A7DEA64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EC174FA5-F062-8CD0-9CDF-DA956BF623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6E25C1AA-77C9-40D7-116F-BA58E302BE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DDA57758-FF80-771F-7BEC-AC5C579325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F79C092-D5E8-FF79-8EEF-834ED0A5CAAA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43DC9C9-5D84-4A7B-9810-C9EE9717222D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>
            <a:glow rad="63500">
              <a:srgbClr val="011223">
                <a:alpha val="40000"/>
              </a:srgbClr>
            </a:glow>
          </a:effectLst>
        </p:grpSpPr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30A54D56-271A-149C-5D72-DCCB63ADEB4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B02FD21-C50A-92BC-DB0E-FF11A7CBE6C1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7062F2C5-CCE8-9D0A-691D-57EF6369B2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D58F9CE-B0D9-5E8A-5F3F-4FB4BCB5E04E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CA51AF3-D6B1-3FFC-631E-D9AF2B41AB0C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E26AE84-8793-2DB3-B18A-11113A068D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CCF9C134-880C-0DFB-74B8-AE617AFDD09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5CFDF77-C7DF-2933-2FD4-C7D0799B14CD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8681751D-8490-BA9A-4276-DD69D957E1A4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0B4D0706-5FD1-4CCB-442C-EF78EFB1C8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41F80219-54E0-5BD0-1FC7-094E8A86490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641AFC4-5564-ED28-9FDD-E692202BD131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  <a:effectLst>
            <a:glow rad="101600">
              <a:srgbClr val="011223">
                <a:alpha val="68169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AF1CC10A-EAFB-D724-1B7E-742A01C68436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A90F0938-1BE2-F563-E629-4EDF74041FBE}"/>
              </a:ext>
            </a:extLst>
          </p:cNvPr>
          <p:cNvCxnSpPr>
            <a:cxnSpLocks/>
          </p:cNvCxnSpPr>
          <p:nvPr/>
        </p:nvCxnSpPr>
        <p:spPr>
          <a:xfrm flipV="1">
            <a:off x="6261052" y="4187510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966E0C3C-150C-E8BE-4FE6-DD65B094A42E}"/>
              </a:ext>
            </a:extLst>
          </p:cNvPr>
          <p:cNvCxnSpPr>
            <a:cxnSpLocks/>
          </p:cNvCxnSpPr>
          <p:nvPr/>
        </p:nvCxnSpPr>
        <p:spPr>
          <a:xfrm>
            <a:off x="8929306" y="3376628"/>
            <a:ext cx="1620072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11200AE5-354F-185E-7545-50E8164E8A5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8B19906E-EEA9-4ECC-F9A0-A9C32D7037EB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72241DC9-E9E6-C810-4CBD-40F2A175DDCD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D2AB5E67-64B4-72CD-ECC8-1B3CD4EB3D5E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098D9B42-ECA7-9750-34EB-1657DBCE86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Elbow Connector 136">
                <a:extLst>
                  <a:ext uri="{FF2B5EF4-FFF2-40B4-BE49-F238E27FC236}">
                    <a16:creationId xmlns:a16="http://schemas.microsoft.com/office/drawing/2014/main" id="{BC91735E-4F07-E144-A9F7-6CC7BD4EEE5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48840A2-41F1-399E-C84C-69B6A43FD04D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B0C6423C-9EAE-C28D-9587-F05BD6C76D58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133" name="Elbow Connector 132">
                  <a:extLst>
                    <a:ext uri="{FF2B5EF4-FFF2-40B4-BE49-F238E27FC236}">
                      <a16:creationId xmlns:a16="http://schemas.microsoft.com/office/drawing/2014/main" id="{D8ECC4A2-B2D1-9867-EC4D-481A707E3B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B332C10B-D8F0-9E52-79A4-45CDC0B4A3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C5F9D5A5-6132-E5E1-410D-45E6C44C4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888BD22D-7638-E3C5-823F-9177C8976A77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5FDD9A1-385E-F830-C4E0-B487C68BEFC4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20B245-96BF-9758-1F78-533B9A656532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B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81A9DD-7732-0334-C00D-247397F93A1E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2"/>
                  </a:solidFill>
                  <a:latin typeface="18 VAG Rounded Light   02390" pitchFamily="2" charset="0"/>
                </a:rPr>
                <a:t>1/0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E98397-6FCC-7260-BA04-4C7A0FC892DD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3006C2-8169-A333-8410-59DBF1D931E5}"/>
                </a:ext>
              </a:extLst>
            </p:cNvPr>
            <p:cNvSpPr txBox="1"/>
            <p:nvPr/>
          </p:nvSpPr>
          <p:spPr>
            <a:xfrm>
              <a:off x="7954131" y="5524627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3BA4E5E-3DF5-050F-49F0-7BBF4BADC0DF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0001AEC-CB8B-8A24-84FA-6AC9BCA6E90E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B8D9487-B103-6171-0644-79C5F6EB738A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4A479B0-9552-78B4-D25E-22315D35E836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6444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05C9-D124-AF2F-1E5A-3AAB09FF4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90020E9-1B37-421D-3FF1-98B96466196B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348577-9E16-F7F1-DDDD-2B2CB9167C31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7CF9517A-2B60-7389-45DB-A0D3CBFEB034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FED639D9-638D-46A0-B243-E71215ECE152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5E3656E-9118-E347-1F04-D0F49C96C1F7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5281528-6E01-660F-CE73-53E2A1AC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Branch Datapath (5/8)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150E3E1-0570-526F-388A-CEB65F6CDEE5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2D3372E2-BFD7-E615-55A8-F480C2088BEE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A34A74F5-7995-9A30-DC67-47725CD9EBF7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CED26803-98BD-63EE-95C9-097F99E02AEC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6A7DE106-4018-A625-D4EE-7AF32AFD8C45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C00848C0-E4EE-907D-7570-BAD32380713B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8C2DB256-776F-52C0-4C0B-E9061E1F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FBE1D658-1B6C-37FC-5236-977C1AA5ECE6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BF1B045F-2B31-3D3D-2793-7BAD4BDB9F51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47B383-7785-EEAC-02C4-1E8204616794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4F57F89A-BFF6-8474-8158-A0E448C74491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628134C-05D4-1CC0-23A2-86ED44EAB5E1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F198277B-4B19-3E71-15D7-D1ACBEE23270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BBBC868C-6A6D-7E36-EDED-30103E70EB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52BED6D4-FAEE-5BF7-F772-DFA378860CEE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2851390C-C7A4-73B1-35E8-B661CFD1D71D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E552B87F-D248-2BF7-81ED-7C46B75A93C1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353085A6-EEC0-8304-AE81-305A97E2E14F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EAE59E78-7581-9540-5891-C62654B1AC2F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8D1B622D-1443-C3F5-9340-07D9B3C6CE83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F9754970-6F87-F019-2780-172D54A5A829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A8885C1E-27F2-5CEC-14F3-3F48E9C9CC11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E0FC4905-BD03-D37F-51DC-2138B13503A7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0BD1D356-7038-3051-F819-6457A1CF88F2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B4C360F-0F3A-9108-F267-36AA575031DB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B02BB3F6-0B1A-AF43-2E7C-09ABBB760494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C3167B07-AA5C-D119-9E88-8B6B6C2FAB1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171EB8C5-E773-B690-2AB5-0576866265F4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5CDD87BD-E0D0-CD80-E116-A51C8536AB8D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07EF3FE5-B89B-3F87-1B48-1A40A8A4D10C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9CAC7F78-390A-EE4B-BFE7-B2106B3AD9F2}"/>
              </a:ext>
            </a:extLst>
          </p:cNvPr>
          <p:cNvGrpSpPr/>
          <p:nvPr/>
        </p:nvGrpSpPr>
        <p:grpSpPr>
          <a:xfrm>
            <a:off x="6389559" y="4187510"/>
            <a:ext cx="2731069" cy="605832"/>
            <a:chOff x="6389559" y="4187510"/>
            <a:chExt cx="2731069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C8A30E56-19C1-82AC-77F4-54779A069CF5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0A13D45B-B851-363A-7A6D-1C6D2A51855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E3AD131F-D83E-B548-4369-5A684D4F3B6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93892D4D-3ABA-53B6-4536-4EDC163E69A0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73D3F5-A613-F866-2D91-C75F92924C8B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19F644-A01A-A419-6EAB-532B4CC910B3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C866706-AAAC-1B01-7243-375EA83107FD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F3F0B4-F2E8-0835-E03C-B1A6AB99690E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1B60599-48D5-4A3D-01F8-ED8720E1C14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A2E57A7-E933-4426-DA9E-86499F6CBB5D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18CABFF2-67DB-78AE-4120-524929FAC3DD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9BC3CD67-B738-36F2-5D2F-83D4173B5BF0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977D0D00-523C-C58A-922A-530B969E7CD4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DBB6FC19-24ED-2F94-40E1-AB3FD77CFE76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CA255E4-6BA5-1D70-276D-A50BC3D8D50C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6B631FB-E364-B8E1-400F-09F92696B48A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61DC895-7411-CEA3-7907-AD1683A07C67}"/>
              </a:ext>
            </a:extLst>
          </p:cNvPr>
          <p:cNvSpPr txBox="1"/>
          <p:nvPr/>
        </p:nvSpPr>
        <p:spPr>
          <a:xfrm>
            <a:off x="6954558" y="5545178"/>
            <a:ext cx="556563" cy="413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BD3B4DDF-59B5-FAB5-E0E8-A8689DE08D8B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404568A-86FA-AE87-F2D8-54461F480A46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1581057-6A04-DB6B-AA03-84CC4F7ADBB7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C4644420-A2DE-B317-60DC-608F28F1C770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AFD44DE-BE86-C9A1-FDE2-F746CDBDC582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7264F908-9E36-95E4-48DE-C7C19199924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1218C640-BE58-0E60-DEC4-218FB3206F42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AC8A763-4394-9365-9977-36EE226BCFEE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FA50EE7-2166-EFE1-A2DF-81E0C190CD3E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396911F-CC12-C87C-3AE2-85EA7A737041}"/>
              </a:ext>
            </a:extLst>
          </p:cNvPr>
          <p:cNvGrpSpPr/>
          <p:nvPr/>
        </p:nvGrpSpPr>
        <p:grpSpPr>
          <a:xfrm>
            <a:off x="447040" y="2119597"/>
            <a:ext cx="8711595" cy="1848344"/>
            <a:chOff x="447040" y="2119597"/>
            <a:chExt cx="8711595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67109FC2-A9C9-207A-AA8D-7589FB3D45B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38100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0ACB788F-EB4B-77B5-C47B-937A8E8051D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6431D88E-BA6E-7E5F-3155-870F6CE6DB00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EB554497-961A-602A-AA4B-E726C1FD9867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51A03D20-3253-5324-37E5-8B5327501043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C6437F2F-9537-3001-F46A-B93FD21E8991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45A9BF9-0D1A-5919-1B97-5E1E95564113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B8F31-63E4-0047-088D-3496B16C668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6DEFCC4-809D-EA13-513A-2F7A21B6A858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7B1ABC9-38D7-0182-F95D-45D93B872CF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38456E3B-690B-D947-77D6-D0399508A335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A30E9E9F-8EA2-E14B-9AFE-AF71C2CA58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BF7A3EA3-0ADB-93C8-FB48-4C72BEF81E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A683CA73-6EA5-E18F-F422-5DC1D3D882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03CDB3A-EFF3-2B6C-DB59-BE9D9AEA17D6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926A678-EB24-630F-10EA-EE51AB5C0DFF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>
            <a:glow rad="63500">
              <a:srgbClr val="011223">
                <a:alpha val="40000"/>
              </a:srgbClr>
            </a:glow>
          </a:effectLst>
        </p:grpSpPr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6B7A543B-7EA9-1FC1-FC7E-B2C213E190E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97E66D-6F28-4F75-EA9F-82FD06C3BF38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1703E0D3-84AE-3A30-B764-7222CFA2C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0E65727-D0EA-9A7D-29E6-7B3CD6EBBC05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88CBCC97-9693-24CD-8B35-DEAB97AA5644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A4113145-6CA7-5945-E4F5-A0FE79B691E2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B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37DF006-7CB7-1398-4627-0BC267A1A9B3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2"/>
                  </a:solidFill>
                  <a:latin typeface="18 VAG Rounded Light   02390" pitchFamily="2" charset="0"/>
                </a:rPr>
                <a:t>1/0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3AEE9486-3B2D-002A-F13F-3BAE268FB4BC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DEBC19E-1566-076A-EC5A-3E7093845496}"/>
                </a:ext>
              </a:extLst>
            </p:cNvPr>
            <p:cNvSpPr txBox="1"/>
            <p:nvPr/>
          </p:nvSpPr>
          <p:spPr>
            <a:xfrm>
              <a:off x="7954131" y="5524627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947C32C-5830-55EE-C422-3550F4E53B6B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62AA63A-4216-4DF1-1E86-7A76303A4A11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A9C872F-060E-36EF-475C-A2AB2F0E061F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A0E1C2B-FAF7-B77B-27C2-919E36F1603E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DC8BB02-1FBA-0E5F-2808-41F1A28E2A28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51749C2-263B-2707-5224-57096C8E0D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7CA4467B-1CC3-37C0-0066-8E7A4D92738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464C7A4-670B-2482-2CB7-59DC6BAA79C7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0876B7CE-7B1D-2F52-D660-BC3147FFB84D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E48CA5E-6E89-FF03-7BAA-94D63E732E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C172935A-F9B9-62EF-A5D2-5FD2B0BA7860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FE82A794-F3BC-DD70-7F54-B31022C05056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  <a:effectLst>
            <a:glow rad="101600">
              <a:srgbClr val="011223">
                <a:alpha val="68169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E240C56B-C311-D04F-F3E4-84209113E29D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8D566D1B-643B-589D-65BD-8414E083B423}"/>
              </a:ext>
            </a:extLst>
          </p:cNvPr>
          <p:cNvSpPr txBox="1"/>
          <p:nvPr/>
        </p:nvSpPr>
        <p:spPr>
          <a:xfrm>
            <a:off x="5358478" y="1019804"/>
            <a:ext cx="4748193" cy="622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branch from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and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; feed to </a:t>
            </a:r>
            <a:r>
              <a:rPr lang="en-US" sz="1800" dirty="0">
                <a:solidFill>
                  <a:schemeClr val="accent3"/>
                </a:solidFill>
                <a:latin typeface="18 VAG Rounded Light   02390" pitchFamily="2" charset="0"/>
              </a:rPr>
              <a:t>Control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3A05FFD2-9782-96C3-A585-9F68DF7C05C5}"/>
              </a:ext>
            </a:extLst>
          </p:cNvPr>
          <p:cNvCxnSpPr>
            <a:cxnSpLocks/>
          </p:cNvCxnSpPr>
          <p:nvPr/>
        </p:nvCxnSpPr>
        <p:spPr>
          <a:xfrm flipV="1">
            <a:off x="6261052" y="4187510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2079A8B7-DFEE-C247-237B-44F52F3AD1B8}"/>
              </a:ext>
            </a:extLst>
          </p:cNvPr>
          <p:cNvGrpSpPr/>
          <p:nvPr/>
        </p:nvGrpSpPr>
        <p:grpSpPr>
          <a:xfrm>
            <a:off x="6246033" y="3676635"/>
            <a:ext cx="380779" cy="510875"/>
            <a:chOff x="6246033" y="3676635"/>
            <a:chExt cx="380779" cy="510875"/>
          </a:xfrm>
        </p:grpSpPr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2E6CE9EF-4709-D96C-93E7-3B166291C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033" y="3676635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Arrow Connector 487">
              <a:extLst>
                <a:ext uri="{FF2B5EF4-FFF2-40B4-BE49-F238E27FC236}">
                  <a16:creationId xmlns:a16="http://schemas.microsoft.com/office/drawing/2014/main" id="{83532DBF-2F69-A2F7-D04D-9A9534E38E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3E20B70F-2AF7-8AC6-A8D0-8F97738DC38B}"/>
              </a:ext>
            </a:extLst>
          </p:cNvPr>
          <p:cNvGrpSpPr/>
          <p:nvPr/>
        </p:nvGrpSpPr>
        <p:grpSpPr>
          <a:xfrm>
            <a:off x="6985475" y="4385007"/>
            <a:ext cx="212988" cy="1184173"/>
            <a:chOff x="6985475" y="4375863"/>
            <a:chExt cx="212988" cy="1184173"/>
          </a:xfrm>
        </p:grpSpPr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27967FBF-EA0F-4FC7-E044-E8CE9015280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75" y="4375863"/>
              <a:ext cx="0" cy="1184173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9304374F-96EE-56F7-55AB-CA90695521FB}"/>
                </a:ext>
              </a:extLst>
            </p:cNvPr>
            <p:cNvCxnSpPr>
              <a:cxnSpLocks/>
            </p:cNvCxnSpPr>
            <p:nvPr/>
          </p:nvCxnSpPr>
          <p:spPr>
            <a:xfrm>
              <a:off x="7198463" y="4386110"/>
              <a:ext cx="0" cy="1173926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81FD88F2-44EB-1E2D-F34E-AE5A30071F20}"/>
              </a:ext>
            </a:extLst>
          </p:cNvPr>
          <p:cNvCxnSpPr>
            <a:cxnSpLocks/>
          </p:cNvCxnSpPr>
          <p:nvPr/>
        </p:nvCxnSpPr>
        <p:spPr>
          <a:xfrm>
            <a:off x="8929306" y="3376628"/>
            <a:ext cx="1620072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Freeform 318">
            <a:extLst>
              <a:ext uri="{FF2B5EF4-FFF2-40B4-BE49-F238E27FC236}">
                <a16:creationId xmlns:a16="http://schemas.microsoft.com/office/drawing/2014/main" id="{7587F1CE-428D-610C-8928-04DD9FE4476D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72919E6F-5385-C9AB-EB7E-FF6028066D40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0F94DF9B-7D57-D9C0-CD23-5EB5371F02D9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820799BF-51E9-F5E9-E8A9-D40108BFC351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2DB88C3E-3562-F826-816F-5759503B94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Elbow Connector 136">
                <a:extLst>
                  <a:ext uri="{FF2B5EF4-FFF2-40B4-BE49-F238E27FC236}">
                    <a16:creationId xmlns:a16="http://schemas.microsoft.com/office/drawing/2014/main" id="{BC971832-3E30-0264-1D26-4281E5E8085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6734189A-1137-7F5E-000D-82C605853F72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FCEE726E-6E26-A6D5-0DCB-64401AA51645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133" name="Elbow Connector 132">
                  <a:extLst>
                    <a:ext uri="{FF2B5EF4-FFF2-40B4-BE49-F238E27FC236}">
                      <a16:creationId xmlns:a16="http://schemas.microsoft.com/office/drawing/2014/main" id="{6A160DDC-F85C-4230-D630-677B00C355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8664D471-3B3D-2C0C-D063-BE3A920D50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9890FA55-6FB0-DDF9-3EC4-F4C1ECBB5B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635A0E8-9832-1C13-3886-61F6A621E832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98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1781-0EB2-FAB7-6C10-7B7489E4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CA25C58-787A-20C0-92B1-4EDEDC881272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54C71F-D90A-2495-E969-9EE7B391DE50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2B48335A-7A5B-C96F-29A1-1D6FE6724C8A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444BFEB5-B72C-A4A0-1EAB-27A0DB4FFC1B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E6511C6-BF5E-E568-FC90-58F324E3FE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7DB35A9-5718-E6F6-0E3A-90C5DFC79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Branch Datapath (6/8)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C131E9A-3FFD-80B3-004C-D0568ECFB006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B284773D-46C1-D73F-E4B6-9009769C4A8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6DEF9905-31CB-3442-D6A6-DD5DC9E113B7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1A0425DD-C466-D060-E30B-2659ADF7F71D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4A381EE5-215A-1DE1-93B3-21FCB8BA139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919BF3C-FDDE-BC14-9959-2892D20562CB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B99515AB-48B3-8C0E-9C9E-8C038E087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223E71F0-7278-867F-97F8-3BAE5A0AFADA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92A00B65-B98F-43E2-BC6F-00279C6E0EF5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DE68287A-7415-8C0C-5596-4C7B5939BCE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A1D8D4E1-CF21-54BB-7EA0-C16A90C2BA3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C2EDB6B3-2B59-09F2-690C-E15A7B242019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34D1B422-0AB3-6229-3CC0-0990499C4AE6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1D93EB5A-A14D-F849-A7B9-B8B21C2DEFDC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D3EFEF18-844C-9372-5E1D-72CA19E454A5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CF91A6D7-9F25-A6F4-A108-78C82F244CE9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78EE1E20-FD2D-4F3F-19F1-2AEA7A7CF90F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BF241939-CC42-3C0D-A476-94A340B7A626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920C1BE1-AA66-211D-541C-3FCC487D363D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7AE7C80-B923-8457-8FA8-27D4F17CBE27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12A0AAB0-6D05-F569-AB25-2A53179788FD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2AAB2159-4F1E-9B2C-42CA-1385611EA558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F6E43139-97CD-47D4-AB45-CE01AAE4B966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08FFF0BF-EC13-82A7-34CF-1DC76A6CCBAD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281CD3DA-3243-B632-1831-6711D9F77372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8438A852-5801-EFD9-14E1-F4168470DD0B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FE644883-2FF8-CEF8-6BA0-0F2BDF69CC3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CABE4A9D-920A-2FDF-A16B-8B158A9ED9DB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85B70484-41A4-FC13-B4DB-D0AE6FE896EA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1F5C2B0A-F784-8496-62F9-98D4BEA6D792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2BB615A-A83B-0B83-1882-C4C34A6610AE}"/>
              </a:ext>
            </a:extLst>
          </p:cNvPr>
          <p:cNvGrpSpPr/>
          <p:nvPr/>
        </p:nvGrpSpPr>
        <p:grpSpPr>
          <a:xfrm>
            <a:off x="6389559" y="4187510"/>
            <a:ext cx="2731069" cy="605832"/>
            <a:chOff x="6389559" y="4187510"/>
            <a:chExt cx="2731069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097624A6-CF4A-255C-0C7D-99CCC13E0AD5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89FF2F80-0D47-ECA4-F500-168CE2AA64F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E5091B40-97A3-C592-AD63-8B43E708BEB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52CA798E-6C19-8EC2-C5B3-7929111A2881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BC4EF1-2E3C-0CC2-E59D-49897C7E8BA3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2725400-D2D5-6D35-EA02-C1BC332F7E82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D2A441-6329-BABE-F5ED-07E1ADC3FC7A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8CDAE15-802C-DF59-50D3-DD0C22DFCF5E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14BD10B-855F-0BF7-F12A-C5E860CBEFF4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379462D-9A30-FEB7-B3E5-BB12548C22CF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02420A3-075C-DA99-9A65-972E1A95FC37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B1819EA0-B317-ABC0-88F5-B3DF1ED347F4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22CF49AA-58AB-2AAC-4B06-F28140B0772D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D949AB67-DDBF-D15E-C496-BE7DDDAD054A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2EC0E32-05DD-2196-CDE8-36EB216FB8B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BCDB046-804B-AF0C-B4C2-F0CF4BD92B8C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5271D65-8844-295D-4EEB-6C59A12887FF}"/>
              </a:ext>
            </a:extLst>
          </p:cNvPr>
          <p:cNvSpPr txBox="1"/>
          <p:nvPr/>
        </p:nvSpPr>
        <p:spPr>
          <a:xfrm>
            <a:off x="6954558" y="5545178"/>
            <a:ext cx="556563" cy="413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560C035-6331-B13E-ACC0-1114BFE27639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58D282D-9493-F48B-571A-947869D6A7A7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9667E31-90EE-F283-C64B-2F195493611F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F218F334-BB8B-4193-4AEC-F737112E4F55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CAD00C9E-B2B9-4605-D693-C0DB06F155FA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77593288-EC00-FA50-A52F-58D1E2F5AE7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2B35C0F-EE85-4BDB-DC39-58C3DD7BE5E1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05C8D44-57F9-6E3B-283A-91948D83608D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90998E1-BB72-3710-BFF2-F0BA04F899F3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6B5AC7D-F761-9A59-75F6-C2E2D08DF7D7}"/>
              </a:ext>
            </a:extLst>
          </p:cNvPr>
          <p:cNvGrpSpPr/>
          <p:nvPr/>
        </p:nvGrpSpPr>
        <p:grpSpPr>
          <a:xfrm>
            <a:off x="447040" y="2119597"/>
            <a:ext cx="8711595" cy="1848344"/>
            <a:chOff x="447040" y="2119597"/>
            <a:chExt cx="8711595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96F08F9D-548F-9F01-21BB-0ED91F3B161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38100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A97B8C35-86C9-FBFA-0705-0026672A8CE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79DFA6D6-FBB5-D73D-BF32-BA8C4C82FEA4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2CF01F16-CFDE-04FA-C900-06AB508466B6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E45C0A74-1A82-6203-027F-28579D20133D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CC9D8800-DF36-91DF-50F4-9E6D6731971C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8E38EE9-BDE5-B9A9-160C-671CD372477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F041D9-787B-719A-43FF-05D1E9501981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5E9155A-CA92-F27F-4DC7-D8909D9CE1C3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15E638-8EC3-F1AF-1612-D15A2AEC35E3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015BE860-C996-2770-422E-D90DEC918F62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598DA47E-A664-1645-0E70-220E38DA2B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C64F17ED-D83B-3E2A-3287-CD750D056E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1483710D-E743-DE27-9B85-020DA1679E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881B944-B16F-363B-0930-DACEF0F9AA00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F410B37-4DC2-98FF-8240-E66AF80A8E2E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>
            <a:glow rad="63500">
              <a:srgbClr val="011223">
                <a:alpha val="40000"/>
              </a:srgbClr>
            </a:glow>
          </a:effectLst>
        </p:grpSpPr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F3E227B7-BC45-3B02-1746-0AD2C6AA1FC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54BF278-BFC2-911D-6D4C-E9391E3A75E9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33F2F8E8-CD2A-D7B8-3A7B-043649989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1CCC674-8B05-6104-DC40-B007929F6CAE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49C16DD-901F-B2BC-326A-0DCAC96503D5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535986F-62A5-0B74-826C-AB68DF3E32F8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B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52CDCEF-90AF-AB1D-A527-FB811EDA308F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2"/>
                  </a:solidFill>
                  <a:latin typeface="18 VAG Rounded Light   02390" pitchFamily="2" charset="0"/>
                </a:rPr>
                <a:t>1/0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606A40BD-DE22-098D-3F2A-8C2BF67FD6D2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A718B1E-4E2D-05E8-D303-3ED81BD9CFFF}"/>
                </a:ext>
              </a:extLst>
            </p:cNvPr>
            <p:cNvSpPr txBox="1"/>
            <p:nvPr/>
          </p:nvSpPr>
          <p:spPr>
            <a:xfrm>
              <a:off x="7954131" y="5524627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6AEB1215-79B9-7C63-A1E6-FA9FABDC3246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6EBA88-8B24-0D1F-1799-071BBB43DB8C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1C5CC5-9B3A-558D-FA93-154DB5343666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3C2E7CF-21D2-21E3-4B1A-01CB94A1558A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1A5B1B7-CC1A-BD5D-6042-F96D6489B67A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3CEE55B-8C45-D066-E880-1ECAF05019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3E3D0827-CE50-0129-D442-14C742B424C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6FA1621-AA5E-0684-B1FE-C6EF6ABA65CF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B0C70A2C-BEF5-B3AC-806C-690CB36B536E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D11F864-E850-E0E5-853D-7D38918AB4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2C362AED-BDA1-848F-A00D-1A2FCE742EC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EBC5DC7-2748-97BD-C7BE-43DFD62188EC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  <a:effectLst>
            <a:glow rad="101600">
              <a:srgbClr val="011223">
                <a:alpha val="68169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35558872-BBCC-3E3E-D348-DEBDAC94DE28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ECA1A6F2-7DEC-4EB7-1196-4DB9EBBACB95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63" name="Straight Arrow Connector 462">
              <a:extLst>
                <a:ext uri="{FF2B5EF4-FFF2-40B4-BE49-F238E27FC236}">
                  <a16:creationId xmlns:a16="http://schemas.microsoft.com/office/drawing/2014/main" id="{F80CA7F0-2166-C191-5E90-DDF6B1386607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0079C32C-7984-CD9F-38BE-2BE12A07320B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97938E3A-AE2C-1A5B-4D2F-B7A80B7E910D}"/>
              </a:ext>
            </a:extLst>
          </p:cNvPr>
          <p:cNvGrpSpPr/>
          <p:nvPr/>
        </p:nvGrpSpPr>
        <p:grpSpPr>
          <a:xfrm>
            <a:off x="7709119" y="3492839"/>
            <a:ext cx="585916" cy="180461"/>
            <a:chOff x="7709119" y="3492839"/>
            <a:chExt cx="585916" cy="180461"/>
          </a:xfrm>
        </p:grpSpPr>
        <p:cxnSp>
          <p:nvCxnSpPr>
            <p:cNvPr id="473" name="Straight Arrow Connector 472">
              <a:extLst>
                <a:ext uri="{FF2B5EF4-FFF2-40B4-BE49-F238E27FC236}">
                  <a16:creationId xmlns:a16="http://schemas.microsoft.com/office/drawing/2014/main" id="{CC0F55CF-0669-A475-E251-DFE20E2ACBF5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0C20E3D3-C2EA-1F31-2F7F-DAAB2633CA25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3" name="TextBox 482">
            <a:extLst>
              <a:ext uri="{FF2B5EF4-FFF2-40B4-BE49-F238E27FC236}">
                <a16:creationId xmlns:a16="http://schemas.microsoft.com/office/drawing/2014/main" id="{16E1C41A-B348-DBC6-55F6-F00673C269C9}"/>
              </a:ext>
            </a:extLst>
          </p:cNvPr>
          <p:cNvSpPr txBox="1"/>
          <p:nvPr/>
        </p:nvSpPr>
        <p:spPr>
          <a:xfrm>
            <a:off x="5358478" y="1019804"/>
            <a:ext cx="4748193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branch from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and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; feed to </a:t>
            </a:r>
            <a:r>
              <a:rPr lang="en-US" sz="1800" dirty="0">
                <a:solidFill>
                  <a:schemeClr val="accent3"/>
                </a:solidFill>
                <a:latin typeface="18 VAG Rounded Light   02390" pitchFamily="2" charset="0"/>
              </a:rPr>
              <a:t>Control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</a:p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0DFFFA25-A8DE-F9E5-0B14-48A330C553FC}"/>
              </a:ext>
            </a:extLst>
          </p:cNvPr>
          <p:cNvCxnSpPr>
            <a:cxnSpLocks/>
          </p:cNvCxnSpPr>
          <p:nvPr/>
        </p:nvCxnSpPr>
        <p:spPr>
          <a:xfrm flipV="1">
            <a:off x="6261052" y="4187510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805BC5E8-6FC2-13CC-542F-1DD8F5170BD6}"/>
              </a:ext>
            </a:extLst>
          </p:cNvPr>
          <p:cNvGrpSpPr/>
          <p:nvPr/>
        </p:nvGrpSpPr>
        <p:grpSpPr>
          <a:xfrm>
            <a:off x="6246033" y="3676635"/>
            <a:ext cx="380779" cy="510875"/>
            <a:chOff x="6246033" y="3676635"/>
            <a:chExt cx="380779" cy="510875"/>
          </a:xfrm>
        </p:grpSpPr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A2798FD6-27D9-1A5E-7DAA-70022B32E7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033" y="3676635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Arrow Connector 487">
              <a:extLst>
                <a:ext uri="{FF2B5EF4-FFF2-40B4-BE49-F238E27FC236}">
                  <a16:creationId xmlns:a16="http://schemas.microsoft.com/office/drawing/2014/main" id="{C896346F-77C9-D3C2-9506-2C46F9F1B9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4460C86B-7A19-4407-A69E-297C54C623A9}"/>
              </a:ext>
            </a:extLst>
          </p:cNvPr>
          <p:cNvGrpSpPr/>
          <p:nvPr/>
        </p:nvGrpSpPr>
        <p:grpSpPr>
          <a:xfrm>
            <a:off x="6985475" y="4385007"/>
            <a:ext cx="212988" cy="1184173"/>
            <a:chOff x="6985475" y="4375863"/>
            <a:chExt cx="212988" cy="1184173"/>
          </a:xfrm>
        </p:grpSpPr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661F81A6-8B8F-5FBA-C584-D74E31E577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75" y="4375863"/>
              <a:ext cx="0" cy="1184173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4BEF01B8-E93F-6803-2C06-0D13E3C09B9A}"/>
                </a:ext>
              </a:extLst>
            </p:cNvPr>
            <p:cNvCxnSpPr>
              <a:cxnSpLocks/>
            </p:cNvCxnSpPr>
            <p:nvPr/>
          </p:nvCxnSpPr>
          <p:spPr>
            <a:xfrm>
              <a:off x="7198463" y="4386110"/>
              <a:ext cx="0" cy="1173926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71CAB078-D7D8-9DC8-FB7F-FC0B1A287565}"/>
              </a:ext>
            </a:extLst>
          </p:cNvPr>
          <p:cNvCxnSpPr>
            <a:cxnSpLocks/>
          </p:cNvCxnSpPr>
          <p:nvPr/>
        </p:nvCxnSpPr>
        <p:spPr>
          <a:xfrm>
            <a:off x="8929306" y="3376628"/>
            <a:ext cx="1620072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946E3757-B8C9-5528-5D30-68A73A601473}"/>
              </a:ext>
            </a:extLst>
          </p:cNvPr>
          <p:cNvGrpSpPr/>
          <p:nvPr/>
        </p:nvGrpSpPr>
        <p:grpSpPr>
          <a:xfrm>
            <a:off x="431899" y="2125749"/>
            <a:ext cx="8482220" cy="1848344"/>
            <a:chOff x="437942" y="2119597"/>
            <a:chExt cx="8482220" cy="1848344"/>
          </a:xfrm>
        </p:grpSpPr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31042F85-8899-7E52-3F31-871E6A7CBAD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37942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med" len="med"/>
            </a:ln>
            <a:effectLst>
              <a:glow rad="63500">
                <a:srgbClr val="011223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Elbow Connector 505">
              <a:extLst>
                <a:ext uri="{FF2B5EF4-FFF2-40B4-BE49-F238E27FC236}">
                  <a16:creationId xmlns:a16="http://schemas.microsoft.com/office/drawing/2014/main" id="{038F4010-5772-EEE7-BB1F-59339E3AD86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Freeform 318">
            <a:extLst>
              <a:ext uri="{FF2B5EF4-FFF2-40B4-BE49-F238E27FC236}">
                <a16:creationId xmlns:a16="http://schemas.microsoft.com/office/drawing/2014/main" id="{D0B22418-0605-0664-F3E4-0B360E22E9A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689AAEF2-45AC-03DE-B115-40A578203C38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A3C73C3D-17D3-CA34-E526-8A1D65D09688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B4E563DC-A30A-31F7-F263-28A9E0481754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67E40D9-5500-148F-F5FB-8903156681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Elbow Connector 136">
                <a:extLst>
                  <a:ext uri="{FF2B5EF4-FFF2-40B4-BE49-F238E27FC236}">
                    <a16:creationId xmlns:a16="http://schemas.microsoft.com/office/drawing/2014/main" id="{63C5948C-C35C-3531-DBA6-1D52DC84357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B7F74CA9-7C9F-C72D-E843-1D85C68899B3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01C43DC2-A41F-D237-0A56-AF7765380ABD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133" name="Elbow Connector 132">
                  <a:extLst>
                    <a:ext uri="{FF2B5EF4-FFF2-40B4-BE49-F238E27FC236}">
                      <a16:creationId xmlns:a16="http://schemas.microsoft.com/office/drawing/2014/main" id="{4AC5EE2C-3BD8-12A4-A8F2-C7DE8BEE05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C6C846BD-FCFD-1CC3-1F32-D8053E8D05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B8E238DE-395E-CA8B-F9F5-B900514978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80D38C35-E51D-9454-A4C1-9BE2C1D29AE8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78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5078-6FDD-0BC5-6A51-40718909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9352647-B6C1-E433-F12C-CC3CF3FAEE2B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A09E4A-D9D8-7CB0-1E32-1394FACAFFF9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CAD9BAAB-390F-4AB8-177F-E319D739DD76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2314D50A-0573-FABB-FCB7-DE2F85EF2D8A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99BB5DAE-6D64-745F-772A-EF3D0397EA6E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AD46CA6-A8F5-BE7C-E7B5-5A78214D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Branch Datapath (7/8)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417B631E-FF4E-169C-115B-E6276B2C2DE6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B2A35269-3326-F27F-4E51-FB800DF763CF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312E1AD7-712B-8209-2A7D-09FFF757D81B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68FDC585-FE6D-936D-30D9-B1CD0724408B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2E891B15-02E3-EC57-B2D3-F29EB1036AA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047DE14E-EA80-95C1-C2DE-FDC1ECCD20C4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4C099236-B8B4-F971-47B5-32088A790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21E111D9-8534-855A-1EFE-997185CCBC16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74B2F9C7-9D84-72A9-FB2B-1258960A9260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E7CA2EF6-F9DD-9FF0-2EC5-6FACFFEC29AC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1FF99573-150A-BB8D-A25F-D32833805587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6E368BD-4552-50ED-90D4-B738F3553198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D56568A8-A9E8-B3FF-B228-5F352B97B0AE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EAACB464-835B-B453-74A0-B3C1660879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3DDD8030-88A4-98C5-7B80-F0C3E44888EC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CF95CB5C-35F9-3BD7-B573-5C81A2961F51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52766FB5-9B1F-099F-F12C-7C16E6EF6D96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A9256971-B759-7376-58A2-C68B19ED2018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1E5908E0-B95B-E995-04F3-58C5462E5858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BF3A3440-B04B-F5AD-A6C8-4F9D0F54C177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63A9DCFB-1086-607B-D181-F9C5BB93CB05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B14BC295-08C8-D1FC-1E80-AD9D061FB8D8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82E84F9D-B897-5310-F349-1C9AFACF8A2A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61456091-489E-7C84-9819-7F50A6EDB6B9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2CF2772C-DCC7-45C2-E5E2-1CFBD5B043A7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49ACF72-64BE-A560-F6F5-4A8280F0BE15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78C8BBCA-1755-9E20-2E35-C135BE54424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6A005A71-BDF7-0DA4-0D35-D311AA6C2507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496683B2-7AA9-B62D-4ABD-12D2113DFEC8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EA35026B-08A1-2A6A-FF10-FE5DC8E28114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9062E92-1812-8326-C4B9-2D77C660D1D0}"/>
              </a:ext>
            </a:extLst>
          </p:cNvPr>
          <p:cNvGrpSpPr/>
          <p:nvPr/>
        </p:nvGrpSpPr>
        <p:grpSpPr>
          <a:xfrm>
            <a:off x="6389559" y="4187510"/>
            <a:ext cx="2731069" cy="605832"/>
            <a:chOff x="6389559" y="4187510"/>
            <a:chExt cx="2731069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C2A85019-0C84-5D33-DE3E-3FF4549BCAE2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8B5A6111-FCA8-C12E-69C4-DDCA87915FA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3C090B76-D5DF-2F7C-B911-690C214873C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45D1D5C8-9688-6BC0-E85D-F8F77260E8E0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F1773B-CDBC-8F3F-AE98-070157689EE8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8B6569-CF1F-09A8-DC9C-4AA6AE4EC75F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1C13E1-40F7-8C70-8C46-2358AE0ECDDF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D0E1C1-D57E-1ED1-95B7-5A368336ACE0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46B249D-6BC7-17D8-BF15-9C0E9758C4E1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0B343BC-1770-11C5-9166-1EC36B8DC2B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594A4BD8-2914-3B6C-6CDB-B2A25992837C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7927233E-5506-1269-F54E-01610CCE00F8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A4235C4-76E2-39B5-9F74-289380F0E1A5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419781F7-BA85-5F2D-D401-CE75B6D4E672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57514EA-2F68-D282-0B15-36AA2546811F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0DE8697-C5E0-366B-6735-B4451A45B9D6}"/>
              </a:ext>
            </a:extLst>
          </p:cNvPr>
          <p:cNvSpPr txBox="1"/>
          <p:nvPr/>
        </p:nvSpPr>
        <p:spPr>
          <a:xfrm>
            <a:off x="289612" y="5560036"/>
            <a:ext cx="155202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taken/not taken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57CB8D7-3F6F-3DBD-BE83-0EA111566FB0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38F21A6-94A9-11CA-0F5A-A64AB18D71FE}"/>
              </a:ext>
            </a:extLst>
          </p:cNvPr>
          <p:cNvSpPr txBox="1"/>
          <p:nvPr/>
        </p:nvSpPr>
        <p:spPr>
          <a:xfrm>
            <a:off x="6954558" y="5545178"/>
            <a:ext cx="556563" cy="413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EEE16E0E-8084-5601-B16E-2C83EB54FEC2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B98D9B4-CCD6-701F-02C5-2F5186565702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BD5638B-CE17-7957-5689-30DA272E67FE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4C40B505-2031-8F23-05FA-175C672FA8C4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953BDDA-0C18-1843-ECC4-91F1E82BB748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4FBCA92D-0ECF-C174-EFD9-23544E5D5A2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A6AE08E6-5680-3E13-96A8-8C827A171D84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22BBFFA-9134-9E92-F317-714548D285A4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AD35898C-43AB-ABB3-569B-18575A3B0CE7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C559D061-3F2A-4552-AF73-8A042B94161A}"/>
              </a:ext>
            </a:extLst>
          </p:cNvPr>
          <p:cNvGrpSpPr/>
          <p:nvPr/>
        </p:nvGrpSpPr>
        <p:grpSpPr>
          <a:xfrm>
            <a:off x="447040" y="2119597"/>
            <a:ext cx="8711595" cy="1848344"/>
            <a:chOff x="447040" y="2119597"/>
            <a:chExt cx="8711595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940C8AA1-9508-AEC2-196B-5D7CA07168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38100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C1F2C5E1-58F0-6627-74D7-61073656DA2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7A0F4C82-E6CA-0846-C151-781DFBF06ADC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8AC95E9B-1BA8-17D5-2CDC-AE25BF6F2815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B09C9659-B57C-BFA8-6F5C-D905AAB94A6E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581A3FDB-2DD4-D06F-5D69-4AC7C8B188B6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2AD6CAF-FB53-F7F9-E294-FF59FD79FC9C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21983-AAC9-0862-CFCD-3E0481BB24F7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EDEA5D5-B322-AF7D-66DA-CF9A7212A7BC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D1B6EA3-BA58-D3E3-C1FE-1B1A2AB54F7D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5D5912C0-C8F5-1914-5A8C-EC515D03BD5B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C0A11F81-CDB9-C3FA-B847-D5AF4965A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C6A8D92F-16FB-7A32-09C6-67EADB72A3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7F8C1521-5D76-A028-1028-BAF8962C75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91D647F-7B91-31C0-3436-022192D975AE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FF05CD-4D06-2955-E7DD-8CD23F20E4C7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>
            <a:glow rad="63500">
              <a:srgbClr val="011223">
                <a:alpha val="40000"/>
              </a:srgbClr>
            </a:glow>
          </a:effectLst>
        </p:grpSpPr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798EF859-17E0-D3F4-494B-E70E69872EF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A80E704-C991-64A7-2E28-10968CAAE8D0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EFA0FFC8-F8DF-8893-7F8C-2110654190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72BFCF8-C497-341C-C99B-AA30F5B5CFC8}"/>
              </a:ext>
            </a:extLst>
          </p:cNvPr>
          <p:cNvSpPr txBox="1"/>
          <p:nvPr/>
        </p:nvSpPr>
        <p:spPr>
          <a:xfrm>
            <a:off x="293423" y="1001583"/>
            <a:ext cx="2837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If </a:t>
            </a:r>
            <a:r>
              <a:rPr lang="en-US" sz="1800" dirty="0" err="1">
                <a:solidFill>
                  <a:schemeClr val="accent2"/>
                </a:solidFill>
                <a:latin typeface="18 VAG Rounded Light   02390" pitchFamily="2" charset="0"/>
              </a:rPr>
              <a:t>PCSel</a:t>
            </a:r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=taken, update PC to 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output</a:t>
            </a:r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. Else, update to next instruction </a:t>
            </a:r>
            <a:r>
              <a:rPr lang="en-US" sz="1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69C369-6C4C-83AB-93F1-8663011F391E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6679E02D-CD9E-B4A7-9E7C-D807DD227353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A3FDBE74-D4BC-1C78-F322-C3BDD1E61E1B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B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0AAB85D4-4AB4-6CAB-3DF2-4C6D2F86090D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2"/>
                  </a:solidFill>
                  <a:latin typeface="18 VAG Rounded Light   02390" pitchFamily="2" charset="0"/>
                </a:rPr>
                <a:t>1/0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937036E-9701-BECE-3494-110C918A12B0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E9B0B92C-886D-0D6C-301F-B4B6B52E2D0D}"/>
                </a:ext>
              </a:extLst>
            </p:cNvPr>
            <p:cNvSpPr txBox="1"/>
            <p:nvPr/>
          </p:nvSpPr>
          <p:spPr>
            <a:xfrm>
              <a:off x="7954131" y="5524627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6712764-EFBA-8AEB-28D1-9EE55F4F79D8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3D62C7F-AC0E-F6BA-6A2C-DFDE89199C71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79B1F69-11DC-317B-EAF3-AEF2378F84AF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33469E7-03A9-6537-20E5-94E89B22F69E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989C379-6742-CD23-BE43-514EA25D3369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BCD74B0-C946-9272-4298-CFFD501ED2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481B37C1-357C-126D-8045-435AA1349EA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3437DE9-F1F7-3403-52DA-169703E4481E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674A191A-967C-601A-8BE7-290B2062A174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6D0C389-16FC-35F0-06E2-DEE861ED82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9A3AA769-1322-B635-C2FB-6963B7B809C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CB2CC201-705C-8491-BE9A-E3727117E3FA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  <a:effectLst>
            <a:glow rad="101600">
              <a:srgbClr val="011223">
                <a:alpha val="68169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1041CFE9-C53E-2F4B-86ED-0F8510D8C085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5532A11C-7453-4676-7AE9-B3648EB9D562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63" name="Straight Arrow Connector 462">
              <a:extLst>
                <a:ext uri="{FF2B5EF4-FFF2-40B4-BE49-F238E27FC236}">
                  <a16:creationId xmlns:a16="http://schemas.microsoft.com/office/drawing/2014/main" id="{F713E529-F161-35E4-9A14-41C57050B7C2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60A60153-C640-8482-3943-F4FD51758708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C74CB1A9-109F-501D-F5F9-2A14A2CEC4AA}"/>
              </a:ext>
            </a:extLst>
          </p:cNvPr>
          <p:cNvGrpSpPr/>
          <p:nvPr/>
        </p:nvGrpSpPr>
        <p:grpSpPr>
          <a:xfrm>
            <a:off x="7709119" y="3492839"/>
            <a:ext cx="585916" cy="180461"/>
            <a:chOff x="7709119" y="3492839"/>
            <a:chExt cx="585916" cy="180461"/>
          </a:xfrm>
        </p:grpSpPr>
        <p:cxnSp>
          <p:nvCxnSpPr>
            <p:cNvPr id="473" name="Straight Arrow Connector 472">
              <a:extLst>
                <a:ext uri="{FF2B5EF4-FFF2-40B4-BE49-F238E27FC236}">
                  <a16:creationId xmlns:a16="http://schemas.microsoft.com/office/drawing/2014/main" id="{53D1CD98-1ECF-A349-9BD2-EE780C40F1FF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669A0BCD-393D-4276-F438-FA122DECD3CD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3" name="TextBox 482">
            <a:extLst>
              <a:ext uri="{FF2B5EF4-FFF2-40B4-BE49-F238E27FC236}">
                <a16:creationId xmlns:a16="http://schemas.microsoft.com/office/drawing/2014/main" id="{6BEE172E-C08B-B210-F229-2190816FAFD3}"/>
              </a:ext>
            </a:extLst>
          </p:cNvPr>
          <p:cNvSpPr txBox="1"/>
          <p:nvPr/>
        </p:nvSpPr>
        <p:spPr>
          <a:xfrm>
            <a:off x="5358478" y="1019804"/>
            <a:ext cx="4748193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branch from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and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; feed to </a:t>
            </a:r>
            <a:r>
              <a:rPr lang="en-US" sz="1800" dirty="0">
                <a:solidFill>
                  <a:schemeClr val="accent3"/>
                </a:solidFill>
                <a:latin typeface="18 VAG Rounded Light   02390" pitchFamily="2" charset="0"/>
              </a:rPr>
              <a:t>Control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</a:p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D627938B-50F0-8632-E65C-DC62F3BC7EAC}"/>
              </a:ext>
            </a:extLst>
          </p:cNvPr>
          <p:cNvCxnSpPr>
            <a:cxnSpLocks/>
          </p:cNvCxnSpPr>
          <p:nvPr/>
        </p:nvCxnSpPr>
        <p:spPr>
          <a:xfrm flipV="1">
            <a:off x="6261052" y="4187510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AD9DE2BD-5C55-0CD8-9BEE-7A8379034AEA}"/>
              </a:ext>
            </a:extLst>
          </p:cNvPr>
          <p:cNvGrpSpPr/>
          <p:nvPr/>
        </p:nvGrpSpPr>
        <p:grpSpPr>
          <a:xfrm>
            <a:off x="6246033" y="3676635"/>
            <a:ext cx="380779" cy="510875"/>
            <a:chOff x="6246033" y="3676635"/>
            <a:chExt cx="380779" cy="510875"/>
          </a:xfrm>
        </p:grpSpPr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5BF26AC7-B1AF-57AD-EB56-39306B1B7C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033" y="3676635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Arrow Connector 487">
              <a:extLst>
                <a:ext uri="{FF2B5EF4-FFF2-40B4-BE49-F238E27FC236}">
                  <a16:creationId xmlns:a16="http://schemas.microsoft.com/office/drawing/2014/main" id="{0AEEC0FA-A9FE-EE0B-1633-B15350309F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43B0C3C8-511F-0EA5-BA33-4C23A2781FB2}"/>
              </a:ext>
            </a:extLst>
          </p:cNvPr>
          <p:cNvGrpSpPr/>
          <p:nvPr/>
        </p:nvGrpSpPr>
        <p:grpSpPr>
          <a:xfrm>
            <a:off x="6985475" y="4385007"/>
            <a:ext cx="212988" cy="1184173"/>
            <a:chOff x="6985475" y="4375863"/>
            <a:chExt cx="212988" cy="1184173"/>
          </a:xfrm>
        </p:grpSpPr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C73C37AF-80A0-FCA0-AAA9-F8C0518421A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75" y="4375863"/>
              <a:ext cx="0" cy="1184173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A59DC4C7-1046-4A1E-5542-D364AF9F826E}"/>
                </a:ext>
              </a:extLst>
            </p:cNvPr>
            <p:cNvCxnSpPr>
              <a:cxnSpLocks/>
            </p:cNvCxnSpPr>
            <p:nvPr/>
          </p:nvCxnSpPr>
          <p:spPr>
            <a:xfrm>
              <a:off x="7198463" y="4386110"/>
              <a:ext cx="0" cy="1173926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F3D7902F-AE88-8BA0-EA1F-EACBB4F577E1}"/>
              </a:ext>
            </a:extLst>
          </p:cNvPr>
          <p:cNvCxnSpPr>
            <a:cxnSpLocks/>
          </p:cNvCxnSpPr>
          <p:nvPr/>
        </p:nvCxnSpPr>
        <p:spPr>
          <a:xfrm>
            <a:off x="8929306" y="3376628"/>
            <a:ext cx="1620072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A4A562A-14E2-A7C5-D138-CBF5C555D9BF}"/>
              </a:ext>
            </a:extLst>
          </p:cNvPr>
          <p:cNvGrpSpPr/>
          <p:nvPr/>
        </p:nvGrpSpPr>
        <p:grpSpPr>
          <a:xfrm>
            <a:off x="657147" y="2246540"/>
            <a:ext cx="2712208" cy="1271016"/>
            <a:chOff x="657147" y="2246540"/>
            <a:chExt cx="2712208" cy="1271016"/>
          </a:xfrm>
        </p:grpSpPr>
        <p:cxnSp>
          <p:nvCxnSpPr>
            <p:cNvPr id="498" name="Elbow Connector 497">
              <a:extLst>
                <a:ext uri="{FF2B5EF4-FFF2-40B4-BE49-F238E27FC236}">
                  <a16:creationId xmlns:a16="http://schemas.microsoft.com/office/drawing/2014/main" id="{6B881F60-C96C-A2B2-2726-0242792D0E6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0330" y="2398736"/>
              <a:ext cx="511818" cy="230004"/>
            </a:xfrm>
            <a:prstGeom prst="bentConnector3">
              <a:avLst>
                <a:gd name="adj1" fmla="val 3549"/>
              </a:avLst>
            </a:prstGeom>
            <a:ln w="57150">
              <a:solidFill>
                <a:schemeClr val="accent2"/>
              </a:solidFill>
              <a:tailEnd type="non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E49C624E-5EF0-F4FD-F395-7796B411D0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731" y="2257828"/>
              <a:ext cx="2706624" cy="1985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Arrow Connector 499">
              <a:extLst>
                <a:ext uri="{FF2B5EF4-FFF2-40B4-BE49-F238E27FC236}">
                  <a16:creationId xmlns:a16="http://schemas.microsoft.com/office/drawing/2014/main" id="{2397251B-BA78-B505-2E28-F6352E0C26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147" y="3500396"/>
              <a:ext cx="274320" cy="2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C713293D-CF9D-3EBD-EACC-CD24C7D598F6}"/>
                </a:ext>
              </a:extLst>
            </p:cNvPr>
            <p:cNvCxnSpPr/>
            <p:nvPr/>
          </p:nvCxnSpPr>
          <p:spPr>
            <a:xfrm flipH="1">
              <a:off x="662731" y="2246540"/>
              <a:ext cx="0" cy="1271016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F30A1E2D-0BBD-BD53-F418-7E4B0F27E6D0}"/>
              </a:ext>
            </a:extLst>
          </p:cNvPr>
          <p:cNvGrpSpPr/>
          <p:nvPr/>
        </p:nvGrpSpPr>
        <p:grpSpPr>
          <a:xfrm>
            <a:off x="431899" y="2125749"/>
            <a:ext cx="8482220" cy="1848344"/>
            <a:chOff x="437942" y="2119597"/>
            <a:chExt cx="8482220" cy="1848344"/>
          </a:xfrm>
        </p:grpSpPr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26243E0D-ECAB-6F18-6E3C-8370222E020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37942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med" len="med"/>
            </a:ln>
            <a:effectLst>
              <a:glow rad="63500">
                <a:srgbClr val="011223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Elbow Connector 505">
              <a:extLst>
                <a:ext uri="{FF2B5EF4-FFF2-40B4-BE49-F238E27FC236}">
                  <a16:creationId xmlns:a16="http://schemas.microsoft.com/office/drawing/2014/main" id="{D58025F3-4F6C-9DC7-643B-CB7A672DCC5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Freeform 318">
            <a:extLst>
              <a:ext uri="{FF2B5EF4-FFF2-40B4-BE49-F238E27FC236}">
                <a16:creationId xmlns:a16="http://schemas.microsoft.com/office/drawing/2014/main" id="{C528F646-E801-40F3-DCEE-DE34FF4C18E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FEBC1D01-8037-982C-DC29-2C4EEC543E29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01E09AF-C94B-C34B-3971-CA846C50CA3F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EC01F7F3-F724-B7EE-DCB5-C1E9A90E2005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4F5CAFA7-66E0-A4E9-43E6-36968CB8E9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Elbow Connector 136">
                <a:extLst>
                  <a:ext uri="{FF2B5EF4-FFF2-40B4-BE49-F238E27FC236}">
                    <a16:creationId xmlns:a16="http://schemas.microsoft.com/office/drawing/2014/main" id="{5AB66D92-2F90-3664-A1D5-4CABA04A369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82A1EE5F-0DF9-DF5B-C390-03A4A5814B34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A325051C-1D40-F6BF-DBCB-32ECD2A6370F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133" name="Elbow Connector 132">
                  <a:extLst>
                    <a:ext uri="{FF2B5EF4-FFF2-40B4-BE49-F238E27FC236}">
                      <a16:creationId xmlns:a16="http://schemas.microsoft.com/office/drawing/2014/main" id="{63A56512-F0CE-39DC-E55F-89270EE899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28E725E5-71E0-2F50-A358-9E2C270E42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E898E72B-A900-C81B-C417-A1E0739E5A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697CDD9A-10F8-C3A2-6388-5753F98E07D1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35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E29D4-ADC9-6C5D-409E-D1165D21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C81A956-F1F8-56A9-C93C-A39F9CC4E354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860AE7-0723-9D17-4474-591F78BF426B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E757586A-EC67-5370-87C2-CB8C230F4E31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6F558CC-6566-AE57-9D0B-96A28E2FEA90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BC9354B-0634-7B9F-7E33-D0D306E96D79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F26E5D-4E54-6A5B-E55F-154F47ED4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Branch Datapath (8/8)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D05909EA-1CCF-69AF-8BE6-4B18362BE240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EE29DCAB-7825-A5CF-CBC2-B570F01A8990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020BFF7C-2481-6A38-AA6B-ECD019F71263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CB19CA29-7995-595C-2583-3B7A380F3BF9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22641055-1864-AC3A-02AD-BD96B39F14DA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14BA12CD-BBFE-E3F9-731F-87442DD9C702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20BFEE5D-F281-656A-6C4F-97CD3DE3E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22AC2C25-F647-DF52-A76F-2B3DDA437729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3DBB8386-9E82-9346-C158-ECD71FC1B0CD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E0F63FD7-C11E-088F-3FBD-AB9C5D7ACD04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FD0D3FAA-2CCE-C488-48D0-D643B6A5CA12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6C698951-A42E-3228-1CB1-C26D53C03E69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B6920A23-C391-DEDF-2AD3-C3ADA028CB0D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DD46562F-B7F3-0FBB-CE51-442DCC91FF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D4B833EB-3D21-A379-7097-C5D7C7E1F6E5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0E803C5-BA92-AC92-9AB0-7D29BC06F93B}"/>
              </a:ext>
            </a:extLst>
          </p:cNvPr>
          <p:cNvSpPr/>
          <p:nvPr/>
        </p:nvSpPr>
        <p:spPr>
          <a:xfrm>
            <a:off x="9120628" y="3586419"/>
            <a:ext cx="1021734" cy="1127284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</a:t>
            </a: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>
              <a:spcBef>
                <a:spcPts val="400"/>
              </a:spcBef>
              <a:tabLst>
                <a:tab pos="1249363" algn="r"/>
              </a:tabLst>
            </a:pPr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DMEM</a:t>
            </a:r>
          </a:p>
          <a:p>
            <a:pPr>
              <a:spcBef>
                <a:spcPts val="400"/>
              </a:spcBef>
              <a:spcAft>
                <a:spcPts val="400"/>
              </a:spcAft>
              <a:tabLst>
                <a:tab pos="1249363" algn="r"/>
              </a:tabLst>
            </a:pPr>
            <a:r>
              <a:rPr lang="en-US" sz="1200" i="1" dirty="0" err="1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wdata</a:t>
            </a:r>
            <a:r>
              <a:rPr lang="en-US" sz="16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rPr>
              <a:t> </a:t>
            </a:r>
            <a:endParaRPr lang="en-US" sz="1200" i="1" dirty="0">
              <a:solidFill>
                <a:schemeClr val="bg1"/>
              </a:solidFill>
              <a:latin typeface="18 VAG ROUNDED LIGHT   02390" pitchFamily="2" charset="0"/>
              <a:cs typeface="Courier New" panose="02070309020205020404" pitchFamily="49" charset="0"/>
            </a:endParaRPr>
          </a:p>
        </p:txBody>
      </p: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BA135EC4-B2C4-BAD1-1943-C7E9958AB72C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6E2532BF-0AB3-F6BF-BEFF-F3E2E2E0F4CC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BF32F73A-209E-69D4-B347-E3111AF182B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5273892-68E1-DD7C-8890-8D4B94FFC3C7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E64F31F3-155D-1E4D-C83D-F99462FD1FB9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C850A534-7B88-0DAA-5123-62EE56186F66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49235209-930F-BE03-79CD-7B313A8BCC89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8F91D8E7-1A03-835E-8D74-D64E0A2FB226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B43AE9B-7F2F-88E6-494E-C304A639E7C0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50C07F00-AA66-C28D-ACA4-00F30881046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99293FFF-2FA4-1ECF-35AB-47634EF841B0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04AEE02A-4355-5683-C33B-3534D5457732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EC20C42-B07B-2777-166C-B059CFBF5DB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717EBAC0-284D-B72C-B532-F2370E498842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57C229E3-1D22-43C0-6D07-A5DF0F89D3FF}"/>
              </a:ext>
            </a:extLst>
          </p:cNvPr>
          <p:cNvGrpSpPr/>
          <p:nvPr/>
        </p:nvGrpSpPr>
        <p:grpSpPr>
          <a:xfrm>
            <a:off x="6389559" y="4187510"/>
            <a:ext cx="2731069" cy="605832"/>
            <a:chOff x="6389559" y="4187510"/>
            <a:chExt cx="2731069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CA176EC5-1650-3768-7712-1218E773A10C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0550C431-4FF9-DA98-65AA-AB1F85FC448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7D0C738C-B6BA-5E14-BA22-F933EF9D241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BDCB7E97-2D7F-E5B3-254C-6EF782CD2081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79647B-EAC7-0565-4992-30EC4903C4C4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406D04-07B6-8052-AE31-83D39496CB2F}"/>
              </a:ext>
            </a:extLst>
          </p:cNvPr>
          <p:cNvCxnSpPr>
            <a:cxnSpLocks/>
          </p:cNvCxnSpPr>
          <p:nvPr/>
        </p:nvCxnSpPr>
        <p:spPr>
          <a:xfrm flipV="1">
            <a:off x="1170363" y="3643964"/>
            <a:ext cx="27432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0A2A99A-9420-EB41-7428-A8DCB0E11216}"/>
              </a:ext>
            </a:extLst>
          </p:cNvPr>
          <p:cNvSpPr txBox="1"/>
          <p:nvPr/>
        </p:nvSpPr>
        <p:spPr>
          <a:xfrm>
            <a:off x="1733676" y="3669569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8540900-9FA1-95CA-08FF-5B5E6F7BEF5A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4A47F58-9862-B4F9-659A-331A31CFE957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641830-AB57-7F78-797A-18DB738336E3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4E58FC3-EEA0-0DB7-4260-5D8FE90FF3B4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1830481" y="3046480"/>
            <a:ext cx="703576" cy="542602"/>
          </a:xfrm>
          <a:prstGeom prst="bentConnector3">
            <a:avLst>
              <a:gd name="adj1" fmla="val 100542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B689C279-0F37-8C72-80ED-E60BC17573F1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739B6489-1549-DC8A-E1C7-E67FC81B632C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15E86498-9B96-08C7-DDD0-47AC8EF70700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5BE6399-97F5-FEFC-488A-7C940D29A386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A76562D-8BE1-B428-F260-388162909EF8}"/>
              </a:ext>
            </a:extLst>
          </p:cNvPr>
          <p:cNvSpPr txBox="1"/>
          <p:nvPr/>
        </p:nvSpPr>
        <p:spPr>
          <a:xfrm>
            <a:off x="289612" y="5560036"/>
            <a:ext cx="1552028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PCSel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2"/>
                </a:solidFill>
                <a:latin typeface="18 VAG Rounded Light   02390" pitchFamily="2" charset="0"/>
              </a:rPr>
              <a:t>taken/not taken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E33AC0F-DD1F-758C-5292-3B45C0DCF265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EC94915-9DCF-21C3-1E49-666222EAF027}"/>
              </a:ext>
            </a:extLst>
          </p:cNvPr>
          <p:cNvSpPr txBox="1"/>
          <p:nvPr/>
        </p:nvSpPr>
        <p:spPr>
          <a:xfrm>
            <a:off x="6954558" y="5545178"/>
            <a:ext cx="556563" cy="4131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>
              <a:lnSpc>
                <a:spcPct val="85000"/>
              </a:lnSpc>
            </a:pP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158387B-CC4D-5F9B-0EBF-92222017F0DA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6EB259B-C036-91CE-A720-217FC7B2CFED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0D3681F-AACD-D880-3F3B-196647AE5BA8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AC5C6B45-B4F3-C9BB-119F-18142024AADB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B15DD19-FFFC-D94F-A58A-3B6F4599D6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9699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556DBAB3-368F-1A7E-048D-7D95ABC2307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1DCE36BA-D8FC-F336-3290-F72E80E769CC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BF58742-F7BC-16A3-B773-DE1F12DE9BC1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2996C85-7D12-B1E5-BD66-2B19CD21065D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733990F-2123-05FA-C8F5-22567195A04D}"/>
              </a:ext>
            </a:extLst>
          </p:cNvPr>
          <p:cNvGrpSpPr/>
          <p:nvPr/>
        </p:nvGrpSpPr>
        <p:grpSpPr>
          <a:xfrm>
            <a:off x="447040" y="2119597"/>
            <a:ext cx="8711595" cy="1848344"/>
            <a:chOff x="447040" y="2119597"/>
            <a:chExt cx="8711595" cy="1848344"/>
          </a:xfrm>
        </p:grpSpPr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A4927B26-FC22-620F-3439-A6A652852DE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38100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rgbClr val="00152A">
                  <a:alpha val="67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Elbow Connector 198">
              <a:extLst>
                <a:ext uri="{FF2B5EF4-FFF2-40B4-BE49-F238E27FC236}">
                  <a16:creationId xmlns:a16="http://schemas.microsoft.com/office/drawing/2014/main" id="{A4D3C671-F4F9-9B51-AF8C-6E11D9592BE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7A5A3FF8-7578-39F0-EED0-288E0CB14B6F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6" name="Trapezoid 205">
            <a:extLst>
              <a:ext uri="{FF2B5EF4-FFF2-40B4-BE49-F238E27FC236}">
                <a16:creationId xmlns:a16="http://schemas.microsoft.com/office/drawing/2014/main" id="{E4F79ED1-9169-8349-DF0B-A18C3731E66B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3126E0BB-7A9A-0D5C-E2F7-ADEC448ECC13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23" name="Trapezoid 22">
            <a:extLst>
              <a:ext uri="{FF2B5EF4-FFF2-40B4-BE49-F238E27FC236}">
                <a16:creationId xmlns:a16="http://schemas.microsoft.com/office/drawing/2014/main" id="{A2369F32-4FF8-0887-ED1E-A7F202E7CA4B}"/>
              </a:ext>
            </a:extLst>
          </p:cNvPr>
          <p:cNvSpPr/>
          <p:nvPr/>
        </p:nvSpPr>
        <p:spPr>
          <a:xfrm rot="5400000">
            <a:off x="10337532" y="3361302"/>
            <a:ext cx="682970" cy="276082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156E134-A15D-2EB2-5057-ADF7B02D3809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solidFill>
            <a:srgbClr val="011223"/>
          </a:solidFill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A9D88-3D9B-18AE-4297-FE30B1015860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A8A3E3-5A7B-606B-6DA1-57759CE658E5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938EBC5-CB4D-BE5B-8524-248AB8A267B2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66077C5-1275-C450-E15B-55B0E50AE0D1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38" name="Elbow Connector 37">
                  <a:extLst>
                    <a:ext uri="{FF2B5EF4-FFF2-40B4-BE49-F238E27FC236}">
                      <a16:creationId xmlns:a16="http://schemas.microsoft.com/office/drawing/2014/main" id="{FC91B966-DE19-19E7-6203-B702D3EA4E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126093BA-F063-3600-E8A5-2C45301044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9A52EBA5-39D5-25DF-1DA9-A7BCB26B52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810D538-BE9A-1C65-8639-9318AE640152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7F198D5-C0C6-C48B-B14E-37915E861796}"/>
              </a:ext>
            </a:extLst>
          </p:cNvPr>
          <p:cNvGrpSpPr/>
          <p:nvPr/>
        </p:nvGrpSpPr>
        <p:grpSpPr>
          <a:xfrm>
            <a:off x="3790286" y="2375192"/>
            <a:ext cx="7347065" cy="1124151"/>
            <a:chOff x="3790286" y="2375192"/>
            <a:chExt cx="7347065" cy="1124151"/>
          </a:xfrm>
          <a:effectLst>
            <a:glow rad="63500">
              <a:srgbClr val="011223">
                <a:alpha val="40000"/>
              </a:srgbClr>
            </a:glow>
          </a:effectLst>
        </p:grpSpPr>
        <p:cxnSp>
          <p:nvCxnSpPr>
            <p:cNvPr id="10" name="Elbow Connector 9">
              <a:extLst>
                <a:ext uri="{FF2B5EF4-FFF2-40B4-BE49-F238E27FC236}">
                  <a16:creationId xmlns:a16="http://schemas.microsoft.com/office/drawing/2014/main" id="{C9FDE82A-BBC8-B809-7C90-8270727B69A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4E2F469-F513-FFAA-D101-BFB00AC0A527}"/>
                </a:ext>
              </a:extLst>
            </p:cNvPr>
            <p:cNvCxnSpPr/>
            <p:nvPr/>
          </p:nvCxnSpPr>
          <p:spPr>
            <a:xfrm>
              <a:off x="3790286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0D846BB-AAF6-D617-8A7F-61E683502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124151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A1A6717-ECF5-DC17-7F11-119F204D010A}"/>
              </a:ext>
            </a:extLst>
          </p:cNvPr>
          <p:cNvSpPr txBox="1"/>
          <p:nvPr/>
        </p:nvSpPr>
        <p:spPr>
          <a:xfrm>
            <a:off x="293423" y="1001583"/>
            <a:ext cx="28378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If </a:t>
            </a:r>
            <a:r>
              <a:rPr lang="en-US" sz="1800" dirty="0" err="1">
                <a:solidFill>
                  <a:schemeClr val="accent2"/>
                </a:solidFill>
                <a:latin typeface="18 VAG Rounded Light   02390" pitchFamily="2" charset="0"/>
              </a:rPr>
              <a:t>PCSel</a:t>
            </a:r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=taken, update PC to 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ALU output</a:t>
            </a:r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. Else, update to next instruction </a:t>
            </a:r>
            <a:r>
              <a:rPr lang="en-US" sz="18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+ 4</a:t>
            </a:r>
            <a:r>
              <a:rPr lang="en-US" sz="1800" dirty="0">
                <a:solidFill>
                  <a:schemeClr val="accent2"/>
                </a:solidFill>
                <a:latin typeface="18 VAG Rounded Light   02390" pitchFamily="2" charset="0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CFBC42-AD3A-F5D6-D177-6D5EBBC50EE2}"/>
              </a:ext>
            </a:extLst>
          </p:cNvPr>
          <p:cNvSpPr txBox="1"/>
          <p:nvPr/>
        </p:nvSpPr>
        <p:spPr>
          <a:xfrm>
            <a:off x="3118252" y="1001582"/>
            <a:ext cx="266458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Build </a:t>
            </a:r>
            <a:r>
              <a:rPr lang="en-US" sz="1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 from</a:t>
            </a:r>
            <a:b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</a:br>
            <a:r>
              <a:rPr lang="en-US" sz="1800" dirty="0">
                <a:solidFill>
                  <a:schemeClr val="accent5"/>
                </a:solidFill>
                <a:latin typeface="18 VAG Rounded Light   02390" pitchFamily="2" charset="0"/>
              </a:rPr>
              <a:t>B-type instruction.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0588A65-B189-0B82-8B6B-E43179021ED3}"/>
              </a:ext>
            </a:extLst>
          </p:cNvPr>
          <p:cNvGrpSpPr/>
          <p:nvPr/>
        </p:nvGrpSpPr>
        <p:grpSpPr>
          <a:xfrm>
            <a:off x="4062897" y="5524627"/>
            <a:ext cx="6835927" cy="752471"/>
            <a:chOff x="4062897" y="5524627"/>
            <a:chExt cx="6835927" cy="752471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C4C944F-B6E4-86E1-9A28-06883C816363}"/>
                </a:ext>
              </a:extLst>
            </p:cNvPr>
            <p:cNvSpPr txBox="1"/>
            <p:nvPr/>
          </p:nvSpPr>
          <p:spPr>
            <a:xfrm>
              <a:off x="4062897" y="5552119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B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B053CE9-C835-CE4F-E1BB-E73A04DCF5B3}"/>
                </a:ext>
              </a:extLst>
            </p:cNvPr>
            <p:cNvSpPr txBox="1"/>
            <p:nvPr/>
          </p:nvSpPr>
          <p:spPr>
            <a:xfrm>
              <a:off x="6409181" y="5555777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2"/>
                  </a:solidFill>
                  <a:latin typeface="18 VAG Rounded Light   02390" pitchFamily="2" charset="0"/>
                </a:rPr>
                <a:t>1/0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223F042-8B74-CC87-B33C-D545CE35A563}"/>
                </a:ext>
              </a:extLst>
            </p:cNvPr>
            <p:cNvSpPr txBox="1"/>
            <p:nvPr/>
          </p:nvSpPr>
          <p:spPr>
            <a:xfrm>
              <a:off x="7558332" y="5524627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59DD910-96DD-BF9E-79C0-837DBA50D732}"/>
                </a:ext>
              </a:extLst>
            </p:cNvPr>
            <p:cNvSpPr txBox="1"/>
            <p:nvPr/>
          </p:nvSpPr>
          <p:spPr>
            <a:xfrm>
              <a:off x="7954131" y="5524627"/>
              <a:ext cx="460382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C7137016-BE9A-0479-3D42-E6E23809E168}"/>
                </a:ext>
              </a:extLst>
            </p:cNvPr>
            <p:cNvSpPr txBox="1"/>
            <p:nvPr/>
          </p:nvSpPr>
          <p:spPr>
            <a:xfrm>
              <a:off x="9285659" y="5555777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36ADA9A-BC5E-9D5E-B6E4-047B045F8491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11D675-722F-AE58-8E18-ADB2D0EA06D3}"/>
                </a:ext>
              </a:extLst>
            </p:cNvPr>
            <p:cNvSpPr txBox="1"/>
            <p:nvPr/>
          </p:nvSpPr>
          <p:spPr>
            <a:xfrm>
              <a:off x="5333604" y="5554208"/>
              <a:ext cx="885179" cy="7228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0</a:t>
              </a:r>
              <a:br>
                <a:rPr 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</a:br>
              <a:endPara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A746104-15C0-3119-7301-6BB1F5977D0F}"/>
                </a:ext>
              </a:extLst>
            </p:cNvPr>
            <p:cNvSpPr txBox="1"/>
            <p:nvPr/>
          </p:nvSpPr>
          <p:spPr>
            <a:xfrm>
              <a:off x="10252493" y="5557253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*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6D40AD0-8CF9-8E90-C719-910539F98194}"/>
              </a:ext>
            </a:extLst>
          </p:cNvPr>
          <p:cNvGrpSpPr/>
          <p:nvPr/>
        </p:nvGrpSpPr>
        <p:grpSpPr>
          <a:xfrm>
            <a:off x="1787156" y="2775110"/>
            <a:ext cx="5973621" cy="909286"/>
            <a:chOff x="1787156" y="2775110"/>
            <a:chExt cx="5973621" cy="909286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F4C2174-7449-F08D-B06C-EF03D53822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7156" y="3668951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>
              <a:extLst>
                <a:ext uri="{FF2B5EF4-FFF2-40B4-BE49-F238E27FC236}">
                  <a16:creationId xmlns:a16="http://schemas.microsoft.com/office/drawing/2014/main" id="{2EB8EC82-D3D4-B54A-A803-C35FB79F2D2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45332" y="3061307"/>
              <a:ext cx="703576" cy="542602"/>
            </a:xfrm>
            <a:prstGeom prst="bentConnector3">
              <a:avLst>
                <a:gd name="adj1" fmla="val 100542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0BE8385-4E93-1840-DD5F-305E09FE5FA8}"/>
                </a:ext>
              </a:extLst>
            </p:cNvPr>
            <p:cNvGrpSpPr/>
            <p:nvPr/>
          </p:nvGrpSpPr>
          <p:grpSpPr>
            <a:xfrm>
              <a:off x="1925819" y="2775110"/>
              <a:ext cx="5834958" cy="733940"/>
              <a:chOff x="1910968" y="2760283"/>
              <a:chExt cx="5834958" cy="733940"/>
            </a:xfrm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grpSpPr>
          <p:cxnSp>
            <p:nvCxnSpPr>
              <p:cNvPr id="50" name="Elbow Connector 49">
                <a:extLst>
                  <a:ext uri="{FF2B5EF4-FFF2-40B4-BE49-F238E27FC236}">
                    <a16:creationId xmlns:a16="http://schemas.microsoft.com/office/drawing/2014/main" id="{04320822-8AFA-2B2C-BC0A-0DE373F5F738}"/>
                  </a:ext>
                </a:extLst>
              </p:cNvPr>
              <p:cNvCxnSpPr/>
              <p:nvPr/>
            </p:nvCxnSpPr>
            <p:spPr>
              <a:xfrm flipV="1">
                <a:off x="1910968" y="2769647"/>
                <a:ext cx="1658892" cy="436843"/>
              </a:xfrm>
              <a:prstGeom prst="bentConnector4">
                <a:avLst>
                  <a:gd name="adj1" fmla="val 100039"/>
                  <a:gd name="adj2" fmla="val 45344"/>
                </a:avLst>
              </a:prstGeom>
              <a:ln w="57150">
                <a:solidFill>
                  <a:schemeClr val="accent2"/>
                </a:solidFill>
                <a:headEnd type="oval" w="sm" len="sm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BE49BCD0-D3C6-079D-C6ED-F28F3483A0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699" y="2760283"/>
                <a:ext cx="4023360" cy="0"/>
              </a:xfrm>
              <a:prstGeom prst="line">
                <a:avLst/>
              </a:prstGeom>
              <a:ln w="57150">
                <a:solidFill>
                  <a:schemeClr val="accent2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Elbow Connector 51">
                <a:extLst>
                  <a:ext uri="{FF2B5EF4-FFF2-40B4-BE49-F238E27FC236}">
                    <a16:creationId xmlns:a16="http://schemas.microsoft.com/office/drawing/2014/main" id="{0867E3C7-B14D-B172-05FC-DC7DE149CF2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285314" y="3033611"/>
                <a:ext cx="733939" cy="187285"/>
              </a:xfrm>
              <a:prstGeom prst="bentConnector3">
                <a:avLst>
                  <a:gd name="adj1" fmla="val 99835"/>
                </a:avLst>
              </a:prstGeom>
              <a:ln w="57150">
                <a:solidFill>
                  <a:schemeClr val="accent2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BD5EFBB-E496-827C-9AC0-D2AF7E732BEB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  <a:effectLst>
            <a:glow rad="101600">
              <a:srgbClr val="011223">
                <a:alpha val="68169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apezoid 13">
            <a:extLst>
              <a:ext uri="{FF2B5EF4-FFF2-40B4-BE49-F238E27FC236}">
                <a16:creationId xmlns:a16="http://schemas.microsoft.com/office/drawing/2014/main" id="{E658D978-BAD3-4BD5-2FD0-D7182E1031A4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36392030-EA82-C88E-90DF-CBF49703AB6B}"/>
              </a:ext>
            </a:extLst>
          </p:cNvPr>
          <p:cNvGrpSpPr/>
          <p:nvPr/>
        </p:nvGrpSpPr>
        <p:grpSpPr>
          <a:xfrm>
            <a:off x="7685590" y="4427042"/>
            <a:ext cx="599285" cy="120728"/>
            <a:chOff x="7685590" y="4427042"/>
            <a:chExt cx="599285" cy="120728"/>
          </a:xfrm>
        </p:grpSpPr>
        <p:cxnSp>
          <p:nvCxnSpPr>
            <p:cNvPr id="463" name="Straight Arrow Connector 462">
              <a:extLst>
                <a:ext uri="{FF2B5EF4-FFF2-40B4-BE49-F238E27FC236}">
                  <a16:creationId xmlns:a16="http://schemas.microsoft.com/office/drawing/2014/main" id="{2C5D61B0-7677-0E44-1F79-976450145C51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4427042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E4416A96-76FF-972F-950F-9D2A884B42DC}"/>
                </a:ext>
              </a:extLst>
            </p:cNvPr>
            <p:cNvSpPr/>
            <p:nvPr/>
          </p:nvSpPr>
          <p:spPr>
            <a:xfrm>
              <a:off x="7685590" y="4433105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466F36F4-3FF4-58E1-1DA7-5EA5EFED4F88}"/>
              </a:ext>
            </a:extLst>
          </p:cNvPr>
          <p:cNvGrpSpPr/>
          <p:nvPr/>
        </p:nvGrpSpPr>
        <p:grpSpPr>
          <a:xfrm>
            <a:off x="7709119" y="3492839"/>
            <a:ext cx="585916" cy="180461"/>
            <a:chOff x="7709119" y="3492839"/>
            <a:chExt cx="585916" cy="180461"/>
          </a:xfrm>
        </p:grpSpPr>
        <p:cxnSp>
          <p:nvCxnSpPr>
            <p:cNvPr id="473" name="Straight Arrow Connector 472">
              <a:extLst>
                <a:ext uri="{FF2B5EF4-FFF2-40B4-BE49-F238E27FC236}">
                  <a16:creationId xmlns:a16="http://schemas.microsoft.com/office/drawing/2014/main" id="{A59FEDAA-9EE9-8162-8EF1-BBE8B0C4CD73}"/>
                </a:ext>
              </a:extLst>
            </p:cNvPr>
            <p:cNvCxnSpPr>
              <a:cxnSpLocks/>
            </p:cNvCxnSpPr>
            <p:nvPr/>
          </p:nvCxnSpPr>
          <p:spPr>
            <a:xfrm>
              <a:off x="7993283" y="367181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0EC06E34-742B-5D67-08F3-B71BE8DA462C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3" name="TextBox 482">
            <a:extLst>
              <a:ext uri="{FF2B5EF4-FFF2-40B4-BE49-F238E27FC236}">
                <a16:creationId xmlns:a16="http://schemas.microsoft.com/office/drawing/2014/main" id="{E0068A79-9A9B-2669-1193-1B738208C33D}"/>
              </a:ext>
            </a:extLst>
          </p:cNvPr>
          <p:cNvSpPr txBox="1"/>
          <p:nvPr/>
        </p:nvSpPr>
        <p:spPr>
          <a:xfrm>
            <a:off x="5358478" y="1019804"/>
            <a:ext cx="4748193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branch from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R[rs1]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 and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R[rs2]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; feed to </a:t>
            </a:r>
            <a:r>
              <a:rPr lang="en-US" sz="1800" dirty="0">
                <a:solidFill>
                  <a:schemeClr val="accent3"/>
                </a:solidFill>
                <a:latin typeface="18 VAG Rounded Light   02390" pitchFamily="2" charset="0"/>
              </a:rPr>
              <a:t>Control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</a:p>
          <a:p>
            <a:pPr marL="285750" indent="-285750">
              <a:lnSpc>
                <a:spcPct val="95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Compute </a:t>
            </a:r>
            <a:r>
              <a:rPr lang="en-US" sz="18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18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1800" dirty="0">
                <a:solidFill>
                  <a:schemeClr val="accent1"/>
                </a:solidFill>
                <a:latin typeface="18 VAG Rounded Light   02390" pitchFamily="2" charset="0"/>
              </a:rPr>
              <a:t>.</a:t>
            </a:r>
            <a:endParaRPr lang="en-US" sz="1800" b="1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F5C5CF0E-36EC-AD5E-71FE-98BCEC4A988A}"/>
              </a:ext>
            </a:extLst>
          </p:cNvPr>
          <p:cNvCxnSpPr>
            <a:cxnSpLocks/>
          </p:cNvCxnSpPr>
          <p:nvPr/>
        </p:nvCxnSpPr>
        <p:spPr>
          <a:xfrm flipV="1">
            <a:off x="6261052" y="4187510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5982D0C2-14E9-2D93-9124-14906EA9CC1E}"/>
              </a:ext>
            </a:extLst>
          </p:cNvPr>
          <p:cNvGrpSpPr/>
          <p:nvPr/>
        </p:nvGrpSpPr>
        <p:grpSpPr>
          <a:xfrm>
            <a:off x="6246033" y="3676635"/>
            <a:ext cx="380779" cy="510875"/>
            <a:chOff x="6246033" y="3676635"/>
            <a:chExt cx="380779" cy="510875"/>
          </a:xfrm>
        </p:grpSpPr>
        <p:cxnSp>
          <p:nvCxnSpPr>
            <p:cNvPr id="393" name="Straight Arrow Connector 392">
              <a:extLst>
                <a:ext uri="{FF2B5EF4-FFF2-40B4-BE49-F238E27FC236}">
                  <a16:creationId xmlns:a16="http://schemas.microsoft.com/office/drawing/2014/main" id="{5EDEE83A-BE2E-A0B6-3433-C184D782F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033" y="3676635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Arrow Connector 487">
              <a:extLst>
                <a:ext uri="{FF2B5EF4-FFF2-40B4-BE49-F238E27FC236}">
                  <a16:creationId xmlns:a16="http://schemas.microsoft.com/office/drawing/2014/main" id="{C175F18A-B96F-E6FC-7571-247B2D18A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CFF8DAA5-A57B-696B-E01D-3207D54C6AAD}"/>
              </a:ext>
            </a:extLst>
          </p:cNvPr>
          <p:cNvGrpSpPr/>
          <p:nvPr/>
        </p:nvGrpSpPr>
        <p:grpSpPr>
          <a:xfrm>
            <a:off x="6985475" y="4385007"/>
            <a:ext cx="212988" cy="1184173"/>
            <a:chOff x="6985475" y="4375863"/>
            <a:chExt cx="212988" cy="1184173"/>
          </a:xfrm>
        </p:grpSpPr>
        <p:cxnSp>
          <p:nvCxnSpPr>
            <p:cNvPr id="490" name="Straight Arrow Connector 489">
              <a:extLst>
                <a:ext uri="{FF2B5EF4-FFF2-40B4-BE49-F238E27FC236}">
                  <a16:creationId xmlns:a16="http://schemas.microsoft.com/office/drawing/2014/main" id="{BABD0D50-CA91-0C7D-802F-67B5720E892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75" y="4375863"/>
              <a:ext cx="0" cy="1184173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Arrow Connector 490">
              <a:extLst>
                <a:ext uri="{FF2B5EF4-FFF2-40B4-BE49-F238E27FC236}">
                  <a16:creationId xmlns:a16="http://schemas.microsoft.com/office/drawing/2014/main" id="{B7CCD1AA-717A-37A1-E610-4BACC18156E2}"/>
                </a:ext>
              </a:extLst>
            </p:cNvPr>
            <p:cNvCxnSpPr>
              <a:cxnSpLocks/>
            </p:cNvCxnSpPr>
            <p:nvPr/>
          </p:nvCxnSpPr>
          <p:spPr>
            <a:xfrm>
              <a:off x="7198463" y="4386110"/>
              <a:ext cx="0" cy="1173926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3" name="Straight Arrow Connector 492">
            <a:extLst>
              <a:ext uri="{FF2B5EF4-FFF2-40B4-BE49-F238E27FC236}">
                <a16:creationId xmlns:a16="http://schemas.microsoft.com/office/drawing/2014/main" id="{A1DD14A9-D6F2-C6F3-C243-1DC23CFD0B07}"/>
              </a:ext>
            </a:extLst>
          </p:cNvPr>
          <p:cNvCxnSpPr>
            <a:cxnSpLocks/>
          </p:cNvCxnSpPr>
          <p:nvPr/>
        </p:nvCxnSpPr>
        <p:spPr>
          <a:xfrm>
            <a:off x="8929306" y="3376628"/>
            <a:ext cx="1620072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5ED7DF2-328C-421F-4451-13742FFDACB1}"/>
              </a:ext>
            </a:extLst>
          </p:cNvPr>
          <p:cNvGrpSpPr/>
          <p:nvPr/>
        </p:nvGrpSpPr>
        <p:grpSpPr>
          <a:xfrm>
            <a:off x="657147" y="2246540"/>
            <a:ext cx="2712208" cy="1271016"/>
            <a:chOff x="657147" y="2246540"/>
            <a:chExt cx="2712208" cy="1271016"/>
          </a:xfrm>
        </p:grpSpPr>
        <p:cxnSp>
          <p:nvCxnSpPr>
            <p:cNvPr id="498" name="Elbow Connector 497">
              <a:extLst>
                <a:ext uri="{FF2B5EF4-FFF2-40B4-BE49-F238E27FC236}">
                  <a16:creationId xmlns:a16="http://schemas.microsoft.com/office/drawing/2014/main" id="{F7741B6C-0378-C4B4-15ED-046A1C2FA25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990330" y="2398736"/>
              <a:ext cx="511818" cy="230004"/>
            </a:xfrm>
            <a:prstGeom prst="bentConnector3">
              <a:avLst>
                <a:gd name="adj1" fmla="val 3549"/>
              </a:avLst>
            </a:prstGeom>
            <a:ln w="57150">
              <a:solidFill>
                <a:schemeClr val="accent2"/>
              </a:solidFill>
              <a:tailEnd type="non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9F34C300-3471-451B-4421-94EBAC11AF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731" y="2257828"/>
              <a:ext cx="2706624" cy="1985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Arrow Connector 499">
              <a:extLst>
                <a:ext uri="{FF2B5EF4-FFF2-40B4-BE49-F238E27FC236}">
                  <a16:creationId xmlns:a16="http://schemas.microsoft.com/office/drawing/2014/main" id="{BF1D7B3D-1E52-53BB-A431-45BD5E78A9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147" y="3500396"/>
              <a:ext cx="274320" cy="2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28051353-0510-CD23-A8D0-3DD7959DBEA8}"/>
                </a:ext>
              </a:extLst>
            </p:cNvPr>
            <p:cNvCxnSpPr/>
            <p:nvPr/>
          </p:nvCxnSpPr>
          <p:spPr>
            <a:xfrm flipH="1">
              <a:off x="662731" y="2246540"/>
              <a:ext cx="0" cy="1271016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FC579E50-2130-81AF-0943-945E49B3AC07}"/>
              </a:ext>
            </a:extLst>
          </p:cNvPr>
          <p:cNvGrpSpPr/>
          <p:nvPr/>
        </p:nvGrpSpPr>
        <p:grpSpPr>
          <a:xfrm>
            <a:off x="431899" y="2125749"/>
            <a:ext cx="8482220" cy="1848344"/>
            <a:chOff x="437942" y="2119597"/>
            <a:chExt cx="8482220" cy="1848344"/>
          </a:xfrm>
        </p:grpSpPr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67639EA8-3E0E-7445-0916-16A025183FF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37942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57150">
              <a:solidFill>
                <a:schemeClr val="accent1"/>
              </a:solidFill>
              <a:headEnd type="oval" w="sm" len="sm"/>
              <a:tailEnd type="none" w="med" len="med"/>
            </a:ln>
            <a:effectLst>
              <a:glow rad="63500">
                <a:srgbClr val="011223">
                  <a:alpha val="5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Elbow Connector 505">
              <a:extLst>
                <a:ext uri="{FF2B5EF4-FFF2-40B4-BE49-F238E27FC236}">
                  <a16:creationId xmlns:a16="http://schemas.microsoft.com/office/drawing/2014/main" id="{6C31D2FF-F9FA-2A91-EB49-3F205275546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8" name="TextBox 507">
            <a:extLst>
              <a:ext uri="{FF2B5EF4-FFF2-40B4-BE49-F238E27FC236}">
                <a16:creationId xmlns:a16="http://schemas.microsoft.com/office/drawing/2014/main" id="{DA1E9B54-33A3-3F5F-8628-7D924F4D2628}"/>
              </a:ext>
            </a:extLst>
          </p:cNvPr>
          <p:cNvSpPr txBox="1"/>
          <p:nvPr/>
        </p:nvSpPr>
        <p:spPr>
          <a:xfrm>
            <a:off x="10575658" y="1451051"/>
            <a:ext cx="1499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registers.</a:t>
            </a: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A88B70F9-EC46-2F2F-444C-B88B613FC61B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A780C3CF-2C8D-D0A8-D6A0-D00FB03E222A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4E4C2BE-C1A7-9A4C-FADE-50BA50318C26}"/>
              </a:ext>
            </a:extLst>
          </p:cNvPr>
          <p:cNvGrpSpPr/>
          <p:nvPr/>
        </p:nvGrpSpPr>
        <p:grpSpPr>
          <a:xfrm>
            <a:off x="3062791" y="3676635"/>
            <a:ext cx="4696255" cy="1860875"/>
            <a:chOff x="3062791" y="3676635"/>
            <a:chExt cx="4696255" cy="186087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76E17066-5F42-5C34-447D-C1E188239A16}"/>
                </a:ext>
              </a:extLst>
            </p:cNvPr>
            <p:cNvGrpSpPr/>
            <p:nvPr/>
          </p:nvGrpSpPr>
          <p:grpSpPr>
            <a:xfrm>
              <a:off x="3191225" y="3962068"/>
              <a:ext cx="4567821" cy="1575442"/>
              <a:chOff x="3191225" y="3962068"/>
              <a:chExt cx="4567821" cy="1575442"/>
            </a:xfrm>
          </p:grpSpPr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4F33E96C-7D71-58CE-32B8-B9AD788193E6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DD822F7-E530-5B17-FDFF-50555F32ED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23544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Elbow Connector 136">
                <a:extLst>
                  <a:ext uri="{FF2B5EF4-FFF2-40B4-BE49-F238E27FC236}">
                    <a16:creationId xmlns:a16="http://schemas.microsoft.com/office/drawing/2014/main" id="{14909F7F-EC3F-6758-B0BF-6998C6BCEBD4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22076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4C477D69-DD7D-0875-DABB-24E24CD71F60}"/>
                </a:ext>
              </a:extLst>
            </p:cNvPr>
            <p:cNvGrpSpPr/>
            <p:nvPr/>
          </p:nvGrpSpPr>
          <p:grpSpPr>
            <a:xfrm>
              <a:off x="3062791" y="3676635"/>
              <a:ext cx="1764997" cy="273167"/>
              <a:chOff x="3062789" y="3676635"/>
              <a:chExt cx="1777734" cy="273167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1A315B2E-9A57-9AEB-5920-64B528D54E4B}"/>
                  </a:ext>
                </a:extLst>
              </p:cNvPr>
              <p:cNvGrpSpPr/>
              <p:nvPr/>
            </p:nvGrpSpPr>
            <p:grpSpPr>
              <a:xfrm>
                <a:off x="3062789" y="3676635"/>
                <a:ext cx="1774643" cy="273167"/>
                <a:chOff x="3062789" y="3676635"/>
                <a:chExt cx="1774643" cy="273167"/>
              </a:xfrm>
            </p:grpSpPr>
            <p:cxnSp>
              <p:nvCxnSpPr>
                <p:cNvPr id="133" name="Elbow Connector 132">
                  <a:extLst>
                    <a:ext uri="{FF2B5EF4-FFF2-40B4-BE49-F238E27FC236}">
                      <a16:creationId xmlns:a16="http://schemas.microsoft.com/office/drawing/2014/main" id="{7C5E84C4-D3F9-1B2D-DAB7-B679402E7F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62789" y="3676635"/>
                  <a:ext cx="594465" cy="273167"/>
                </a:xfrm>
                <a:prstGeom prst="bentConnector3">
                  <a:avLst>
                    <a:gd name="adj1" fmla="val 50000"/>
                  </a:avLst>
                </a:prstGeom>
                <a:ln w="57150">
                  <a:solidFill>
                    <a:schemeClr val="accent5"/>
                  </a:solidFill>
                  <a:headEnd w="sm" len="sm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Arrow Connector 133">
                  <a:extLst>
                    <a:ext uri="{FF2B5EF4-FFF2-40B4-BE49-F238E27FC236}">
                      <a16:creationId xmlns:a16="http://schemas.microsoft.com/office/drawing/2014/main" id="{87ED6966-39F4-146A-93EF-4542E75C40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73043" y="3685038"/>
                  <a:ext cx="1464389" cy="0"/>
                </a:xfrm>
                <a:prstGeom prst="straightConnector1">
                  <a:avLst/>
                </a:prstGeom>
                <a:ln w="57150">
                  <a:solidFill>
                    <a:schemeClr val="accent5"/>
                  </a:solidFill>
                  <a:headEnd type="oval" w="sm" len="sm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9AF49F0E-F011-38DA-ABBF-5E220B441C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6135" y="3945891"/>
                <a:ext cx="14643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D778893D-558E-5435-3EF4-A8979CEBE69F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199849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25006</TotalTime>
  <Words>1207</Words>
  <Application>Microsoft Macintosh PowerPoint</Application>
  <PresentationFormat>Widescreen</PresentationFormat>
  <Paragraphs>587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8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Lighting the Branch Datapath (8/8)</vt:lpstr>
      <vt:lpstr>Lighting the Branch Datapath (1/8)</vt:lpstr>
      <vt:lpstr>Lighting the Branch Datapath (2/8)</vt:lpstr>
      <vt:lpstr>Lighting the Branch Datapath (3/8)</vt:lpstr>
      <vt:lpstr>Lighting the Branch Datapath (4/8)</vt:lpstr>
      <vt:lpstr>Lighting the Branch Datapath (5/8)</vt:lpstr>
      <vt:lpstr>Lighting the Branch Datapath (6/8)</vt:lpstr>
      <vt:lpstr>Lighting the Branch Datapath (7/8)</vt:lpstr>
      <vt:lpstr>Lighting the Branch Datapath (8/8)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905</cp:revision>
  <cp:lastPrinted>2022-09-30T17:03:13Z</cp:lastPrinted>
  <dcterms:created xsi:type="dcterms:W3CDTF">2022-09-05T20:39:51Z</dcterms:created>
  <dcterms:modified xsi:type="dcterms:W3CDTF">2026-03-26T00:25:47Z</dcterms:modified>
</cp:coreProperties>
</file>