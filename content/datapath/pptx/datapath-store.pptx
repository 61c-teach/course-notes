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  <p:sldMasterId id="2147483709" r:id="rId2"/>
  </p:sldMasterIdLst>
  <p:notesMasterIdLst>
    <p:notesMasterId r:id="rId10"/>
  </p:notesMasterIdLst>
  <p:sldIdLst>
    <p:sldId id="1413" r:id="rId3"/>
    <p:sldId id="1415" r:id="rId4"/>
    <p:sldId id="1416" r:id="rId5"/>
    <p:sldId id="1417" r:id="rId6"/>
    <p:sldId id="1420" r:id="rId7"/>
    <p:sldId id="1418" r:id="rId8"/>
    <p:sldId id="1419" r:id="rId9"/>
  </p:sldIdLst>
  <p:sldSz cx="12192000" cy="685800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223"/>
    <a:srgbClr val="00264A"/>
    <a:srgbClr val="00152A"/>
    <a:srgbClr val="002548"/>
    <a:srgbClr val="4991B2"/>
    <a:srgbClr val="000000"/>
    <a:srgbClr val="032141"/>
    <a:srgbClr val="D9E1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025"/>
    <p:restoredTop sz="94304"/>
  </p:normalViewPr>
  <p:slideViewPr>
    <p:cSldViewPr snapToGrid="0">
      <p:cViewPr varScale="1">
        <p:scale>
          <a:sx n="112" d="100"/>
          <a:sy n="112" d="100"/>
        </p:scale>
        <p:origin x="23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79AFB-556A-7647-8681-E8CCC214AEB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562F5-9C85-F843-B903-B3B42F5C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7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80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63786-35B8-7B10-BF10-A84950603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DD1CF-0E7D-444D-D00D-551B25C42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F9106-3DBC-BBE9-90FD-E3643D38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D12B3-AD9C-7685-054B-1B31AE34E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99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03AB9-70C8-7E76-A323-B041AE7A5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585B4-3AC2-CECF-3893-BA64E51914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3579F-3275-D1FE-262F-64F75AB60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50AA8-3383-8391-7AFA-CA95642602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264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DE32E-BF74-E9FD-F9F2-31E3AA911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C53BE-0469-A880-3137-38E7B32D2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A5591E-FED8-62E5-7FEF-2FFDE0363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71C37-BF23-24BB-8A2C-BFCBAAA7E5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96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6D4A1-A887-0F71-B3A1-E6B881C86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7863FA-E6B1-3E55-DA2E-3573FD530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20A897-F4D0-4456-0D36-72B819CE9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C9009-B90B-45F7-6B44-C2DA1FE1F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130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EB104-C1FF-611D-073A-50CC8B7FF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ECDDA-445B-AAF5-19E8-CA4E6CCD7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8C465-492E-3F1A-DB71-E8A69627F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D3218-75B5-80C2-EEA5-F28218C5C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143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72D54-E935-FB81-68BF-E4B627AFD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2FA489-A11C-4941-E6BF-D5A918844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F91E5-6FE6-D725-D280-2A809BC09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72BAD-5CE3-EFF8-5D61-B16F052A6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8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2.tiff"/><Relationship Id="rId4" Type="http://schemas.openxmlformats.org/officeDocument/2006/relationships/image" Target="../media/image9.jp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tiff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emf"/><Relationship Id="rId5" Type="http://schemas.openxmlformats.org/officeDocument/2006/relationships/image" Target="../media/image2.tiff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04D8-8C6A-A1BE-E710-691D034BA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B3F4E-7F7A-7010-DF2B-2B5FC40C0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3635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185DB5B-BEBF-6B87-32BE-E3D2FAA3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021" y="4561558"/>
            <a:ext cx="7789961" cy="761999"/>
          </a:xfrm>
          <a:prstGeom prst="rect">
            <a:avLst/>
          </a:prstGeom>
        </p:spPr>
        <p:txBody>
          <a:bodyPr/>
          <a:lstStyle>
            <a:lvl1pPr algn="ctr">
              <a:defRPr sz="42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D695780-6F13-8D58-9C18-35AACFB35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405076"/>
            <a:ext cx="6908800" cy="163284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>
                    <a:alpha val="99000"/>
                  </a:srgbClr>
                </a:solidFill>
                <a:effectLst/>
                <a:latin typeface="18 VAG Rounded Bold   07390" charset="0"/>
              </a:rPr>
              <a:t>CS61C</a:t>
            </a:r>
            <a:endParaRPr lang="en-US" sz="6400" b="1" dirty="0">
              <a:solidFill>
                <a:srgbClr val="4991B1">
                  <a:alpha val="99000"/>
                </a:srgbClr>
              </a:solidFill>
              <a:latin typeface="18 VAG Rounded Bold   07390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62D69298-76B5-35A4-3319-24FFE4F5C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1859824"/>
            <a:ext cx="6908800" cy="15405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in</a:t>
            </a:r>
            <a:b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</a:b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bg2">
                    <a:alpha val="99000"/>
                  </a:schemeClr>
                </a:solidFill>
                <a:latin typeface="18 VAG Rounded Thin   55390" pitchFamily="2" charset="0"/>
              </a:rPr>
              <a:t>(a.k.a. Machine Structures)</a:t>
            </a:r>
            <a:endParaRPr lang="en-US" sz="3833" b="1" dirty="0">
              <a:solidFill>
                <a:schemeClr val="bg2">
                  <a:alpha val="99000"/>
                </a:schemeClr>
              </a:solidFill>
              <a:latin typeface="18 VAG Rounded Bold   07390" charset="0"/>
            </a:endParaRPr>
          </a:p>
        </p:txBody>
      </p:sp>
      <p:pic>
        <p:nvPicPr>
          <p:cNvPr id="16" name="Google Shape;23;p49">
            <a:extLst>
              <a:ext uri="{FF2B5EF4-FFF2-40B4-BE49-F238E27FC236}">
                <a16:creationId xmlns:a16="http://schemas.microsoft.com/office/drawing/2014/main" id="{34967360-50B3-A7B0-0715-41A94158E827}"/>
              </a:ext>
            </a:extLst>
          </p:cNvPr>
          <p:cNvPicPr preferRelativeResize="0"/>
          <p:nvPr/>
        </p:nvPicPr>
        <p:blipFill>
          <a:blip r:embed="rId2"/>
          <a:srcRect l="481" r="481"/>
          <a:stretch/>
        </p:blipFill>
        <p:spPr>
          <a:xfrm>
            <a:off x="8888173" y="410681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ECC42E-4CE3-4707-674B-71A0975151E3}"/>
              </a:ext>
            </a:extLst>
          </p:cNvPr>
          <p:cNvSpPr txBox="1"/>
          <p:nvPr/>
        </p:nvSpPr>
        <p:spPr>
          <a:xfrm>
            <a:off x="8410205" y="2493787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Assistant Teaching Professor</a:t>
            </a:r>
            <a:b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Lisa Yan</a:t>
            </a:r>
          </a:p>
        </p:txBody>
      </p:sp>
      <p:sp>
        <p:nvSpPr>
          <p:cNvPr id="19" name="Google Shape;24;p49">
            <a:extLst>
              <a:ext uri="{FF2B5EF4-FFF2-40B4-BE49-F238E27FC236}">
                <a16:creationId xmlns:a16="http://schemas.microsoft.com/office/drawing/2014/main" id="{55D34F2F-A07D-B6C8-15A2-8BEA5F388780}"/>
              </a:ext>
            </a:extLst>
          </p:cNvPr>
          <p:cNvSpPr/>
          <p:nvPr/>
        </p:nvSpPr>
        <p:spPr>
          <a:xfrm>
            <a:off x="3822337" y="6370191"/>
            <a:ext cx="4547326" cy="492388"/>
          </a:xfrm>
          <a:prstGeom prst="rect">
            <a:avLst/>
          </a:prstGeom>
          <a:gradFill>
            <a:gsLst>
              <a:gs pos="0">
                <a:srgbClr val="002A52"/>
              </a:gs>
              <a:gs pos="100000">
                <a:srgbClr val="003262"/>
              </a:gs>
            </a:gsLst>
            <a:lin ang="5400000" scaled="0"/>
          </a:gra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1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cs61c.org</a:t>
            </a:r>
            <a:r>
              <a:rPr lang="en-US"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1199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19;p49">
            <a:extLst>
              <a:ext uri="{FF2B5EF4-FFF2-40B4-BE49-F238E27FC236}">
                <a16:creationId xmlns:a16="http://schemas.microsoft.com/office/drawing/2014/main" id="{6FB1CB93-C34B-732D-69A5-FDC99B477111}"/>
              </a:ext>
            </a:extLst>
          </p:cNvPr>
          <p:cNvSpPr/>
          <p:nvPr/>
        </p:nvSpPr>
        <p:spPr>
          <a:xfrm>
            <a:off x="3108960" y="5135309"/>
            <a:ext cx="5974080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5432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540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8D4BA-5CFB-7F64-C19D-CFBCDCDDF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475" y="909321"/>
            <a:ext cx="5998909" cy="5364480"/>
          </a:xfrm>
        </p:spPr>
        <p:txBody>
          <a:bodyPr anchor="ctr">
            <a:normAutofit/>
          </a:bodyPr>
          <a:lstStyle>
            <a:lvl1pPr marL="609585" indent="-531271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3600" b="0" i="0">
                <a:solidFill>
                  <a:schemeClr val="bg1"/>
                </a:solidFill>
                <a:latin typeface="18 VAG Rounded Light   02390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CEBC6-3272-877B-6FC0-88185C9300D1}"/>
              </a:ext>
            </a:extLst>
          </p:cNvPr>
          <p:cNvSpPr/>
          <p:nvPr/>
        </p:nvSpPr>
        <p:spPr>
          <a:xfrm>
            <a:off x="0" y="908051"/>
            <a:ext cx="5514021" cy="5365751"/>
          </a:xfrm>
          <a:prstGeom prst="rect">
            <a:avLst/>
          </a:prstGeom>
          <a:gradFill>
            <a:gsLst>
              <a:gs pos="0">
                <a:schemeClr val="tx1">
                  <a:alpha val="15000"/>
                </a:schemeClr>
              </a:gs>
              <a:gs pos="100000">
                <a:srgbClr val="3A7EA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latin typeface="18 VAG Rounded Light   0239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C5CA34-43CE-D2B0-CA59-D41610FD01AD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A31750-A405-1B89-FEC0-D5EA9AD8CE8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6AF6151-774C-D88A-F797-71D61040C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37" y="886850"/>
            <a:ext cx="5181600" cy="536575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78315" indent="0">
              <a:tabLst/>
              <a:defRPr sz="58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Google Shape;19;p49">
            <a:extLst>
              <a:ext uri="{FF2B5EF4-FFF2-40B4-BE49-F238E27FC236}">
                <a16:creationId xmlns:a16="http://schemas.microsoft.com/office/drawing/2014/main" id="{EE6D3610-51E7-072A-C443-EB48D2CE05B3}"/>
              </a:ext>
            </a:extLst>
          </p:cNvPr>
          <p:cNvSpPr/>
          <p:nvPr/>
        </p:nvSpPr>
        <p:spPr>
          <a:xfrm>
            <a:off x="330438" y="5084098"/>
            <a:ext cx="4740068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0292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3AF8-3354-C1AF-87B5-7D4A7143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D4C7F-8368-7F6B-D89B-1288477CF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8413" y="916710"/>
            <a:ext cx="5303520" cy="5260254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06F8F-A65B-D532-67B0-48E3513EB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33316"/>
            <a:ext cx="5394960" cy="5243648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77D10F-3A40-C609-3618-CF470B0B02F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7E0520-96D2-C5AA-6269-0C246918494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54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1067-BA44-3904-7E43-138A62BA9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714379-5477-4D73-C7EF-823FDEF5649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6669C0-8787-EED5-07F5-111A4D70AA8F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11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12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A3CF7-6031-BD55-66FF-DEF78D03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465" y="2306249"/>
            <a:ext cx="8137073" cy="2245505"/>
          </a:xfrm>
        </p:spPr>
        <p:txBody>
          <a:bodyPr>
            <a:noAutofit/>
          </a:bodyPr>
          <a:lstStyle>
            <a:lvl1pPr algn="ctr">
              <a:defRPr sz="8533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3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75D6C36-AF3C-3D5D-85D0-B0BCB39B2FA3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656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BD31BE-11B0-12C9-4F44-86656D6D03F8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29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9E1F49-FF31-2B00-2304-6BCA27806331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6AFDBD-60BE-5483-0C26-669A37732B99}"/>
              </a:ext>
            </a:extLst>
          </p:cNvPr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913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032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8B2A-FB40-E32F-5166-4622746C4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CBE5D-916B-9810-03A4-1958ED6BB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595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CE9ED49C-E0F6-3E47-BD59-EA863495A6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1F4736C-1B40-EF40-A4E6-C67F6BA9BB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BBAC4D5-0EE4-FD4C-8CC9-387D71F8E638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rgbClr val="E4DDD2"/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rgbClr val="E4DDD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8CC368-03BC-234A-917E-B8B2D87214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6AA3AF-E757-5D40-AF18-590283A894E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03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solidFill>
                  <a:srgbClr val="00BEE2"/>
                </a:solidFill>
                <a:latin typeface="VAG Rundschrift D Light" pitchFamily="2" charset="77"/>
              </a:defRPr>
            </a:lvl3pPr>
            <a:lvl4pPr marL="1685519" indent="-457189">
              <a:buClr>
                <a:srgbClr val="FFC117"/>
              </a:buClr>
              <a:buFont typeface="Arial" panose="020B0604020202020204" pitchFamily="34" charset="0"/>
              <a:buChar char="•"/>
              <a:defRPr sz="2400" b="0" i="0">
                <a:solidFill>
                  <a:srgbClr val="FFC117"/>
                </a:solidFill>
                <a:latin typeface="VAG Rundschrift D Light" pitchFamily="2" charset="77"/>
              </a:defRPr>
            </a:lvl4pPr>
            <a:lvl5pPr>
              <a:buClr>
                <a:srgbClr val="E4DDD2"/>
              </a:buClr>
              <a:defRPr b="0" i="0">
                <a:solidFill>
                  <a:srgbClr val="E4DDD2"/>
                </a:solidFill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8896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2677E839-A4BD-EF4E-B7C9-4C82DFEEEF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928127"/>
            <a:ext cx="3937000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33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928127"/>
            <a:ext cx="4000501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D9E74F-8295-8546-AB63-B09A36C3C5C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78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10502901" cy="5365751"/>
          </a:xfrm>
        </p:spPr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latin typeface="VAG Rundschrift D Light" pitchFamily="2" charset="77"/>
              </a:defRPr>
            </a:lvl3pPr>
            <a:lvl4pPr>
              <a:defRPr b="0" i="0">
                <a:latin typeface="VAG Rundschrift D Light" pitchFamily="2" charset="77"/>
              </a:defRPr>
            </a:lvl4pPr>
            <a:lvl5pPr>
              <a:defRPr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9283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E29CF758-356F-D645-A544-8AD2373E33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825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5843" y="901825"/>
            <a:ext cx="4980157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89000"/>
            <a:ext cx="54229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18 VAG Rounded Black   0939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18 VAG Rounded Black   0939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0BEC86-E652-F848-AA3E-EC0AC5D44BB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006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8572501" cy="53657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49531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8ECFEE2E-863C-C649-AF97-D7D700C3C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889000"/>
            <a:ext cx="3937000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9600" y="889000"/>
            <a:ext cx="40005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AFCD5E-49BF-E247-8C97-949C07F042F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417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2DF9A1AA-6E36-A244-B9C8-150E2F1D4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38010211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68AA9D09-0281-BC43-ACED-6D4085FEB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15" name="Picture 14" descr="A picture containing light&#10;&#10;Description automatically generated">
            <a:extLst>
              <a:ext uri="{FF2B5EF4-FFF2-40B4-BE49-F238E27FC236}">
                <a16:creationId xmlns:a16="http://schemas.microsoft.com/office/drawing/2014/main" id="{019910D7-85CB-0247-9141-23A9945206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chemeClr val="bg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A07AA5D-B271-D84F-A242-5CBE7971CF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A36E3C-0B8E-D148-80CC-68FAAB4D55A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6BABD46-61F1-7C48-91F4-12BDB7C8B8CB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FC28AFEE-91A4-6C48-A147-EC214E5A8F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991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  <a:lvl2pPr>
              <a:defRPr>
                <a:latin typeface="VAGRundschriftD" panose="00000500000000000000" pitchFamily="50" charset="0"/>
              </a:defRPr>
            </a:lvl2pPr>
            <a:lvl3pPr>
              <a:defRPr>
                <a:latin typeface="VAGRundschriftD" panose="00000500000000000000" pitchFamily="50" charset="0"/>
              </a:defRPr>
            </a:lvl3pPr>
            <a:lvl4pPr>
              <a:defRPr>
                <a:latin typeface="VAGRundschriftD" panose="00000500000000000000" pitchFamily="50" charset="0"/>
              </a:defRPr>
            </a:lvl4pPr>
            <a:lvl5pPr>
              <a:defRPr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9972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8ED939BA-A982-714F-AC2A-BE41FDE657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picture containing light&#10;&#10;Description automatically generated">
            <a:extLst>
              <a:ext uri="{FF2B5EF4-FFF2-40B4-BE49-F238E27FC236}">
                <a16:creationId xmlns:a16="http://schemas.microsoft.com/office/drawing/2014/main" id="{EC63A20D-21AB-2B40-91E4-4FDA4EB93B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889000"/>
            <a:ext cx="3937000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889000"/>
            <a:ext cx="3971925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C76881-1B14-4D4F-83AB-0BD4F70F885A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1BAD8DF-85B5-244D-B7EE-8DE77A729BC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1068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food&#10;&#10;Description automatically generated">
            <a:extLst>
              <a:ext uri="{FF2B5EF4-FFF2-40B4-BE49-F238E27FC236}">
                <a16:creationId xmlns:a16="http://schemas.microsoft.com/office/drawing/2014/main" id="{6BD88787-61C8-AE47-8735-AE6C83007A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light&#10;&#10;Description automatically generated">
            <a:extLst>
              <a:ext uri="{FF2B5EF4-FFF2-40B4-BE49-F238E27FC236}">
                <a16:creationId xmlns:a16="http://schemas.microsoft.com/office/drawing/2014/main" id="{ADF33AB0-2DBB-E042-B8C0-EC348F7CC1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16543147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food&#10;&#10;Description automatically generated">
            <a:extLst>
              <a:ext uri="{FF2B5EF4-FFF2-40B4-BE49-F238E27FC236}">
                <a16:creationId xmlns:a16="http://schemas.microsoft.com/office/drawing/2014/main" id="{6C194DF9-C0AF-304B-88A9-02036DD406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122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F8288F7D-1E3A-1E47-9FDA-D20C05CD80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  <p:pic>
        <p:nvPicPr>
          <p:cNvPr id="12" name="Picture 11" descr="A picture containing light&#10;&#10;Description automatically generated">
            <a:extLst>
              <a:ext uri="{FF2B5EF4-FFF2-40B4-BE49-F238E27FC236}">
                <a16:creationId xmlns:a16="http://schemas.microsoft.com/office/drawing/2014/main" id="{3F85B7C0-ACB5-AB44-8C40-83F8FCB8A3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13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19392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5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image" Target="../media/image7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2.tiff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0000">
              <a:schemeClr val="tx1"/>
            </a:gs>
            <a:gs pos="100000">
              <a:srgbClr val="00326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>
            <a:extLst>
              <a:ext uri="{FF2B5EF4-FFF2-40B4-BE49-F238E27FC236}">
                <a16:creationId xmlns:a16="http://schemas.microsoft.com/office/drawing/2014/main" id="{07444E4B-B667-204F-6CBC-6541042F7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997" y="76200"/>
            <a:ext cx="10509504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BFD2F-B4A1-0BFE-9946-F9ACEA1C1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413" y="916710"/>
            <a:ext cx="11332079" cy="5287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oogle Shape;13;p48">
            <a:extLst>
              <a:ext uri="{FF2B5EF4-FFF2-40B4-BE49-F238E27FC236}">
                <a16:creationId xmlns:a16="http://schemas.microsoft.com/office/drawing/2014/main" id="{86EC8A50-6ED8-8792-AC2D-624D27BA987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176" y="6362905"/>
            <a:ext cx="1264675" cy="389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6FE450-8072-3EB0-9EC8-CEC906BCB0A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F0B3E7-42CF-CC16-BDE1-F34A834A2E4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6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1" i="0" kern="1200">
          <a:solidFill>
            <a:schemeClr val="bg2">
              <a:alpha val="99099"/>
            </a:schemeClr>
          </a:solidFill>
          <a:latin typeface="18 VAG Rounded Bold   07390" pitchFamily="2" charset="0"/>
          <a:ea typeface="+mj-ea"/>
          <a:cs typeface="+mj-cs"/>
        </a:defRPr>
      </a:lvl1pPr>
    </p:titleStyle>
    <p:bodyStyle>
      <a:lvl1pPr marL="467772" indent="-383108" algn="l" defTabSz="914377" rtl="0" eaLnBrk="1" latinLnBrk="0" hangingPunct="1">
        <a:lnSpc>
          <a:spcPct val="100000"/>
        </a:lnSpc>
        <a:spcBef>
          <a:spcPts val="1000"/>
        </a:spcBef>
        <a:buClrTx/>
        <a:buSzPct val="95000"/>
        <a:buFont typeface="Wingdings" pitchFamily="2" charset="2"/>
        <a:buChar char="§"/>
        <a:tabLst/>
        <a:defRPr sz="3600" b="1" i="0" kern="1200">
          <a:ln>
            <a:noFill/>
          </a:ln>
          <a:solidFill>
            <a:schemeClr val="bg1">
              <a:alpha val="99000"/>
            </a:schemeClr>
          </a:solidFill>
          <a:latin typeface="18 VAG Rounded Bold   07390" pitchFamily="2" charset="0"/>
          <a:ea typeface="+mn-ea"/>
          <a:cs typeface="+mn-cs"/>
        </a:defRPr>
      </a:lvl1pPr>
      <a:lvl2pPr marL="768331" indent="-311143" algn="l" defTabSz="914377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SzPct val="100000"/>
        <a:buFont typeface="Wingdings" pitchFamily="2" charset="2"/>
        <a:buChar char="§"/>
        <a:tabLst/>
        <a:defRPr sz="3200" b="0" i="0" kern="1200">
          <a:solidFill>
            <a:schemeClr val="accent2"/>
          </a:solidFill>
          <a:latin typeface="18 VAG Rounded Light   02390" pitchFamily="2" charset="0"/>
          <a:ea typeface="+mn-ea"/>
          <a:cs typeface="+mn-cs"/>
        </a:defRPr>
      </a:lvl2pPr>
      <a:lvl3pPr marL="1066773" indent="-298443" algn="l" defTabSz="914377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tabLst/>
        <a:defRPr sz="2800" b="0" i="0" kern="1200">
          <a:solidFill>
            <a:schemeClr val="accent1"/>
          </a:solidFill>
          <a:latin typeface="18 VAG Rounded Light   02390" pitchFamily="2" charset="0"/>
          <a:ea typeface="+mn-ea"/>
          <a:cs typeface="+mn-cs"/>
        </a:defRPr>
      </a:lvl3pPr>
      <a:lvl4pPr marL="1449881" indent="-298443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400" b="0" i="0" kern="1200">
          <a:solidFill>
            <a:schemeClr val="accent3"/>
          </a:solidFill>
          <a:latin typeface="18 VAG Rounded Light   02390" pitchFamily="2" charset="0"/>
          <a:ea typeface="+mn-ea"/>
          <a:cs typeface="+mn-cs"/>
        </a:defRPr>
      </a:lvl4pPr>
      <a:lvl5pPr marL="1763140" indent="-226478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000" b="0" i="0" kern="1200">
          <a:solidFill>
            <a:schemeClr val="bg2"/>
          </a:solidFill>
          <a:latin typeface="18 VAG Rounded Light   02390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DD4C6C20-F48B-6B49-86FF-DB6B770C5747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0"/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5"/>
                </a:solidFill>
                <a:latin typeface="VAGRundschriftD" panose="00000500000000000000" pitchFamily="50" charset="0"/>
                <a:ea typeface="+mn-ea"/>
                <a:cs typeface="+mn-cs"/>
              </a:rPr>
              <a:t>RISC-V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cxnSp>
        <p:nvCxnSpPr>
          <p:cNvPr id="13" name="Straight Connector 12"/>
          <p:cNvCxnSpPr>
            <a:cxnSpLocks/>
          </p:cNvCxnSpPr>
          <p:nvPr userDrawn="1"/>
        </p:nvCxnSpPr>
        <p:spPr>
          <a:xfrm>
            <a:off x="1115843" y="888611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48000" y="908050"/>
            <a:ext cx="8572501" cy="5365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0" rIns="130622" bIns="653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1"/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926C7-7ABA-BC4B-B059-3F085BB916B3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73723A-86A7-6746-8062-52657EB054C9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54BFA1-742A-6040-9A02-17161CC49CF5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21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67" kern="1200" spc="-119">
          <a:solidFill>
            <a:srgbClr val="E4DDD2"/>
          </a:solidFill>
          <a:latin typeface="18 VAG Rounded Bold   07390"/>
          <a:ea typeface="ＭＳ Ｐゴシック" charset="-128"/>
          <a:cs typeface="AppleGaramond Bd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5pPr>
      <a:lvl6pPr marL="54424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6pPr>
      <a:lvl7pPr marL="108849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7pPr>
      <a:lvl8pPr marL="163273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8pPr>
      <a:lvl9pPr marL="217698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9pPr>
    </p:titleStyle>
    <p:bodyStyle>
      <a:lvl1pPr marL="489442" indent="-408184" algn="l" rtl="0" eaLnBrk="0" fontAlgn="base" hangingPunct="0">
        <a:spcBef>
          <a:spcPts val="833"/>
        </a:spcBef>
        <a:spcAft>
          <a:spcPct val="0"/>
        </a:spcAft>
        <a:buClr>
          <a:srgbClr val="E4DDD2"/>
        </a:buClr>
        <a:buSzPct val="95000"/>
        <a:buFont typeface="Wingdings" pitchFamily="-1" charset="2"/>
        <a:buChar char=""/>
        <a:defRPr sz="3200" b="0" i="0" kern="1200">
          <a:solidFill>
            <a:schemeClr val="tx1"/>
          </a:solidFill>
          <a:latin typeface="VAG Rundschrift D Light" pitchFamily="2" charset="77"/>
          <a:ea typeface="ＭＳ Ｐゴシック" charset="-128"/>
          <a:cs typeface="VAG Rundschrift D Light" pitchFamily="2" charset="77"/>
        </a:defRPr>
      </a:lvl1pPr>
      <a:lvl2pPr marL="880619" indent="-340153" algn="l" rtl="0" eaLnBrk="0" fontAlgn="base" hangingPunct="0">
        <a:spcBef>
          <a:spcPct val="20000"/>
        </a:spcBef>
        <a:spcAft>
          <a:spcPct val="0"/>
        </a:spcAft>
        <a:buSzPct val="90000"/>
        <a:buFont typeface="Wingdings" pitchFamily="-1" charset="2"/>
        <a:buChar char=""/>
        <a:defRPr sz="2667" b="0" i="0" kern="1200">
          <a:solidFill>
            <a:srgbClr val="C5DBC3"/>
          </a:solidFill>
          <a:latin typeface="VAG Rundschrift D Light" pitchFamily="2" charset="77"/>
          <a:ea typeface="ＭＳ Ｐゴシック" charset="-128"/>
          <a:cs typeface="+mn-cs"/>
        </a:defRPr>
      </a:lvl2pPr>
      <a:lvl3pPr marL="1184868" indent="-272123" algn="l" rtl="0" eaLnBrk="0" fontAlgn="base" hangingPunct="0">
        <a:spcBef>
          <a:spcPct val="20000"/>
        </a:spcBef>
        <a:spcAft>
          <a:spcPct val="0"/>
        </a:spcAft>
        <a:buFont typeface="Wingdings 2" pitchFamily="-1" charset="2"/>
        <a:buChar char=""/>
        <a:defRPr sz="2667" b="0" i="0" kern="1200">
          <a:solidFill>
            <a:srgbClr val="00BEE2"/>
          </a:solidFill>
          <a:latin typeface="VAG Rundschrift D Light" pitchFamily="2" charset="77"/>
          <a:ea typeface="ＭＳ Ｐゴシック" charset="-128"/>
          <a:cs typeface="+mn-cs"/>
        </a:defRPr>
      </a:lvl3pPr>
      <a:lvl4pPr marL="1685519" indent="-457189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Font typeface="Arial" panose="020B0604020202020204" pitchFamily="34" charset="0"/>
        <a:buChar char="•"/>
        <a:defRPr sz="2500" b="0" i="0" kern="1200">
          <a:solidFill>
            <a:srgbClr val="FFC117"/>
          </a:solidFill>
          <a:latin typeface="VAG Rundschrift D Light" pitchFamily="2" charset="77"/>
          <a:ea typeface="ＭＳ Ｐゴシック" charset="-128"/>
          <a:cs typeface="+mn-cs"/>
        </a:defRPr>
      </a:lvl4pPr>
      <a:lvl5pPr marL="1763128" indent="-249446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-1" charset="2"/>
        <a:buChar char=""/>
        <a:defRPr sz="2400" b="0" i="0" kern="1200">
          <a:solidFill>
            <a:srgbClr val="E4DDD2"/>
          </a:solidFill>
          <a:latin typeface="VAG Rundschrift D Light" pitchFamily="2" charset="77"/>
          <a:ea typeface="ＭＳ Ｐゴシック" charset="-128"/>
          <a:cs typeface="+mn-cs"/>
        </a:defRPr>
      </a:lvl5pPr>
      <a:lvl6pPr marL="2035476" indent="-25035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2264058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7pPr>
      <a:lvl8pPr marL="2492642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8pPr>
      <a:lvl9pPr marL="2721224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442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884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3273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1769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7212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26546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80971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3539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7B03F4-4F70-EB67-2FC8-0AEE5100B90D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74264EDC-6D20-221A-1FA0-C23197F903B2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0CCFBA22-6BE9-68E7-5282-A1008D19A432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C917DCBB-1BFE-4AA0-DEE8-F585C1661471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DF03A4AA-19B8-4FB9-7F8F-2681AF43143E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7746EDF5-5F7C-7F2D-3B19-1C16310BFE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338B666B-9246-2990-5D3E-04B3917059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C3E55B35-9E9E-E787-419E-A99F4788C7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985399C2-0900-0857-6908-7E0992938258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B42F0B2-F341-D3A6-B467-28E3737D187C}"/>
              </a:ext>
            </a:extLst>
          </p:cNvPr>
          <p:cNvGrpSpPr/>
          <p:nvPr/>
        </p:nvGrpSpPr>
        <p:grpSpPr>
          <a:xfrm>
            <a:off x="659332" y="2260284"/>
            <a:ext cx="2743200" cy="1409285"/>
            <a:chOff x="659332" y="2260284"/>
            <a:chExt cx="2743200" cy="140928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DC1D61D-4B1E-ECCF-6F1D-5E0682AF1867}"/>
                </a:ext>
              </a:extLst>
            </p:cNvPr>
            <p:cNvGrpSpPr/>
            <p:nvPr/>
          </p:nvGrpSpPr>
          <p:grpSpPr>
            <a:xfrm>
              <a:off x="659332" y="2260284"/>
              <a:ext cx="2743200" cy="1409285"/>
              <a:chOff x="659332" y="2260284"/>
              <a:chExt cx="2743200" cy="1409285"/>
            </a:xfrm>
          </p:grpSpPr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id="{F644AB74-F9A6-3422-460F-E38E85DE7F6C}"/>
                  </a:ext>
                </a:extLst>
              </p:cNvPr>
              <p:cNvCxnSpPr>
                <a:cxnSpLocks/>
                <a:endCxn id="331" idx="1"/>
              </p:cNvCxnSpPr>
              <p:nvPr/>
            </p:nvCxnSpPr>
            <p:spPr>
              <a:xfrm rot="16200000" flipH="1">
                <a:off x="368042" y="2581247"/>
                <a:ext cx="1383680" cy="741756"/>
              </a:xfrm>
              <a:prstGeom prst="bentConnector2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03FB4651-3EC4-9F91-65BF-D4BE3C40098A}"/>
                  </a:ext>
                </a:extLst>
              </p:cNvPr>
              <p:cNvGrpSpPr/>
              <p:nvPr/>
            </p:nvGrpSpPr>
            <p:grpSpPr>
              <a:xfrm>
                <a:off x="1780532" y="2965993"/>
                <a:ext cx="673038" cy="703576"/>
                <a:chOff x="1780532" y="2965993"/>
                <a:chExt cx="673038" cy="703576"/>
              </a:xfrm>
            </p:grpSpPr>
            <p:cxnSp>
              <p:nvCxnSpPr>
                <p:cNvPr id="44" name="Elbow Connector 43">
                  <a:extLst>
                    <a:ext uri="{FF2B5EF4-FFF2-40B4-BE49-F238E27FC236}">
                      <a16:creationId xmlns:a16="http://schemas.microsoft.com/office/drawing/2014/main" id="{45798298-E577-A327-7CBF-FA0995B6AD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830481" y="3046480"/>
                  <a:ext cx="703576" cy="542602"/>
                </a:xfrm>
                <a:prstGeom prst="bentConnector3">
                  <a:avLst>
                    <a:gd name="adj1" fmla="val 100542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CE31C1B1-08ED-FA31-EA82-2543128D76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532" y="3655540"/>
                  <a:ext cx="130436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D80FAFB5-E547-3846-D695-4267F69AEE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332" y="2260284"/>
                <a:ext cx="2743200" cy="1985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>
                <a:extLst>
                  <a:ext uri="{FF2B5EF4-FFF2-40B4-BE49-F238E27FC236}">
                    <a16:creationId xmlns:a16="http://schemas.microsoft.com/office/drawing/2014/main" id="{1C1646F1-7C78-BDC3-1D62-7284DFA5B33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993946" y="2363686"/>
                <a:ext cx="477525" cy="270723"/>
              </a:xfrm>
              <a:prstGeom prst="bentConnector3">
                <a:avLst>
                  <a:gd name="adj1" fmla="val -5318"/>
                </a:avLst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8C285CD-B982-036A-7AB9-3A19144370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F34E2EF-E6E4-480A-85BB-220BE1C28AFF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5E8AD9-296E-37B4-4E87-99DCBDA65600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C4CABF1C-C840-9F3E-AB67-F1D6561813BC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E4D1DEAE-7AAB-4FA5-9AC7-CEF254DF6C1E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63182A8-AAC2-5CFD-2ED1-D6AE1F38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</a:t>
            </a:r>
            <a:r>
              <a:rPr lang="en-US" dirty="0"/>
              <a:t> Datapath (6/6)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E2B3D3E-7682-F6FD-4010-CC6BCDC1F9BA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C3F319D4-E9C9-BF79-1D0B-B024CF36D456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EFECB578-3A21-E891-8D71-0213F089D1C0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B7F7F169-A5F4-56F1-6936-D7E5E795DF1A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A5C8CA32-3065-E6B7-1BD4-077B2DB83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CC9BC0A6-4DFD-877B-775C-BD92FA021900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8CB4FC43-FB1E-DAD9-6933-1031DF7B151C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06C5600C-FF32-7B65-A838-616535BD3D13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205D2502-C217-CFAD-90DA-7224BAC69EC5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3C014DA4-D84B-41C9-9809-76936069E596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5795E669-F7FD-51D5-9708-7B3C9BD34CCE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A5D422CF-1692-106D-093A-8F6E171C79D9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FEB16DF6-43AA-9A5F-FFF9-30CB1A3DA5D6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B01F1A18-F34F-006C-C71D-DCC3DF9FCB76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245940B4-83F7-A371-DDED-84DC79891141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5F1F7DB0-6CD9-15D8-A9C7-594A704DE0B1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908456E4-D4F5-2EA1-FF19-789AA5C3F8DA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908607ED-5082-B8EB-0CB6-ED344CA1BE73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77D15A79-CBAA-3476-E953-9E88EC542CAD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30435E35-829A-9B0E-3C1B-8AC96951ACA1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C2019ECA-1D43-2798-7640-624AE67C748A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1D8640-1BD8-BEED-DD26-8BB1044FBB16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8A3D43-23D6-8073-FA9C-E13A73CB5D24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ECC671-A924-2356-B7DC-DE13636CBDA5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A7E8C0-8665-164F-DB94-DAE69967F440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9E730C79-AAC2-7A21-158E-0E25313D56F3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805FC406-05B2-8242-650C-D6E9D3BC10DC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24C16BB-9DF8-AF11-E4A9-F5900F58BC4D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632A612-D2B9-ADCD-8A02-64FC0648A297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D0C1867-1FFD-F311-31BB-7C2A4E3DB4AD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2E54D0A-9FBB-BD56-7769-DC00BEB2FC6E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B5F21712-74F9-1B1C-C348-211340BF727D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CD295204-4CA2-FED3-4ABC-4B0EE63D057A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5B1182A6-0946-CC24-2378-F3DAB18A8640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1FA82655-74D3-4483-7C00-4AA72A5B4B28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FF65934-C540-D4EB-5E26-A7998F695809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44C30EE-0B46-F596-A1E7-DBBD05AA6E8C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50D48F20-2317-959C-0E0D-67B0974EEDE2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68353A1-9BC2-8230-F13A-FF44087243AD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85D2FDB-A24E-2C02-9670-E22393C0534C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0B220B-263C-D1ED-6CE8-90F0C0D10B0D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FF9FDC29-F787-F33A-50CE-87DEC1C55324}"/>
              </a:ext>
            </a:extLst>
          </p:cNvPr>
          <p:cNvGrpSpPr/>
          <p:nvPr/>
        </p:nvGrpSpPr>
        <p:grpSpPr>
          <a:xfrm>
            <a:off x="6246032" y="3676635"/>
            <a:ext cx="2051960" cy="850523"/>
            <a:chOff x="6246032" y="3676635"/>
            <a:chExt cx="2051960" cy="850523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183C312F-A3A0-310E-0D52-F621E891E5A7}"/>
                </a:ext>
              </a:extLst>
            </p:cNvPr>
            <p:cNvCxnSpPr>
              <a:cxnSpLocks/>
            </p:cNvCxnSpPr>
            <p:nvPr/>
          </p:nvCxnSpPr>
          <p:spPr>
            <a:xfrm>
              <a:off x="7996240" y="4431194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6570C08D-F85D-7767-D2B9-3D3341743EEF}"/>
                </a:ext>
              </a:extLst>
            </p:cNvPr>
            <p:cNvSpPr/>
            <p:nvPr/>
          </p:nvSpPr>
          <p:spPr>
            <a:xfrm>
              <a:off x="7685590" y="4433105"/>
              <a:ext cx="405114" cy="94053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7" name="Straight Arrow Connector 476">
              <a:extLst>
                <a:ext uri="{FF2B5EF4-FFF2-40B4-BE49-F238E27FC236}">
                  <a16:creationId xmlns:a16="http://schemas.microsoft.com/office/drawing/2014/main" id="{55A1D23C-98A6-C877-632A-490F50B21AC0}"/>
                </a:ext>
              </a:extLst>
            </p:cNvPr>
            <p:cNvCxnSpPr>
              <a:cxnSpLocks/>
            </p:cNvCxnSpPr>
            <p:nvPr/>
          </p:nvCxnSpPr>
          <p:spPr>
            <a:xfrm>
              <a:off x="6246032" y="3676635"/>
              <a:ext cx="2048256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3" name="TextBox 482">
            <a:extLst>
              <a:ext uri="{FF2B5EF4-FFF2-40B4-BE49-F238E27FC236}">
                <a16:creationId xmlns:a16="http://schemas.microsoft.com/office/drawing/2014/main" id="{B1666656-08E2-6996-A9CE-1772584D8B04}"/>
              </a:ext>
            </a:extLst>
          </p:cNvPr>
          <p:cNvSpPr txBox="1"/>
          <p:nvPr/>
        </p:nvSpPr>
        <p:spPr>
          <a:xfrm>
            <a:off x="293424" y="1001583"/>
            <a:ext cx="263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0F29BF5A-B6C6-6BF1-F082-AA446956A51B}"/>
              </a:ext>
            </a:extLst>
          </p:cNvPr>
          <p:cNvSpPr txBox="1"/>
          <p:nvPr/>
        </p:nvSpPr>
        <p:spPr>
          <a:xfrm>
            <a:off x="6156903" y="998582"/>
            <a:ext cx="2356549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ALU computes</a:t>
            </a:r>
            <a:b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address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 =</a:t>
            </a:r>
            <a:b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R[rs1] +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06305F79-2EB8-D107-1711-E4B4124B56F3}"/>
              </a:ext>
            </a:extLst>
          </p:cNvPr>
          <p:cNvSpPr txBox="1"/>
          <p:nvPr/>
        </p:nvSpPr>
        <p:spPr>
          <a:xfrm>
            <a:off x="3118252" y="1001582"/>
            <a:ext cx="2664586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 from</a:t>
            </a:r>
            <a:b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S-type instruction.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17E2B2-0FD6-F632-0955-6B76FDE7B3F1}"/>
              </a:ext>
            </a:extLst>
          </p:cNvPr>
          <p:cNvGrpSpPr/>
          <p:nvPr/>
        </p:nvGrpSpPr>
        <p:grpSpPr>
          <a:xfrm>
            <a:off x="3062791" y="3676635"/>
            <a:ext cx="4696255" cy="1860875"/>
            <a:chOff x="3062791" y="3676635"/>
            <a:chExt cx="4696255" cy="1860875"/>
          </a:xfrm>
        </p:grpSpPr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17B073A7-A87E-BDB8-C84D-E78993E463DB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469" name="Straight Arrow Connector 468">
                <a:extLst>
                  <a:ext uri="{FF2B5EF4-FFF2-40B4-BE49-F238E27FC236}">
                    <a16:creationId xmlns:a16="http://schemas.microsoft.com/office/drawing/2014/main" id="{BEDCB37D-730D-EDEE-17E5-C8F1E5B2A9B1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Arrow Connector 469">
                <a:extLst>
                  <a:ext uri="{FF2B5EF4-FFF2-40B4-BE49-F238E27FC236}">
                    <a16:creationId xmlns:a16="http://schemas.microsoft.com/office/drawing/2014/main" id="{8D059919-1CE8-3933-9A12-92631AB9B0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Elbow Connector 470">
                <a:extLst>
                  <a:ext uri="{FF2B5EF4-FFF2-40B4-BE49-F238E27FC236}">
                    <a16:creationId xmlns:a16="http://schemas.microsoft.com/office/drawing/2014/main" id="{B4990C4D-8CC5-DD29-5197-05B16BC9BAC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78F7F27-50B7-8442-3729-F3DD91F07456}"/>
                </a:ext>
              </a:extLst>
            </p:cNvPr>
            <p:cNvGrpSpPr/>
            <p:nvPr/>
          </p:nvGrpSpPr>
          <p:grpSpPr>
            <a:xfrm>
              <a:off x="3062791" y="3676635"/>
              <a:ext cx="1764997" cy="273167"/>
              <a:chOff x="3062789" y="3676635"/>
              <a:chExt cx="1777734" cy="27316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4A62533-B74D-5C70-A149-4BA4C76CE68A}"/>
                  </a:ext>
                </a:extLst>
              </p:cNvPr>
              <p:cNvGrpSpPr/>
              <p:nvPr/>
            </p:nvGrpSpPr>
            <p:grpSpPr>
              <a:xfrm>
                <a:off x="3062789" y="3676635"/>
                <a:ext cx="1774643" cy="273167"/>
                <a:chOff x="3062789" y="3676635"/>
                <a:chExt cx="1774643" cy="273167"/>
              </a:xfrm>
            </p:grpSpPr>
            <p:cxnSp>
              <p:nvCxnSpPr>
                <p:cNvPr id="8" name="Elbow Connector 7">
                  <a:extLst>
                    <a:ext uri="{FF2B5EF4-FFF2-40B4-BE49-F238E27FC236}">
                      <a16:creationId xmlns:a16="http://schemas.microsoft.com/office/drawing/2014/main" id="{A8608BA6-FD32-A93E-0C1C-D5335A6506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62789" y="3676635"/>
                  <a:ext cx="594465" cy="273167"/>
                </a:xfrm>
                <a:prstGeom prst="bentConnector3">
                  <a:avLst>
                    <a:gd name="adj1" fmla="val 50000"/>
                  </a:avLst>
                </a:prstGeom>
                <a:ln w="57150">
                  <a:solidFill>
                    <a:schemeClr val="accent5"/>
                  </a:solidFill>
                  <a:headEnd w="sm" len="sm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613AD115-1CA9-1F64-7938-45A1466DDC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73043" y="3685038"/>
                  <a:ext cx="1464389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A4039E85-309D-685A-8D30-ACEF127137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6135" y="3945891"/>
                <a:ext cx="14643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Isosceles Triangle 59">
            <a:extLst>
              <a:ext uri="{FF2B5EF4-FFF2-40B4-BE49-F238E27FC236}">
                <a16:creationId xmlns:a16="http://schemas.microsoft.com/office/drawing/2014/main" id="{D53E91FE-DE86-1887-CF93-9B5E25FBA724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9C8431-0939-9ED0-EAF4-C79993FD36C6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69A93A-3470-E135-1D42-27E39F99AC17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2236378-DCD1-D8A9-3293-88E23ABA18EB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4693EAF-0AE1-7F3A-FA68-4A5D3499E0DB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AE81917-ABCF-C4F8-942C-35C2294FB7EB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B1E806E-E8A0-10E2-767B-25F1674103DD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993B394-14AC-752B-E6A3-D69C8D52EB87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/>
        </p:grpSpPr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8FEB0117-96CC-46EC-28AC-EBB2BEC18AD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5081257-8B98-F805-993A-6910EA97D891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E56740FB-0BEB-0CD1-316D-928A8A94C793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rapezoid 51">
            <a:extLst>
              <a:ext uri="{FF2B5EF4-FFF2-40B4-BE49-F238E27FC236}">
                <a16:creationId xmlns:a16="http://schemas.microsoft.com/office/drawing/2014/main" id="{AE5D2516-7D3B-AF7B-9E5A-6B7FF198E91A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BE8ED30C-AED1-4AAC-6589-F2C5F3CD9FC1}"/>
              </a:ext>
            </a:extLst>
          </p:cNvPr>
          <p:cNvCxnSpPr>
            <a:cxnSpLocks/>
          </p:cNvCxnSpPr>
          <p:nvPr/>
        </p:nvCxnSpPr>
        <p:spPr>
          <a:xfrm flipV="1">
            <a:off x="8929306" y="3375224"/>
            <a:ext cx="1611670" cy="592716"/>
          </a:xfrm>
          <a:prstGeom prst="bentConnector3">
            <a:avLst>
              <a:gd name="adj1" fmla="val 288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B11C6A0-C133-F7F7-A7F9-D186155CCEFD}"/>
              </a:ext>
            </a:extLst>
          </p:cNvPr>
          <p:cNvSpPr txBox="1"/>
          <p:nvPr/>
        </p:nvSpPr>
        <p:spPr>
          <a:xfrm>
            <a:off x="10106672" y="3087231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9037674-EBD5-FC80-507C-066941011724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A0BD89C6-F796-F118-BAD3-E841F9E06C7F}"/>
              </a:ext>
            </a:extLst>
          </p:cNvPr>
          <p:cNvGrpSpPr/>
          <p:nvPr/>
        </p:nvGrpSpPr>
        <p:grpSpPr>
          <a:xfrm>
            <a:off x="4062897" y="5524627"/>
            <a:ext cx="6835927" cy="752471"/>
            <a:chOff x="4062897" y="5524627"/>
            <a:chExt cx="6835927" cy="75247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6CB08AE-EF84-D361-9009-1D984CAE07F5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2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6D242A0-E8FA-7E72-D9D1-434F5D1CFFC8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7228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  <a:b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</a:b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E46055-A94A-08AF-62DE-99BE6654A422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B2F3760-0073-9212-0898-D7A547D865CA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7200860-3D98-4D7B-F434-9C9641EF94FB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Write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D75BBF7-A5ED-B23F-53CE-8B530D0941F1}"/>
                </a:ext>
              </a:extLst>
            </p:cNvPr>
            <p:cNvSpPr txBox="1"/>
            <p:nvPr/>
          </p:nvSpPr>
          <p:spPr>
            <a:xfrm>
              <a:off x="10252493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*</a:t>
              </a: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049E621-4A3C-223F-5052-BA391451E4AF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EA7F99AA-BFBA-5BF6-30C0-3EE3C7CA9EA9}"/>
              </a:ext>
            </a:extLst>
          </p:cNvPr>
          <p:cNvSpPr txBox="1"/>
          <p:nvPr/>
        </p:nvSpPr>
        <p:spPr>
          <a:xfrm>
            <a:off x="8331951" y="998582"/>
            <a:ext cx="2356549" cy="62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6"/>
                </a:solidFill>
                <a:latin typeface="18 VAG Rounded Light   02390" pitchFamily="2" charset="0"/>
              </a:rPr>
              <a:t>Write memory at address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</a:t>
            </a:r>
            <a:r>
              <a:rPr lang="en-US" sz="1800" dirty="0">
                <a:solidFill>
                  <a:schemeClr val="accent6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94E5F5E-58D8-25F0-8B1E-5E8687E57EDC}"/>
              </a:ext>
            </a:extLst>
          </p:cNvPr>
          <p:cNvCxnSpPr>
            <a:cxnSpLocks/>
          </p:cNvCxnSpPr>
          <p:nvPr/>
        </p:nvCxnSpPr>
        <p:spPr>
          <a:xfrm>
            <a:off x="8868629" y="3964225"/>
            <a:ext cx="297442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ED3AB51F-0CA0-7F12-D0EB-186A96DA37A9}"/>
              </a:ext>
            </a:extLst>
          </p:cNvPr>
          <p:cNvCxnSpPr>
            <a:cxnSpLocks/>
          </p:cNvCxnSpPr>
          <p:nvPr/>
        </p:nvCxnSpPr>
        <p:spPr>
          <a:xfrm flipV="1">
            <a:off x="10150196" y="3703397"/>
            <a:ext cx="403456" cy="7631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BFFBDDF-15CB-5D7F-208E-440BE16B7F16}"/>
              </a:ext>
            </a:extLst>
          </p:cNvPr>
          <p:cNvGrpSpPr/>
          <p:nvPr/>
        </p:nvGrpSpPr>
        <p:grpSpPr>
          <a:xfrm>
            <a:off x="6409509" y="4232591"/>
            <a:ext cx="2711119" cy="560751"/>
            <a:chOff x="6409509" y="4232591"/>
            <a:chExt cx="2711119" cy="560751"/>
          </a:xfrm>
        </p:grpSpPr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C547D318-58F0-09AE-9B17-7A6C4645E42C}"/>
                </a:ext>
              </a:extLst>
            </p:cNvPr>
            <p:cNvCxnSpPr>
              <a:cxnSpLocks/>
            </p:cNvCxnSpPr>
            <p:nvPr/>
          </p:nvCxnSpPr>
          <p:spPr>
            <a:xfrm>
              <a:off x="6409509" y="4232591"/>
              <a:ext cx="2490278" cy="552042"/>
            </a:xfrm>
            <a:prstGeom prst="bentConnector3">
              <a:avLst>
                <a:gd name="adj1" fmla="val 55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635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lbow Connector 27">
              <a:extLst>
                <a:ext uri="{FF2B5EF4-FFF2-40B4-BE49-F238E27FC236}">
                  <a16:creationId xmlns:a16="http://schemas.microsoft.com/office/drawing/2014/main" id="{DE1D162E-8630-5675-CFE2-4A6ACB4A4CE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F6A2252-AAD3-A438-9C44-0AB9AAE92E74}"/>
              </a:ext>
            </a:extLst>
          </p:cNvPr>
          <p:cNvGrpSpPr/>
          <p:nvPr/>
        </p:nvGrpSpPr>
        <p:grpSpPr>
          <a:xfrm>
            <a:off x="6246032" y="4232591"/>
            <a:ext cx="2874596" cy="560751"/>
            <a:chOff x="6246032" y="4232591"/>
            <a:chExt cx="2874596" cy="560751"/>
          </a:xfrm>
        </p:grpSpPr>
        <p:cxnSp>
          <p:nvCxnSpPr>
            <p:cNvPr id="451" name="Elbow Connector 450">
              <a:extLst>
                <a:ext uri="{FF2B5EF4-FFF2-40B4-BE49-F238E27FC236}">
                  <a16:creationId xmlns:a16="http://schemas.microsoft.com/office/drawing/2014/main" id="{39B884AD-5AF0-9C66-5115-C3627AD0D165}"/>
                </a:ext>
              </a:extLst>
            </p:cNvPr>
            <p:cNvCxnSpPr>
              <a:cxnSpLocks/>
            </p:cNvCxnSpPr>
            <p:nvPr/>
          </p:nvCxnSpPr>
          <p:spPr>
            <a:xfrm>
              <a:off x="6409509" y="4232591"/>
              <a:ext cx="2490278" cy="552042"/>
            </a:xfrm>
            <a:prstGeom prst="bentConnector3">
              <a:avLst>
                <a:gd name="adj1" fmla="val 55"/>
              </a:avLst>
            </a:prstGeom>
            <a:ln w="57150">
              <a:solidFill>
                <a:schemeClr val="accent6"/>
              </a:solidFill>
              <a:headEnd type="oval"/>
              <a:tailEnd type="none" w="lg" len="lg"/>
            </a:ln>
            <a:effectLst>
              <a:glow rad="635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Elbow Connector 451">
              <a:extLst>
                <a:ext uri="{FF2B5EF4-FFF2-40B4-BE49-F238E27FC236}">
                  <a16:creationId xmlns:a16="http://schemas.microsoft.com/office/drawing/2014/main" id="{610F829A-852E-9B43-DBD7-632E3AEA9B6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57150">
              <a:solidFill>
                <a:schemeClr val="accent6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42980A10-BE07-EE8F-857B-01F9FA6AB6A2}"/>
                </a:ext>
              </a:extLst>
            </p:cNvPr>
            <p:cNvCxnSpPr/>
            <p:nvPr/>
          </p:nvCxnSpPr>
          <p:spPr>
            <a:xfrm>
              <a:off x="6246032" y="4241300"/>
              <a:ext cx="202306" cy="0"/>
            </a:xfrm>
            <a:prstGeom prst="line">
              <a:avLst/>
            </a:prstGeom>
            <a:ln w="57150">
              <a:solidFill>
                <a:schemeClr val="accent6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7410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A5DE2-D775-0D90-D262-EFCD2E114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A9FD5A9-43D6-C2CB-1F30-764C07E975BC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B9D98C04-76BA-B00F-B81B-06C54F203274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07CEE50B-FD79-C77D-ABF0-7FCDD5BBF14C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C2A0187A-72E6-6789-3BDE-61197DCFDBA4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16699E5E-26D7-3B00-F3B6-37FBB1BBAB04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9BF147A8-DF28-F9C6-CA08-A12C9BCBFF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C5511320-8824-4D72-3404-BE22C4685D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C0467E5C-0A91-0A62-3259-ADBD51CCCE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895CA3C7-6CE8-DFD1-BC38-5A03C722547D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A810769-A0E1-A16D-6722-8C92BABF1874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E12D06-871F-3AEF-0AEE-571ED4B45B8A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7033EDEC-2D79-11E0-47E6-81F051603EBA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86F2A623-07CA-D73D-3BA8-697117FAB7B2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85FDA50-88EE-0974-D326-3CBF9E19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</a:t>
            </a:r>
            <a:r>
              <a:rPr lang="en-US" dirty="0"/>
              <a:t> Datapath (1/6)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985F1261-DF24-5181-8874-5A91C1123F82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6A5104BD-2966-74C1-D9B8-8831F9463954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03B9FBEB-550B-9448-1817-1EEBE204EBC1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46B4C7B2-809E-C389-1B45-4E518A3F3328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C8EC57B8-9D50-665B-939C-FFB78A3C1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D067C0FB-0F1D-8315-A066-5303F6413962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AAE47854-5A8A-CADB-CA31-8DAE4DB73109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23FF6367-3928-AB94-E8D1-BF9C177729C8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30EAE677-5E13-D3AA-715F-C33DC4BE02DB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E1FDD055-72CA-220D-BBE9-513F5FC03DFC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812832E7-525A-ED2B-77AC-001DF6EBAA7C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B557D254-4B1D-ABFA-0DB1-3FE2E281CB52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199D420F-A869-3116-BA35-BCDEF782AFCA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75A926ED-FDF2-74AE-8655-8A4F338ED814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58B31A61-FDC9-8F6D-CD46-C1F644160030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0D6E7B43-58F9-CDE5-20C3-F93A35E4281B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0133631D-895B-DE86-84A2-727B7E50D313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1D72299B-4407-7A4F-416D-B91BC254FC7A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03DB40E5-8D97-8EB8-CB2D-606F76AD8475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14F97DFA-3684-19F0-86B4-BBD3DE248514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F81A6518-8B57-EE2B-9242-5D194031CB27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585989-238B-2DE0-FCE5-01A98CD2F950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80DA88-745F-6849-D781-C8DD55C3E7D6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D6AEFA-CF2D-145D-2E95-78DAE31CF09B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2CBC9BA-0AD9-1E36-DEB9-26EE7568C664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D4549E29-BDB2-508E-97F6-4840BA4C81AE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F1B380F-CCDD-96EE-64E5-4E530F0D3E1F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59BB0B30-A233-CCE6-2B80-EC7FBADB1693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2FEFF643-56A1-8B16-7ECB-419FCF73C3B1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43BB77C-DC64-4F03-66A4-6BBA87FCABBA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75419B09-4CD5-6DCE-7EFC-9F804F7115E5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62F70767-257F-60DB-4712-2B03CD258226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E85B8986-C145-3E02-ED5C-87236C8898C7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C8F8E988-13B3-B675-3F67-6BB931EE71D7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B9862398-20DC-A5B4-D028-7DC2FE663142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31EDD8D-E98F-94E8-3841-CC4A72D9239F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FA35C15-BB2C-EA18-56E4-C140E8C4FC4F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AB0BBC2D-00A9-D0E7-C746-EECAAC5922D2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3D763C6-5E41-D606-F634-DDB8D70A550B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4C43F6F-8D55-2D99-B269-06884160E514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614C02-53DE-E6AA-C66A-E634C8F33E94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4" name="Isosceles Triangle 59">
            <a:extLst>
              <a:ext uri="{FF2B5EF4-FFF2-40B4-BE49-F238E27FC236}">
                <a16:creationId xmlns:a16="http://schemas.microsoft.com/office/drawing/2014/main" id="{E23F5000-22EA-F8CB-9324-3104B7B41140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18369F-9D26-F364-FF28-BE2AD4B74EE1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4A13B2-F04A-A0C7-0CF8-4BFBF97D2C03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B425FCD-2D42-7112-46F9-F215C5D5EBCE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382AA89-A7E9-1DA3-2C45-C1476C9DC2DF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4FCE582-85E3-7F92-3C20-EE4689037C96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4707AAC-E24E-D4F4-0DE9-902D216642E7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0B42514-6934-9925-EAB3-46F530412C99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/>
        </p:grpSpPr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C258B40E-E3DD-1D5E-95F7-881EFA2976D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9A276BA-8954-A890-5FE3-039D6D028E5E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6018E888-9B38-6F7D-FD42-501EF385C2A6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rapezoid 51">
            <a:extLst>
              <a:ext uri="{FF2B5EF4-FFF2-40B4-BE49-F238E27FC236}">
                <a16:creationId xmlns:a16="http://schemas.microsoft.com/office/drawing/2014/main" id="{61DB9614-4598-2870-DBC1-A3DCEF97C023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D733BFC8-0031-D7BE-2FD9-BF8E3972BE6C}"/>
              </a:ext>
            </a:extLst>
          </p:cNvPr>
          <p:cNvCxnSpPr>
            <a:cxnSpLocks/>
          </p:cNvCxnSpPr>
          <p:nvPr/>
        </p:nvCxnSpPr>
        <p:spPr>
          <a:xfrm flipV="1">
            <a:off x="8929306" y="3375224"/>
            <a:ext cx="1611670" cy="592716"/>
          </a:xfrm>
          <a:prstGeom prst="bentConnector3">
            <a:avLst>
              <a:gd name="adj1" fmla="val 288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030C9A5-188D-EC23-A958-95C66C066CA2}"/>
              </a:ext>
            </a:extLst>
          </p:cNvPr>
          <p:cNvSpPr txBox="1"/>
          <p:nvPr/>
        </p:nvSpPr>
        <p:spPr>
          <a:xfrm>
            <a:off x="10106672" y="3087231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F944DBF-353E-708D-BF78-F7D15C214A00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A2DBCB32-6195-030B-AEE6-B4043683BC09}"/>
              </a:ext>
            </a:extLst>
          </p:cNvPr>
          <p:cNvGrpSpPr/>
          <p:nvPr/>
        </p:nvGrpSpPr>
        <p:grpSpPr>
          <a:xfrm>
            <a:off x="6409509" y="4232591"/>
            <a:ext cx="2711119" cy="560751"/>
            <a:chOff x="6409509" y="4232591"/>
            <a:chExt cx="2711119" cy="560751"/>
          </a:xfrm>
        </p:grpSpPr>
        <p:cxnSp>
          <p:nvCxnSpPr>
            <p:cNvPr id="4" name="Elbow Connector 3">
              <a:extLst>
                <a:ext uri="{FF2B5EF4-FFF2-40B4-BE49-F238E27FC236}">
                  <a16:creationId xmlns:a16="http://schemas.microsoft.com/office/drawing/2014/main" id="{903F47DD-7BEC-CABA-4AA0-5C14F64FD91A}"/>
                </a:ext>
              </a:extLst>
            </p:cNvPr>
            <p:cNvCxnSpPr>
              <a:cxnSpLocks/>
            </p:cNvCxnSpPr>
            <p:nvPr/>
          </p:nvCxnSpPr>
          <p:spPr>
            <a:xfrm>
              <a:off x="6409509" y="4232591"/>
              <a:ext cx="2490278" cy="552042"/>
            </a:xfrm>
            <a:prstGeom prst="bentConnector3">
              <a:avLst>
                <a:gd name="adj1" fmla="val 55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635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1FF670F3-AB13-9E9E-6E6D-F176A769892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E9A19B5-0B10-A98D-0A61-AF072E6D1DAF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505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D390D-8910-0843-8CB6-4E6F01812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5362DB0-DC0B-29AE-71FA-3828270AA8CD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E549B2FC-7D25-CA66-795D-E28769FFC442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B2C36D0A-76D5-DEA2-84B3-52B975D5B96A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E8719D89-834F-DD70-C954-2F460DAA4E57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AC181AE8-91B9-7630-3D9A-6574980FC0C1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A5C7C0E2-FC36-2E80-7894-664DB03A00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14DC53B3-BAAE-3B9D-5D5A-13801A926F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404A499A-960F-2AE1-D9E8-892FFBCE84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1168BFF7-0D2B-26A9-645B-D9D830A82427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955464A-1E1B-3006-F18C-897C2796C4B4}"/>
              </a:ext>
            </a:extLst>
          </p:cNvPr>
          <p:cNvGrpSpPr/>
          <p:nvPr/>
        </p:nvGrpSpPr>
        <p:grpSpPr>
          <a:xfrm>
            <a:off x="659332" y="2260284"/>
            <a:ext cx="2743200" cy="1409285"/>
            <a:chOff x="659332" y="2260284"/>
            <a:chExt cx="2743200" cy="140928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9E7981A-95BB-D98B-FEA5-0692A7489648}"/>
                </a:ext>
              </a:extLst>
            </p:cNvPr>
            <p:cNvGrpSpPr/>
            <p:nvPr/>
          </p:nvGrpSpPr>
          <p:grpSpPr>
            <a:xfrm>
              <a:off x="659332" y="2260284"/>
              <a:ext cx="2743200" cy="1409285"/>
              <a:chOff x="659332" y="2260284"/>
              <a:chExt cx="2743200" cy="1409285"/>
            </a:xfrm>
          </p:grpSpPr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id="{378DA059-D238-063B-FEFE-B35507D65ECB}"/>
                  </a:ext>
                </a:extLst>
              </p:cNvPr>
              <p:cNvCxnSpPr>
                <a:cxnSpLocks/>
                <a:endCxn id="331" idx="1"/>
              </p:cNvCxnSpPr>
              <p:nvPr/>
            </p:nvCxnSpPr>
            <p:spPr>
              <a:xfrm rot="16200000" flipH="1">
                <a:off x="368042" y="2581247"/>
                <a:ext cx="1383680" cy="741756"/>
              </a:xfrm>
              <a:prstGeom prst="bentConnector2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18EB1178-9BAC-95B1-294B-949C806F4C4F}"/>
                  </a:ext>
                </a:extLst>
              </p:cNvPr>
              <p:cNvGrpSpPr/>
              <p:nvPr/>
            </p:nvGrpSpPr>
            <p:grpSpPr>
              <a:xfrm>
                <a:off x="1780532" y="2965993"/>
                <a:ext cx="673038" cy="703576"/>
                <a:chOff x="1780532" y="2965993"/>
                <a:chExt cx="673038" cy="703576"/>
              </a:xfrm>
            </p:grpSpPr>
            <p:cxnSp>
              <p:nvCxnSpPr>
                <p:cNvPr id="44" name="Elbow Connector 43">
                  <a:extLst>
                    <a:ext uri="{FF2B5EF4-FFF2-40B4-BE49-F238E27FC236}">
                      <a16:creationId xmlns:a16="http://schemas.microsoft.com/office/drawing/2014/main" id="{9FA0A412-E7CB-88BC-5A2D-84098F7C69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830481" y="3046480"/>
                  <a:ext cx="703576" cy="542602"/>
                </a:xfrm>
                <a:prstGeom prst="bentConnector3">
                  <a:avLst>
                    <a:gd name="adj1" fmla="val 100542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DA7B8B14-FA20-AF72-E641-1F1C2F34AB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532" y="3655540"/>
                  <a:ext cx="130436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1166623-B92B-94C9-0F85-A513A0316C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332" y="2260284"/>
                <a:ext cx="2743200" cy="1985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>
                <a:extLst>
                  <a:ext uri="{FF2B5EF4-FFF2-40B4-BE49-F238E27FC236}">
                    <a16:creationId xmlns:a16="http://schemas.microsoft.com/office/drawing/2014/main" id="{9E2211E4-85AD-24BD-00E8-0B23539D511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993946" y="2363686"/>
                <a:ext cx="477525" cy="270723"/>
              </a:xfrm>
              <a:prstGeom prst="bentConnector3">
                <a:avLst>
                  <a:gd name="adj1" fmla="val -5318"/>
                </a:avLst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F70827F-6CEB-3182-F9BF-9D9E514ECD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6E927C6-2E28-004F-A1D2-DC42E04D00C6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858717-6516-E5F1-8673-CDB729726764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4960477C-1F6C-D262-C925-920A6AB8E731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2EDD6229-56A0-6EA3-B0FE-DA6D6AD68713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B87C161-5D7F-7909-8DD5-DDAE02EE5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</a:t>
            </a:r>
            <a:r>
              <a:rPr lang="en-US" dirty="0"/>
              <a:t> Datapath (2/6)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FEEE8964-DD66-2FF4-881D-0B1BEE337E99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26E981FC-81CB-777D-11CD-3F5E2CA78A24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0E977504-EC5B-A16E-B5B5-90F0B125EDE5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6F8FB702-D55F-0209-164A-7E2ECC884988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D5D38A10-6EF4-102F-8F89-0793E0D09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7C1E3B98-AA3A-F5CD-6F42-1A2345762053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4CCDECEE-2A20-D104-E79C-9C5C41C7CD69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087803DD-A770-0588-871A-CCCF60EA938C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2FDFC77F-433B-0D1D-4FD7-8DAE6EAEA37B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074940B9-1FAF-5DFB-4C2A-0FFFE5E7F8AC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F37D58C0-9892-EE46-F809-0D61FAC130A0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210EA5B5-1BD4-3E28-B643-1ECCE7FEAF53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0F5BF513-E562-7F38-A714-BE52E6463304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44E59B8E-72D0-CA3E-04CE-DF3A4E179769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2960172E-7A42-5BC4-39D7-D7A713B1F25A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4CD6FA29-5558-ACDB-59FB-FD941DD4F2BE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A1A7945E-4FF4-649B-057A-12FEA4C3AEF6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60836520-BEA3-DB87-8FA9-91027501F63B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E1FC536A-55D3-0371-5E20-CC5FFCB00122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9ECD524F-1C2B-A528-FBBD-D6290CAC2BC2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57818F1D-E835-980E-B37A-1076F807E9A1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449276-501A-CD9D-66BE-BA3DC4DCC332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B9E276-D084-15C8-FF85-CC6789F044BA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7AD87B-2135-B862-0D82-AC07FC2CFCF9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8684FC1-468A-3628-BA7A-CD8A2649BFF0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AFC8DD45-68D3-C0BA-B10F-9C14D2979C0E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1363412-21C2-4482-64AF-785CB1BCD48D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2BDE019-2CD1-A194-55F5-6B37BC7CE415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C84FF7F-7454-4EB5-D768-4C98775BF12D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1C56960-87A8-F722-BD63-0AD5899B99AF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00B2696-5E71-A881-82D8-761A86AB43A6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4D70629C-4779-D6E1-1160-1C80782D3E63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7F0B8B33-8B8D-831E-4DB9-03E9AA91415C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86FB1511-C56B-2934-1A95-644D831A48A5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B10868EC-6B84-8213-2D72-27DC804E2D65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632F0FE-493C-5CF5-9DED-D449F4E5B470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CFEC5AB-3B7A-5E28-8F29-3E1E5F5E5D6B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FEA6230B-ADFF-358C-E761-EB5AD6A8BB0E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CAA035-2AEC-0576-6211-79ACD762E2C3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9671A60-FC38-68D8-B34B-231A081A5A75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3E60CE-C191-43BE-2F2D-1825C23A84FF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03F1DF9B-E1C9-A2D4-0202-7D06A2A11B25}"/>
              </a:ext>
            </a:extLst>
          </p:cNvPr>
          <p:cNvSpPr txBox="1"/>
          <p:nvPr/>
        </p:nvSpPr>
        <p:spPr>
          <a:xfrm>
            <a:off x="293424" y="1001583"/>
            <a:ext cx="263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24" name="Isosceles Triangle 59">
            <a:extLst>
              <a:ext uri="{FF2B5EF4-FFF2-40B4-BE49-F238E27FC236}">
                <a16:creationId xmlns:a16="http://schemas.microsoft.com/office/drawing/2014/main" id="{E293DB6A-A4B6-E396-9E3B-F30309D0F749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DA605C-3468-6E70-7F1A-17D4D9AC9F9C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50CBAA-95CB-8E9F-32C6-B50FA35848E6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CBCD222-3961-08B2-5CE4-18D539D9D594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F2A01A1-50D2-EC2B-598C-74AACEEE4848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30A67C0-AD9F-CA43-689C-2AD18E667A42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5DEB7AF-6CEE-EA58-B2A4-4FADDCEC8105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1E65A6B-1012-E6D3-CEFC-49ADC949105A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/>
        </p:grpSpPr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1FB7ED6C-BEAE-6B15-7348-30D01C10821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6C472AF-BA95-153E-2F10-9975ECC5E298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401409F5-1F9B-6226-DFA1-EE8EBCEA0413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rapezoid 51">
            <a:extLst>
              <a:ext uri="{FF2B5EF4-FFF2-40B4-BE49-F238E27FC236}">
                <a16:creationId xmlns:a16="http://schemas.microsoft.com/office/drawing/2014/main" id="{9B11B1F8-4043-4625-1817-A2323D7DA447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762774BD-E271-FEA9-6E7E-193DC902C90F}"/>
              </a:ext>
            </a:extLst>
          </p:cNvPr>
          <p:cNvCxnSpPr>
            <a:cxnSpLocks/>
          </p:cNvCxnSpPr>
          <p:nvPr/>
        </p:nvCxnSpPr>
        <p:spPr>
          <a:xfrm flipV="1">
            <a:off x="8929306" y="3375224"/>
            <a:ext cx="1611670" cy="592716"/>
          </a:xfrm>
          <a:prstGeom prst="bentConnector3">
            <a:avLst>
              <a:gd name="adj1" fmla="val 288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D2C6FB8-9B91-A46D-41F8-C22E010B6E57}"/>
              </a:ext>
            </a:extLst>
          </p:cNvPr>
          <p:cNvSpPr txBox="1"/>
          <p:nvPr/>
        </p:nvSpPr>
        <p:spPr>
          <a:xfrm>
            <a:off x="10106672" y="3087231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2376594-EBC2-6875-4E57-5DE4A6D137E9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09380D3-FB63-53D5-0A1F-1AB4B99BBC8C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63CF6BE3-8820-580F-FA68-0C367BB769EE}"/>
              </a:ext>
            </a:extLst>
          </p:cNvPr>
          <p:cNvGrpSpPr/>
          <p:nvPr/>
        </p:nvGrpSpPr>
        <p:grpSpPr>
          <a:xfrm>
            <a:off x="6409509" y="4232591"/>
            <a:ext cx="2711119" cy="560751"/>
            <a:chOff x="6409509" y="4232591"/>
            <a:chExt cx="2711119" cy="560751"/>
          </a:xfrm>
        </p:grpSpPr>
        <p:cxnSp>
          <p:nvCxnSpPr>
            <p:cNvPr id="4" name="Elbow Connector 3">
              <a:extLst>
                <a:ext uri="{FF2B5EF4-FFF2-40B4-BE49-F238E27FC236}">
                  <a16:creationId xmlns:a16="http://schemas.microsoft.com/office/drawing/2014/main" id="{7B785D30-25F7-85EC-3BAF-259E78321F1B}"/>
                </a:ext>
              </a:extLst>
            </p:cNvPr>
            <p:cNvCxnSpPr>
              <a:cxnSpLocks/>
            </p:cNvCxnSpPr>
            <p:nvPr/>
          </p:nvCxnSpPr>
          <p:spPr>
            <a:xfrm>
              <a:off x="6409509" y="4232591"/>
              <a:ext cx="2490278" cy="552042"/>
            </a:xfrm>
            <a:prstGeom prst="bentConnector3">
              <a:avLst>
                <a:gd name="adj1" fmla="val 55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635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B57A42CE-07D5-A9C1-D43A-FF011FBB942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0566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717E7-A489-CC22-6D42-3CFD1444F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9C58E6F-1D9B-41C3-3DAB-ECB097669CFA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E4E7B53E-FDDB-FC84-04D3-59AFB9AEF4FB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99AB3C00-596B-2F07-E0CA-AABF0515854B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85A1F3EC-7493-F5A4-FB75-D632E608C959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6D571181-1A88-1327-DE6B-7D855C2E2B3E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024CDC07-A7C6-E1F2-C4D0-1454FE8FF6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0CF9970D-3306-9592-229C-4D6A2BA9BF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6CBCEB94-4B21-F89E-2BAD-2B0C03E2B2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57808EF9-E016-1FB1-AF64-EDA37C0EB303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FBC32C9-E25C-5194-C308-994802F1E534}"/>
              </a:ext>
            </a:extLst>
          </p:cNvPr>
          <p:cNvGrpSpPr/>
          <p:nvPr/>
        </p:nvGrpSpPr>
        <p:grpSpPr>
          <a:xfrm>
            <a:off x="659332" y="2260284"/>
            <a:ext cx="2743200" cy="1409285"/>
            <a:chOff x="659332" y="2260284"/>
            <a:chExt cx="2743200" cy="140928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83B7D42-3196-C684-B87A-32C3413FA6EE}"/>
                </a:ext>
              </a:extLst>
            </p:cNvPr>
            <p:cNvGrpSpPr/>
            <p:nvPr/>
          </p:nvGrpSpPr>
          <p:grpSpPr>
            <a:xfrm>
              <a:off x="659332" y="2260284"/>
              <a:ext cx="2743200" cy="1409285"/>
              <a:chOff x="659332" y="2260284"/>
              <a:chExt cx="2743200" cy="1409285"/>
            </a:xfrm>
          </p:grpSpPr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id="{DFA4A4A8-1ADC-11F1-CF56-428E35DE2700}"/>
                  </a:ext>
                </a:extLst>
              </p:cNvPr>
              <p:cNvCxnSpPr>
                <a:cxnSpLocks/>
                <a:endCxn id="331" idx="1"/>
              </p:cNvCxnSpPr>
              <p:nvPr/>
            </p:nvCxnSpPr>
            <p:spPr>
              <a:xfrm rot="16200000" flipH="1">
                <a:off x="368042" y="2581247"/>
                <a:ext cx="1383680" cy="741756"/>
              </a:xfrm>
              <a:prstGeom prst="bentConnector2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8BDA544B-85C2-5D9F-BA54-E9E2068F88E4}"/>
                  </a:ext>
                </a:extLst>
              </p:cNvPr>
              <p:cNvGrpSpPr/>
              <p:nvPr/>
            </p:nvGrpSpPr>
            <p:grpSpPr>
              <a:xfrm>
                <a:off x="1780532" y="2965993"/>
                <a:ext cx="673038" cy="703576"/>
                <a:chOff x="1780532" y="2965993"/>
                <a:chExt cx="673038" cy="703576"/>
              </a:xfrm>
            </p:grpSpPr>
            <p:cxnSp>
              <p:nvCxnSpPr>
                <p:cNvPr id="44" name="Elbow Connector 43">
                  <a:extLst>
                    <a:ext uri="{FF2B5EF4-FFF2-40B4-BE49-F238E27FC236}">
                      <a16:creationId xmlns:a16="http://schemas.microsoft.com/office/drawing/2014/main" id="{9B947BD1-AD51-99AB-71C3-692089A40E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830481" y="3046480"/>
                  <a:ext cx="703576" cy="542602"/>
                </a:xfrm>
                <a:prstGeom prst="bentConnector3">
                  <a:avLst>
                    <a:gd name="adj1" fmla="val 100542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5F5A5E9B-8752-4331-3377-99F666F8F3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532" y="3655540"/>
                  <a:ext cx="130436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0B1CC310-EDFE-468B-67F7-98CB0BFE8B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332" y="2260284"/>
                <a:ext cx="2743200" cy="1985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>
                <a:extLst>
                  <a:ext uri="{FF2B5EF4-FFF2-40B4-BE49-F238E27FC236}">
                    <a16:creationId xmlns:a16="http://schemas.microsoft.com/office/drawing/2014/main" id="{E642E99C-B8D0-4302-5C65-6D13CDD7C96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993946" y="2363686"/>
                <a:ext cx="477525" cy="270723"/>
              </a:xfrm>
              <a:prstGeom prst="bentConnector3">
                <a:avLst>
                  <a:gd name="adj1" fmla="val -5318"/>
                </a:avLst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688CE91-6CE2-0DBC-49E4-39D47ADE44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C7F9218-4656-7652-666C-761E9727FF04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23DDB4-781C-6BBC-B082-CBD410B9D26F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D9D92DF5-CB93-D935-7EB5-1BC88DE41924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1CC6AF2E-03BA-5984-0974-6CBDD6C5DDDE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458C159-CE0E-45E0-D112-DFD8B3166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</a:t>
            </a:r>
            <a:r>
              <a:rPr lang="en-US" dirty="0"/>
              <a:t> Datapath (3/6)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1947888E-8C12-7C97-9C38-B31E581C8D08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A924511A-A37C-7202-2EFE-15E26DA328E6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2738CC0D-0919-D983-B8FE-4888056AE859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63884A9E-B989-65E4-74AC-06CFFEBDA742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41F88764-6B9A-5F48-B3E5-1747DF2E0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96684CAD-ED37-2274-F928-630D451C7964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BA743703-693A-8856-DB4C-CE42DBA47A2A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A5D7A27D-192B-DD42-7DD1-5E783FB72B7B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085855B4-EBC7-19B5-AA0C-7B8FFCF2CEEB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54BC455A-FA6F-580A-D726-D453587106A2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D3636DDB-F87F-3001-0083-39ED8C62FB21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AB604592-252F-C15E-BE7A-64872877DAE1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4C2A196B-30F1-89E6-30BE-EF86D5E99C6D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900FF66D-6A36-13EE-9C64-8D8B34E9180A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2112D5E2-07C0-9383-0B47-ADD6EBD88B3D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55BD54BE-D349-9F02-4D7B-CF918D312C8B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6B9076C5-584A-A34C-3912-668DFB1FC439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2D99BE1E-D1B8-D052-E979-EFE82CA55111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D59567D2-F191-40F1-C231-C68B917D58DF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7E129D1D-14DC-B0EA-2ABA-FA3ACF4A3C76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E2F01965-C024-B811-935F-B3DF8361B272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5D4CD3-D7EB-49CC-1940-1757EB868A1C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6A9B0D-1BB8-DEC0-690B-5C1EF4F63210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50EB66-D060-1E4E-DADB-02DE913D8FB5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5411DFE-8C3C-7DFC-C55C-76EBAB0909AD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EE99E889-CF6B-309F-FF58-DDBC9C26D324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7D1E6C2-9B44-1B31-A081-BF61D974EE7E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DE779FDD-71FA-2090-ECCE-4E6657761246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57305A3-DD7D-1E10-E3E6-32CC52C2CE40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72122EF-2FB3-2221-CD8E-127F2279E217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BE00DDD-918D-0C58-5E0E-C1D867797DA0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DA3D5CB-3A80-3E86-862F-D115DAF17BF9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6DFA5B1E-A1BC-0A55-FEBC-F7EC7EE5E5FA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CE9D36B8-555B-E767-1EB6-CE5DF5DB3382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05EDE85B-EC0A-8AB1-C95C-C60435692012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16FB317-E40F-B08D-86E5-D492FF6300D2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496DB6C-706D-C2C5-13AE-4DF5BB6497F7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D9903339-0358-83B2-5E34-ABC3A4236138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A6D936D-5D5C-0543-B5C2-74DDDCACADC8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59E316A-50FF-9AA4-93CD-B02B02230848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3DA9C6-DAD2-6603-4C38-91248EE7D126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87AB76C6-4E1D-579F-906E-284980294650}"/>
              </a:ext>
            </a:extLst>
          </p:cNvPr>
          <p:cNvSpPr txBox="1"/>
          <p:nvPr/>
        </p:nvSpPr>
        <p:spPr>
          <a:xfrm>
            <a:off x="293424" y="1001583"/>
            <a:ext cx="263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3A16364A-11D5-D9DB-D3C4-5962215F827E}"/>
              </a:ext>
            </a:extLst>
          </p:cNvPr>
          <p:cNvSpPr txBox="1"/>
          <p:nvPr/>
        </p:nvSpPr>
        <p:spPr>
          <a:xfrm>
            <a:off x="3118252" y="1001582"/>
            <a:ext cx="2664586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 from</a:t>
            </a:r>
            <a:b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S-type instruction.</a:t>
            </a:r>
          </a:p>
        </p:txBody>
      </p:sp>
      <p:sp>
        <p:nvSpPr>
          <p:cNvPr id="24" name="Isosceles Triangle 59">
            <a:extLst>
              <a:ext uri="{FF2B5EF4-FFF2-40B4-BE49-F238E27FC236}">
                <a16:creationId xmlns:a16="http://schemas.microsoft.com/office/drawing/2014/main" id="{C44DE703-4454-4FB5-F948-4FB2F0D0C9D6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095F9E-9385-C46B-CD25-476847F21219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819BC-7A64-A64F-BDC5-38E1713B4132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3E64914-1F38-873D-A6CA-53398AD6858C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DFF818B-5508-4EC3-444B-DABBD2A2A781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60D0285-8E13-3411-8D79-90F12ED03F1E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3C92D3C-AD05-9774-B4E2-A8F18231A084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1967EA2-2A15-35CA-E029-71C4A04235A5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/>
        </p:grpSpPr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42628650-AB2E-75DF-EA13-B3A8C2F6965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631BF99-7A2C-48F7-58B5-B3E36A62A648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C1F64E29-832E-AE21-C106-298820E4F08F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rapezoid 51">
            <a:extLst>
              <a:ext uri="{FF2B5EF4-FFF2-40B4-BE49-F238E27FC236}">
                <a16:creationId xmlns:a16="http://schemas.microsoft.com/office/drawing/2014/main" id="{495B647A-29B7-DD0D-184D-95E54DF7C013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03F58327-7864-7523-4A7D-5A6FF56C3853}"/>
              </a:ext>
            </a:extLst>
          </p:cNvPr>
          <p:cNvCxnSpPr>
            <a:cxnSpLocks/>
          </p:cNvCxnSpPr>
          <p:nvPr/>
        </p:nvCxnSpPr>
        <p:spPr>
          <a:xfrm flipV="1">
            <a:off x="8929306" y="3375224"/>
            <a:ext cx="1611670" cy="592716"/>
          </a:xfrm>
          <a:prstGeom prst="bentConnector3">
            <a:avLst>
              <a:gd name="adj1" fmla="val 288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A251BDD-D925-46C8-7705-7CFB3C3F73CF}"/>
              </a:ext>
            </a:extLst>
          </p:cNvPr>
          <p:cNvSpPr txBox="1"/>
          <p:nvPr/>
        </p:nvSpPr>
        <p:spPr>
          <a:xfrm>
            <a:off x="10106672" y="3087231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721E1CD-F0D4-8DCD-0CA8-C2C5FEA9FD6A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9966F35-28EE-08B7-B20A-3E4E964503C1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9E7DD452-704F-30C9-76AB-E9D39C9BF2F1}"/>
              </a:ext>
            </a:extLst>
          </p:cNvPr>
          <p:cNvGrpSpPr/>
          <p:nvPr/>
        </p:nvGrpSpPr>
        <p:grpSpPr>
          <a:xfrm>
            <a:off x="6409509" y="4232591"/>
            <a:ext cx="2711119" cy="560751"/>
            <a:chOff x="6409509" y="4232591"/>
            <a:chExt cx="2711119" cy="560751"/>
          </a:xfrm>
        </p:grpSpPr>
        <p:cxnSp>
          <p:nvCxnSpPr>
            <p:cNvPr id="15" name="Elbow Connector 14">
              <a:extLst>
                <a:ext uri="{FF2B5EF4-FFF2-40B4-BE49-F238E27FC236}">
                  <a16:creationId xmlns:a16="http://schemas.microsoft.com/office/drawing/2014/main" id="{EA9249AB-03B7-D2FB-2C9C-6040235ED789}"/>
                </a:ext>
              </a:extLst>
            </p:cNvPr>
            <p:cNvCxnSpPr>
              <a:cxnSpLocks/>
            </p:cNvCxnSpPr>
            <p:nvPr/>
          </p:nvCxnSpPr>
          <p:spPr>
            <a:xfrm>
              <a:off x="6409509" y="4232591"/>
              <a:ext cx="2490278" cy="552042"/>
            </a:xfrm>
            <a:prstGeom prst="bentConnector3">
              <a:avLst>
                <a:gd name="adj1" fmla="val 55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635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Elbow Connector 16">
              <a:extLst>
                <a:ext uri="{FF2B5EF4-FFF2-40B4-BE49-F238E27FC236}">
                  <a16:creationId xmlns:a16="http://schemas.microsoft.com/office/drawing/2014/main" id="{7175B5DD-FFED-1D30-407F-EDC7AF622A8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7D78C5C-63C4-7748-3746-CB250352B80D}"/>
              </a:ext>
            </a:extLst>
          </p:cNvPr>
          <p:cNvGrpSpPr/>
          <p:nvPr/>
        </p:nvGrpSpPr>
        <p:grpSpPr>
          <a:xfrm>
            <a:off x="3062791" y="3676635"/>
            <a:ext cx="4696255" cy="1860875"/>
            <a:chOff x="3062791" y="3676635"/>
            <a:chExt cx="4696255" cy="1860875"/>
          </a:xfrm>
        </p:grpSpPr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04DDCA8A-A810-B359-0117-3EA2EC32E6EA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469" name="Straight Arrow Connector 468">
                <a:extLst>
                  <a:ext uri="{FF2B5EF4-FFF2-40B4-BE49-F238E27FC236}">
                    <a16:creationId xmlns:a16="http://schemas.microsoft.com/office/drawing/2014/main" id="{44885797-9F05-EDEB-C53C-20624AD0237F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Arrow Connector 469">
                <a:extLst>
                  <a:ext uri="{FF2B5EF4-FFF2-40B4-BE49-F238E27FC236}">
                    <a16:creationId xmlns:a16="http://schemas.microsoft.com/office/drawing/2014/main" id="{6052F525-06A7-011A-33CB-7D2C605768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Elbow Connector 470">
                <a:extLst>
                  <a:ext uri="{FF2B5EF4-FFF2-40B4-BE49-F238E27FC236}">
                    <a16:creationId xmlns:a16="http://schemas.microsoft.com/office/drawing/2014/main" id="{1807512A-D039-4AE3-CF30-4C2B9726704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B53C623-21E2-5B40-069F-A1B4209C91BA}"/>
                </a:ext>
              </a:extLst>
            </p:cNvPr>
            <p:cNvGrpSpPr/>
            <p:nvPr/>
          </p:nvGrpSpPr>
          <p:grpSpPr>
            <a:xfrm>
              <a:off x="3062791" y="3676635"/>
              <a:ext cx="1764997" cy="273167"/>
              <a:chOff x="3062789" y="3676635"/>
              <a:chExt cx="1777734" cy="27316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CE1233BF-B092-2C55-F8AE-CE708BF1C240}"/>
                  </a:ext>
                </a:extLst>
              </p:cNvPr>
              <p:cNvGrpSpPr/>
              <p:nvPr/>
            </p:nvGrpSpPr>
            <p:grpSpPr>
              <a:xfrm>
                <a:off x="3062789" y="3676635"/>
                <a:ext cx="1774643" cy="273167"/>
                <a:chOff x="3062789" y="3676635"/>
                <a:chExt cx="1774643" cy="273167"/>
              </a:xfrm>
            </p:grpSpPr>
            <p:cxnSp>
              <p:nvCxnSpPr>
                <p:cNvPr id="8" name="Elbow Connector 7">
                  <a:extLst>
                    <a:ext uri="{FF2B5EF4-FFF2-40B4-BE49-F238E27FC236}">
                      <a16:creationId xmlns:a16="http://schemas.microsoft.com/office/drawing/2014/main" id="{571563F3-BA9D-80BB-9E37-B1A17E0C84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62789" y="3676635"/>
                  <a:ext cx="594465" cy="273167"/>
                </a:xfrm>
                <a:prstGeom prst="bentConnector3">
                  <a:avLst>
                    <a:gd name="adj1" fmla="val 50000"/>
                  </a:avLst>
                </a:prstGeom>
                <a:ln w="57150">
                  <a:solidFill>
                    <a:schemeClr val="accent5"/>
                  </a:solidFill>
                  <a:headEnd w="sm" len="sm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61C79279-212D-2CC4-4A06-A8E478A2E1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73043" y="3685038"/>
                  <a:ext cx="1464389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9BE66148-E322-3EFA-1225-DA4F589391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6135" y="3945891"/>
                <a:ext cx="14643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A79D40B-83CF-C1E2-886C-D2CC8D3EDAEB}"/>
              </a:ext>
            </a:extLst>
          </p:cNvPr>
          <p:cNvSpPr txBox="1"/>
          <p:nvPr/>
        </p:nvSpPr>
        <p:spPr>
          <a:xfrm>
            <a:off x="4062897" y="5552119"/>
            <a:ext cx="817853" cy="520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954611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D1D18-0303-1A0D-9FE4-38659BB4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A35C7FF-EA5D-E25A-4FC0-D68B09E001FD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74B97EAA-9A5B-710B-509C-93B15C53C023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9D7C2C0C-D5F9-0F44-7911-AB8B8D8CACDA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5E49BB37-CC02-D8DC-C492-0E064EEE4DA7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4FB6B91B-94E3-8149-DC88-E1E55D61513A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7659A240-E85E-5C94-E1B6-2E33572EC1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3D1CBF3E-CC7B-558D-8FA5-BBAF7E923C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A578DCFE-1B6E-A8AC-0892-8D786335CC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5BFA3CDB-98C2-112C-CF44-16AE60A12BE4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8FC3CD6-F4BE-CB16-3841-4BE07EF0402A}"/>
              </a:ext>
            </a:extLst>
          </p:cNvPr>
          <p:cNvGrpSpPr/>
          <p:nvPr/>
        </p:nvGrpSpPr>
        <p:grpSpPr>
          <a:xfrm>
            <a:off x="659332" y="2260284"/>
            <a:ext cx="2743200" cy="1409285"/>
            <a:chOff x="659332" y="2260284"/>
            <a:chExt cx="2743200" cy="140928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38BDD54-2560-C13A-BB6A-1E059FEB726A}"/>
                </a:ext>
              </a:extLst>
            </p:cNvPr>
            <p:cNvGrpSpPr/>
            <p:nvPr/>
          </p:nvGrpSpPr>
          <p:grpSpPr>
            <a:xfrm>
              <a:off x="659332" y="2260284"/>
              <a:ext cx="2743200" cy="1409285"/>
              <a:chOff x="659332" y="2260284"/>
              <a:chExt cx="2743200" cy="1409285"/>
            </a:xfrm>
          </p:grpSpPr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id="{6D72B8D1-C6F5-D68B-5600-B90616A3E582}"/>
                  </a:ext>
                </a:extLst>
              </p:cNvPr>
              <p:cNvCxnSpPr>
                <a:cxnSpLocks/>
                <a:endCxn id="331" idx="1"/>
              </p:cNvCxnSpPr>
              <p:nvPr/>
            </p:nvCxnSpPr>
            <p:spPr>
              <a:xfrm rot="16200000" flipH="1">
                <a:off x="368042" y="2581247"/>
                <a:ext cx="1383680" cy="741756"/>
              </a:xfrm>
              <a:prstGeom prst="bentConnector2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15EDB0C6-02A1-6440-8E73-BDA05840C452}"/>
                  </a:ext>
                </a:extLst>
              </p:cNvPr>
              <p:cNvGrpSpPr/>
              <p:nvPr/>
            </p:nvGrpSpPr>
            <p:grpSpPr>
              <a:xfrm>
                <a:off x="1780532" y="2965993"/>
                <a:ext cx="673038" cy="703576"/>
                <a:chOff x="1780532" y="2965993"/>
                <a:chExt cx="673038" cy="703576"/>
              </a:xfrm>
            </p:grpSpPr>
            <p:cxnSp>
              <p:nvCxnSpPr>
                <p:cNvPr id="44" name="Elbow Connector 43">
                  <a:extLst>
                    <a:ext uri="{FF2B5EF4-FFF2-40B4-BE49-F238E27FC236}">
                      <a16:creationId xmlns:a16="http://schemas.microsoft.com/office/drawing/2014/main" id="{8E653465-42BF-7D49-5BBA-57E8F05970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830481" y="3046480"/>
                  <a:ext cx="703576" cy="542602"/>
                </a:xfrm>
                <a:prstGeom prst="bentConnector3">
                  <a:avLst>
                    <a:gd name="adj1" fmla="val 100542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10A47135-AC32-3B73-38B4-C0C2235212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532" y="3655540"/>
                  <a:ext cx="130436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133F4F0-E329-BA58-B7E3-C007D57CB3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332" y="2260284"/>
                <a:ext cx="2743200" cy="1985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>
                <a:extLst>
                  <a:ext uri="{FF2B5EF4-FFF2-40B4-BE49-F238E27FC236}">
                    <a16:creationId xmlns:a16="http://schemas.microsoft.com/office/drawing/2014/main" id="{0A6075C0-EC8D-34EA-B2B8-31A69AEE9BC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993946" y="2363686"/>
                <a:ext cx="477525" cy="270723"/>
              </a:xfrm>
              <a:prstGeom prst="bentConnector3">
                <a:avLst>
                  <a:gd name="adj1" fmla="val -5318"/>
                </a:avLst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5B7E1B5-D0B6-2304-56EB-5E43A3F8BA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F7656AD-9D89-7B70-C12E-352817BC1E57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A1F67B-B680-C922-40C8-876DF13F1967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E1EBDA00-3AF6-1E87-9E16-432EC8E36865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F14970BA-843F-4549-E23B-E92B8D5D6AAB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288BA11-2E6A-A1C2-FFCF-D02495C3F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</a:t>
            </a:r>
            <a:r>
              <a:rPr lang="en-US" dirty="0"/>
              <a:t> Datapath (4/6)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15825242-50C0-698F-E859-2638E487A20E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0A1DC012-5CC7-8E48-8E3B-C4D9857ECE1B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33B46F7C-B651-6EEB-4B18-ED54232ED13B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A0138B93-4886-7F8E-B81B-4E9D21936E12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3B8CFB10-9C22-CF94-4504-F9C9A602C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FBA5BD61-6A44-6135-464C-CD502E792DC5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896F3006-7B42-D0E0-6012-8F7152D4184F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E22E4C98-7B40-818F-B411-035521A92863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DB84FCF9-BF7F-19B8-40C8-32C77F5CA3E1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1CA25B04-FC9B-585D-F8C1-DE6E84126F37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209B8F5F-4487-BD9E-2484-C8F54A6BBF67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5268B422-245C-2C30-CEB5-B552D9C6175A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6376BC25-3414-CC1A-7639-2C5815CA3F3C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534CC126-6F0E-D079-DD0F-806291D08A68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E0D4BDAD-DEE9-CFF6-9502-F62DF2E4A48E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AC559214-117A-F38E-0BB0-17BDAE59BE9E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DE655EE7-2F11-6BCC-3544-9AEE2148564D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526009B4-C264-DB64-FC45-770DEF8F550D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CE6CBB89-DE21-C427-7D7B-9384BA16DA51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5500A076-D77F-9672-087D-7187DE42906B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8A839C05-5F3D-F63D-34B5-D22DF918725D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0F77A7-E618-F606-FAC4-D4CE4A2EAFB7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87CDC6-1860-70CE-3C5B-C410265E8B34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17BDAB-2C54-34FF-D4B4-DF6E59239AAD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CB17098-85BF-CAF9-C478-A623674C860B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490D7AEF-13E5-EF5B-4595-EBCC44D08863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28421F1B-2613-D5B1-8D1D-3E6630B1B9A9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FF1BF7D-83B0-9445-D561-CB2CF103D2C4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BCEF0D0-06A6-08A4-90EB-ACB2BF28DBAD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5ABEA9C8-9C75-B340-CCDF-1B2792CF23F7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AF6D414-515E-302C-F8E1-1D9F2A2EB9FF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19EB33C8-6ACA-F50E-43F4-C3D9542BD9F4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FFB0A882-4E30-F062-AD9E-C3EAEE5945E4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F5F575B5-5E33-E4C5-8D1D-3D7F13988182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3683438F-909B-1807-30F5-F6D34A176702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DA6A41E-ED6B-5CBA-2E0C-667D98D9FE26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E00C0A-B422-6166-EB87-690733AD28E0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6CE33D9F-DFCB-1E54-E645-937B089BD2CF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065C71-20B8-E280-FDFA-43FF44F47B37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7A7331A-8A13-6EF6-C022-D345A6647F59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DDBA50-EB6B-AAE0-B7AE-8A96C9195712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23DDA844-CD8F-39B8-29B8-92BF4E94D7F9}"/>
              </a:ext>
            </a:extLst>
          </p:cNvPr>
          <p:cNvSpPr txBox="1"/>
          <p:nvPr/>
        </p:nvSpPr>
        <p:spPr>
          <a:xfrm>
            <a:off x="293424" y="1001583"/>
            <a:ext cx="263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F1173177-00E2-CB87-FFDB-92B56526CFF8}"/>
              </a:ext>
            </a:extLst>
          </p:cNvPr>
          <p:cNvSpPr txBox="1"/>
          <p:nvPr/>
        </p:nvSpPr>
        <p:spPr>
          <a:xfrm>
            <a:off x="3118252" y="1001582"/>
            <a:ext cx="2664586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 from</a:t>
            </a:r>
            <a:b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S-type instruction.</a:t>
            </a:r>
          </a:p>
        </p:txBody>
      </p:sp>
      <p:sp>
        <p:nvSpPr>
          <p:cNvPr id="24" name="Isosceles Triangle 59">
            <a:extLst>
              <a:ext uri="{FF2B5EF4-FFF2-40B4-BE49-F238E27FC236}">
                <a16:creationId xmlns:a16="http://schemas.microsoft.com/office/drawing/2014/main" id="{7D32BA71-80BF-6C2A-994B-19C48D70B04C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4FC16C-58E9-DCA2-A0D8-F5F2F0997987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C4BC42-B136-8819-34EB-EE72A9ACE0AF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63FEC78-1D0F-943C-9049-CF8DF98AD29B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07A48B1-2E5E-03A9-6091-3C90FBC535F5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BE5C86B-853C-2859-B463-DB19464B90F4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082B6FC-D002-542C-CA36-D4EB5C3B16F7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919DB4C-FA39-6256-D3AF-AE8FB646BF58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/>
        </p:grpSpPr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CF03E2C5-433D-054A-9B9C-6E509DEAB02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346334B-1158-2299-2469-B9F8732F8A0C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3F4AFB94-8988-A630-3536-CFF7BF5A6C0D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rapezoid 51">
            <a:extLst>
              <a:ext uri="{FF2B5EF4-FFF2-40B4-BE49-F238E27FC236}">
                <a16:creationId xmlns:a16="http://schemas.microsoft.com/office/drawing/2014/main" id="{5A29A09C-EDC4-E210-27AC-8FECA68FAF35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81F14D26-4002-F0E0-6120-A00B5CEEDBEA}"/>
              </a:ext>
            </a:extLst>
          </p:cNvPr>
          <p:cNvCxnSpPr>
            <a:cxnSpLocks/>
          </p:cNvCxnSpPr>
          <p:nvPr/>
        </p:nvCxnSpPr>
        <p:spPr>
          <a:xfrm flipV="1">
            <a:off x="8929306" y="3375224"/>
            <a:ext cx="1611670" cy="592716"/>
          </a:xfrm>
          <a:prstGeom prst="bentConnector3">
            <a:avLst>
              <a:gd name="adj1" fmla="val 288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3FA1CAC-0185-C037-198B-E2A5060010CD}"/>
              </a:ext>
            </a:extLst>
          </p:cNvPr>
          <p:cNvSpPr txBox="1"/>
          <p:nvPr/>
        </p:nvSpPr>
        <p:spPr>
          <a:xfrm>
            <a:off x="10106672" y="3087231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5CF2CC2-CE40-2EB2-C506-523DFD167B0A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B81DF602-0051-B27E-59E4-09BB5A627D4A}"/>
              </a:ext>
            </a:extLst>
          </p:cNvPr>
          <p:cNvGrpSpPr/>
          <p:nvPr/>
        </p:nvGrpSpPr>
        <p:grpSpPr>
          <a:xfrm>
            <a:off x="4062897" y="5524627"/>
            <a:ext cx="6835927" cy="752471"/>
            <a:chOff x="4062897" y="5524627"/>
            <a:chExt cx="6835927" cy="75247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836F7CD-476C-F8D2-A2FA-02A0925C04AF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2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E9489E-7356-1B38-B857-462C72C5DBD4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7228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  <a:b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</a:b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F6B2B79-8D7B-2713-4EFB-9503FFA9B397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C66C1BD-EC5A-90E5-CA79-82A57DA6279C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9C42D60-07DC-5A15-BBB7-6E52D207586D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Write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32C93C9-3A1A-485C-9C58-199E2CC6C09B}"/>
                </a:ext>
              </a:extLst>
            </p:cNvPr>
            <p:cNvSpPr txBox="1"/>
            <p:nvPr/>
          </p:nvSpPr>
          <p:spPr>
            <a:xfrm>
              <a:off x="10252493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*</a:t>
              </a: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490CA49-C7AE-29EA-628F-063F056EB896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AAB9F087-1024-60F9-E986-2728A452BD31}"/>
              </a:ext>
            </a:extLst>
          </p:cNvPr>
          <p:cNvGrpSpPr/>
          <p:nvPr/>
        </p:nvGrpSpPr>
        <p:grpSpPr>
          <a:xfrm>
            <a:off x="6409509" y="4232591"/>
            <a:ext cx="2711119" cy="560751"/>
            <a:chOff x="6409509" y="4232591"/>
            <a:chExt cx="2711119" cy="560751"/>
          </a:xfrm>
        </p:grpSpPr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74700802-5748-E757-7608-C7A4891CE0DB}"/>
                </a:ext>
              </a:extLst>
            </p:cNvPr>
            <p:cNvCxnSpPr>
              <a:cxnSpLocks/>
            </p:cNvCxnSpPr>
            <p:nvPr/>
          </p:nvCxnSpPr>
          <p:spPr>
            <a:xfrm>
              <a:off x="6409509" y="4232591"/>
              <a:ext cx="2490278" cy="552042"/>
            </a:xfrm>
            <a:prstGeom prst="bentConnector3">
              <a:avLst>
                <a:gd name="adj1" fmla="val 55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635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lbow Connector 27">
              <a:extLst>
                <a:ext uri="{FF2B5EF4-FFF2-40B4-BE49-F238E27FC236}">
                  <a16:creationId xmlns:a16="http://schemas.microsoft.com/office/drawing/2014/main" id="{10087B28-38A2-4A27-5664-292DA6E983D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FB24456-AED7-5E62-355D-912F5177005C}"/>
              </a:ext>
            </a:extLst>
          </p:cNvPr>
          <p:cNvGrpSpPr/>
          <p:nvPr/>
        </p:nvGrpSpPr>
        <p:grpSpPr>
          <a:xfrm>
            <a:off x="3062791" y="3676635"/>
            <a:ext cx="4696255" cy="1860875"/>
            <a:chOff x="3062791" y="3676635"/>
            <a:chExt cx="4696255" cy="1860875"/>
          </a:xfrm>
        </p:grpSpPr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BAB3CBFD-3360-D49E-E943-A10928FEA5D2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469" name="Straight Arrow Connector 468">
                <a:extLst>
                  <a:ext uri="{FF2B5EF4-FFF2-40B4-BE49-F238E27FC236}">
                    <a16:creationId xmlns:a16="http://schemas.microsoft.com/office/drawing/2014/main" id="{CA6BFA03-2493-3351-30FC-E738DF0807AD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Arrow Connector 469">
                <a:extLst>
                  <a:ext uri="{FF2B5EF4-FFF2-40B4-BE49-F238E27FC236}">
                    <a16:creationId xmlns:a16="http://schemas.microsoft.com/office/drawing/2014/main" id="{911C14B4-56B7-DCA9-563F-1989B464B2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Elbow Connector 470">
                <a:extLst>
                  <a:ext uri="{FF2B5EF4-FFF2-40B4-BE49-F238E27FC236}">
                    <a16:creationId xmlns:a16="http://schemas.microsoft.com/office/drawing/2014/main" id="{D11D0E30-F278-3B19-AF20-233B4D82038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F143368-E201-461C-9989-90651D79FA85}"/>
                </a:ext>
              </a:extLst>
            </p:cNvPr>
            <p:cNvGrpSpPr/>
            <p:nvPr/>
          </p:nvGrpSpPr>
          <p:grpSpPr>
            <a:xfrm>
              <a:off x="3062791" y="3676635"/>
              <a:ext cx="1764997" cy="273167"/>
              <a:chOff x="3062789" y="3676635"/>
              <a:chExt cx="1777734" cy="27316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E21F923-6A68-F88B-7827-C97FCCCF9E9E}"/>
                  </a:ext>
                </a:extLst>
              </p:cNvPr>
              <p:cNvGrpSpPr/>
              <p:nvPr/>
            </p:nvGrpSpPr>
            <p:grpSpPr>
              <a:xfrm>
                <a:off x="3062789" y="3676635"/>
                <a:ext cx="1774643" cy="273167"/>
                <a:chOff x="3062789" y="3676635"/>
                <a:chExt cx="1774643" cy="273167"/>
              </a:xfrm>
            </p:grpSpPr>
            <p:cxnSp>
              <p:nvCxnSpPr>
                <p:cNvPr id="8" name="Elbow Connector 7">
                  <a:extLst>
                    <a:ext uri="{FF2B5EF4-FFF2-40B4-BE49-F238E27FC236}">
                      <a16:creationId xmlns:a16="http://schemas.microsoft.com/office/drawing/2014/main" id="{96C2AAA8-636F-8639-9FE5-1882424C16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62789" y="3676635"/>
                  <a:ext cx="594465" cy="273167"/>
                </a:xfrm>
                <a:prstGeom prst="bentConnector3">
                  <a:avLst>
                    <a:gd name="adj1" fmla="val 50000"/>
                  </a:avLst>
                </a:prstGeom>
                <a:ln w="57150">
                  <a:solidFill>
                    <a:schemeClr val="accent5"/>
                  </a:solidFill>
                  <a:headEnd w="sm" len="sm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A4D8AF10-9019-2AD7-18E8-721039F0B4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73043" y="3685038"/>
                  <a:ext cx="1464389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8D9F1B59-2BB0-23A7-D98E-2ADEA47D46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6135" y="3945891"/>
                <a:ext cx="14643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538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37EE3-7733-2107-AD84-238AF2116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8CF1A28-B31D-5277-E636-B3C59A1DFF3A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E808331D-D296-588C-2A87-80CEE40541CB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86C4051A-428E-D172-AF51-EDD2DA0278CE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195D8B04-B7AC-CA57-D2B3-BF17674497C3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F69F4D65-76E6-622D-4F68-D4490D8DAE2A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FCE9F8C5-0049-7AEE-6D15-9526253652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03CD0D6C-F917-E232-D607-36A4D60F9C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5FAF3D44-1108-AA50-5D98-F5A987C19C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5AFA61D8-6710-F43A-98A3-A534103B95DE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F194F7-EECC-FD8E-197C-5E8C156485E7}"/>
              </a:ext>
            </a:extLst>
          </p:cNvPr>
          <p:cNvGrpSpPr/>
          <p:nvPr/>
        </p:nvGrpSpPr>
        <p:grpSpPr>
          <a:xfrm>
            <a:off x="659332" y="2260284"/>
            <a:ext cx="2743200" cy="1409285"/>
            <a:chOff x="659332" y="2260284"/>
            <a:chExt cx="2743200" cy="140928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D6BC73F-0103-0C28-6D57-B0ED57D5C612}"/>
                </a:ext>
              </a:extLst>
            </p:cNvPr>
            <p:cNvGrpSpPr/>
            <p:nvPr/>
          </p:nvGrpSpPr>
          <p:grpSpPr>
            <a:xfrm>
              <a:off x="659332" y="2260284"/>
              <a:ext cx="2743200" cy="1409285"/>
              <a:chOff x="659332" y="2260284"/>
              <a:chExt cx="2743200" cy="1409285"/>
            </a:xfrm>
          </p:grpSpPr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id="{638DA031-F45A-D7E4-612E-15F61DF558F3}"/>
                  </a:ext>
                </a:extLst>
              </p:cNvPr>
              <p:cNvCxnSpPr>
                <a:cxnSpLocks/>
                <a:endCxn id="331" idx="1"/>
              </p:cNvCxnSpPr>
              <p:nvPr/>
            </p:nvCxnSpPr>
            <p:spPr>
              <a:xfrm rot="16200000" flipH="1">
                <a:off x="368042" y="2581247"/>
                <a:ext cx="1383680" cy="741756"/>
              </a:xfrm>
              <a:prstGeom prst="bentConnector2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244C1F48-DF53-C8D3-CE73-A5616EB0E5EE}"/>
                  </a:ext>
                </a:extLst>
              </p:cNvPr>
              <p:cNvGrpSpPr/>
              <p:nvPr/>
            </p:nvGrpSpPr>
            <p:grpSpPr>
              <a:xfrm>
                <a:off x="1780532" y="2965993"/>
                <a:ext cx="673038" cy="703576"/>
                <a:chOff x="1780532" y="2965993"/>
                <a:chExt cx="673038" cy="703576"/>
              </a:xfrm>
            </p:grpSpPr>
            <p:cxnSp>
              <p:nvCxnSpPr>
                <p:cNvPr id="44" name="Elbow Connector 43">
                  <a:extLst>
                    <a:ext uri="{FF2B5EF4-FFF2-40B4-BE49-F238E27FC236}">
                      <a16:creationId xmlns:a16="http://schemas.microsoft.com/office/drawing/2014/main" id="{FCEEA2DE-9C88-0984-4444-BD397DCC3C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830481" y="3046480"/>
                  <a:ext cx="703576" cy="542602"/>
                </a:xfrm>
                <a:prstGeom prst="bentConnector3">
                  <a:avLst>
                    <a:gd name="adj1" fmla="val 100542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7BE90CDC-4DD5-4997-697C-78755DDC69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532" y="3655540"/>
                  <a:ext cx="130436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634F363-5A21-76C1-2BF5-A510D7F150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332" y="2260284"/>
                <a:ext cx="2743200" cy="1985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>
                <a:extLst>
                  <a:ext uri="{FF2B5EF4-FFF2-40B4-BE49-F238E27FC236}">
                    <a16:creationId xmlns:a16="http://schemas.microsoft.com/office/drawing/2014/main" id="{BBB7D742-2F53-70B6-9468-59384D0BDA0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993946" y="2363686"/>
                <a:ext cx="477525" cy="270723"/>
              </a:xfrm>
              <a:prstGeom prst="bentConnector3">
                <a:avLst>
                  <a:gd name="adj1" fmla="val -5318"/>
                </a:avLst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7483FB2-8C02-F996-60EE-ED0E37EEDF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03D0613-BEA7-3EC5-6BAD-92B232AA3DF7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FC0153-751F-8E5E-ECA7-B9A8266C56A1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CAF520B2-8929-C64E-94B9-19681C092DF2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7659D747-099F-9842-9053-DC42734BB5AD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7552978-16FC-C74E-B587-B2574BFE9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</a:t>
            </a:r>
            <a:r>
              <a:rPr lang="en-US" dirty="0"/>
              <a:t> Datapath (5/6)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4012C525-9E3C-9F66-12A7-B31897E7CBFD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543911D8-E191-032D-F9BF-967AFD0F5A53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6C7F1F2D-1B58-8171-5D70-FD52AE98246B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E0A08A08-3A48-E2C0-35F4-A7BC1DE66279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752549C7-44E8-C956-0A0D-3EC0B6B87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51D6CC68-CE0D-1910-4913-79CA46322855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3F43531B-BEEE-A122-29F1-2E775E019BBF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18F2B715-9F35-2954-2D01-457DAA991F16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F57F43B0-368F-A4BA-F229-4B17461CF1B4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F35C322C-4EB3-6029-E078-56FEA96F0630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DF29E0E6-F9F2-90A6-EC62-B534157E9CA1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0EF4DDF8-1A2B-5439-6FA1-C897A8F4A14A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6635A310-FF36-E7BD-3203-66C925994F1A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42FEFF15-51A4-D1BD-4537-E606227E5222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691F442F-4CA7-2D4A-66B1-91F1809E5A77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5797EC97-60FD-E766-F880-183986222135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B32AB03D-1196-F984-CE84-6DDFE636D28E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DFA30FF1-A746-EF03-11AB-97462253BD85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E58CAFB4-16CB-01AC-0F75-33E2096F1C97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065BDF2D-064B-5F4D-9318-C91D14C9AE86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55CC07E4-BFB0-1F86-37F7-8AD4F2DDBD67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EB2A8B-F026-2CE5-D842-F422E1BF9141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FE5FA1-EA94-B00E-716E-91748531E289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123D21-E9A5-92BD-B61D-2561D33277E6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A2AE579-CF7B-AA8F-B09C-AC18EC1EA301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19B22DD0-E430-5C75-A2DF-05E1C7697B8D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5E71E79-D5E1-282B-EC5A-5CB92B04CC39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271A7D1-F25B-145E-BFD5-D9A7BC2B2433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7028CC6-C559-E982-5CB9-E82B5B230020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A7AD830-AA87-9772-61E5-625A054C6618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109E9FF-CC3C-207A-1683-9E0A72A775AB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AAEE9FD5-5143-1A44-243F-BFC83EB239D8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EEA9108-DF65-45A2-F8CF-F2213E280AD1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A8BE8AA4-2AFF-2573-490E-BA86A7FF5748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0BF91C62-69EB-38BF-3180-6F1B1F212EB5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8F94DEB-06C5-EFD8-2FC6-04E90711582C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9DC025A-1276-CC89-2D32-6ACCBBEB7CBF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D5C6079A-0CDF-F8D5-5C26-F06151233C3A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0F657C1-9CCF-EFA8-41AE-4C92BD82ED56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1212605-91A7-A526-2B3E-4F803D86FE5C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38F071-6D42-513C-E23C-56E804814627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455A49E4-6E90-3A43-280D-4EC8EDAEE793}"/>
              </a:ext>
            </a:extLst>
          </p:cNvPr>
          <p:cNvGrpSpPr/>
          <p:nvPr/>
        </p:nvGrpSpPr>
        <p:grpSpPr>
          <a:xfrm>
            <a:off x="6246032" y="3676635"/>
            <a:ext cx="2051960" cy="850523"/>
            <a:chOff x="6246032" y="3676635"/>
            <a:chExt cx="2051960" cy="850523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0A71D1C0-47D5-F396-BB32-63EBE1D41CB7}"/>
                </a:ext>
              </a:extLst>
            </p:cNvPr>
            <p:cNvCxnSpPr>
              <a:cxnSpLocks/>
            </p:cNvCxnSpPr>
            <p:nvPr/>
          </p:nvCxnSpPr>
          <p:spPr>
            <a:xfrm>
              <a:off x="7996240" y="4431194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564ECD29-4B96-7AC1-E476-276709597D4F}"/>
                </a:ext>
              </a:extLst>
            </p:cNvPr>
            <p:cNvSpPr/>
            <p:nvPr/>
          </p:nvSpPr>
          <p:spPr>
            <a:xfrm>
              <a:off x="7685590" y="4433105"/>
              <a:ext cx="405114" cy="94053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7" name="Straight Arrow Connector 476">
              <a:extLst>
                <a:ext uri="{FF2B5EF4-FFF2-40B4-BE49-F238E27FC236}">
                  <a16:creationId xmlns:a16="http://schemas.microsoft.com/office/drawing/2014/main" id="{7F6285EE-46B1-914D-808F-013118604501}"/>
                </a:ext>
              </a:extLst>
            </p:cNvPr>
            <p:cNvCxnSpPr>
              <a:cxnSpLocks/>
            </p:cNvCxnSpPr>
            <p:nvPr/>
          </p:nvCxnSpPr>
          <p:spPr>
            <a:xfrm>
              <a:off x="6246032" y="3676635"/>
              <a:ext cx="2048256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3" name="TextBox 482">
            <a:extLst>
              <a:ext uri="{FF2B5EF4-FFF2-40B4-BE49-F238E27FC236}">
                <a16:creationId xmlns:a16="http://schemas.microsoft.com/office/drawing/2014/main" id="{2FC41737-2BCE-AB64-6330-7B388591DD4B}"/>
              </a:ext>
            </a:extLst>
          </p:cNvPr>
          <p:cNvSpPr txBox="1"/>
          <p:nvPr/>
        </p:nvSpPr>
        <p:spPr>
          <a:xfrm>
            <a:off x="293424" y="1001583"/>
            <a:ext cx="263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C94B9EC7-9C0F-FD7C-4590-CCB58EA79E97}"/>
              </a:ext>
            </a:extLst>
          </p:cNvPr>
          <p:cNvSpPr txBox="1"/>
          <p:nvPr/>
        </p:nvSpPr>
        <p:spPr>
          <a:xfrm>
            <a:off x="6156903" y="998582"/>
            <a:ext cx="2356549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ALU computes</a:t>
            </a:r>
            <a:b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address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 =</a:t>
            </a:r>
            <a:b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R[rs1] +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FDD73FCB-6C4C-E7D9-50C2-0324295288D4}"/>
              </a:ext>
            </a:extLst>
          </p:cNvPr>
          <p:cNvSpPr txBox="1"/>
          <p:nvPr/>
        </p:nvSpPr>
        <p:spPr>
          <a:xfrm>
            <a:off x="3118252" y="1001582"/>
            <a:ext cx="2664586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 from</a:t>
            </a:r>
            <a:b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S-type instruction.</a:t>
            </a:r>
          </a:p>
        </p:txBody>
      </p:sp>
      <p:sp>
        <p:nvSpPr>
          <p:cNvPr id="24" name="Isosceles Triangle 59">
            <a:extLst>
              <a:ext uri="{FF2B5EF4-FFF2-40B4-BE49-F238E27FC236}">
                <a16:creationId xmlns:a16="http://schemas.microsoft.com/office/drawing/2014/main" id="{028AF1AC-D288-EF03-98D6-E4B3D7F97C0B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6A1A1E-73D6-E0B9-7D41-BDECD77111D5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D3FDEB-68C9-9DB2-DA15-D2ADD768672A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54EE827-7FDC-85D5-7E1D-B70ADE2DDCC8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4B6239E-8F1E-72C5-F383-785D13D5BD0D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A30221B-1B49-9E26-6774-E3B327AE8FBA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2B854C0-B8D7-FCA6-8EEA-2AFDB9DDF4CC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A652BEE-4ED8-1ABF-254F-3FBD90E6A7B3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/>
        </p:grpSpPr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2588FDB8-2957-386A-A3FE-FE69BB93031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4016B79-AEE2-0158-0EB8-26442BAAF0B5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0A3BFAAC-A5DE-27AF-F879-2F0E2A31CD8E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rapezoid 51">
            <a:extLst>
              <a:ext uri="{FF2B5EF4-FFF2-40B4-BE49-F238E27FC236}">
                <a16:creationId xmlns:a16="http://schemas.microsoft.com/office/drawing/2014/main" id="{053DDBFF-E119-5F1B-23DC-39B9DA922478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C3BB7B7A-8392-EB1E-0E31-C9103A420CA8}"/>
              </a:ext>
            </a:extLst>
          </p:cNvPr>
          <p:cNvCxnSpPr>
            <a:cxnSpLocks/>
          </p:cNvCxnSpPr>
          <p:nvPr/>
        </p:nvCxnSpPr>
        <p:spPr>
          <a:xfrm flipV="1">
            <a:off x="8929306" y="3375224"/>
            <a:ext cx="1611670" cy="592716"/>
          </a:xfrm>
          <a:prstGeom prst="bentConnector3">
            <a:avLst>
              <a:gd name="adj1" fmla="val 288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D58C930-290B-B450-6A5D-02FDAE235F02}"/>
              </a:ext>
            </a:extLst>
          </p:cNvPr>
          <p:cNvSpPr txBox="1"/>
          <p:nvPr/>
        </p:nvSpPr>
        <p:spPr>
          <a:xfrm>
            <a:off x="10106672" y="3087231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742BA32-4B06-CC68-4C4C-7695BCECF13B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AF563769-B4EE-9BF9-4D98-89D62670AE93}"/>
              </a:ext>
            </a:extLst>
          </p:cNvPr>
          <p:cNvGrpSpPr/>
          <p:nvPr/>
        </p:nvGrpSpPr>
        <p:grpSpPr>
          <a:xfrm>
            <a:off x="4062897" y="5524627"/>
            <a:ext cx="6835927" cy="752471"/>
            <a:chOff x="4062897" y="5524627"/>
            <a:chExt cx="6835927" cy="75247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2E4DD70-3268-5F1D-6779-1755A8F4C392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2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72DFA1A-C8A9-B6FC-5158-D8BE54D8FB07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7228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  <a:b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</a:b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A2D8443-68AB-1775-69A8-91FA4379289F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830E9BD-4986-6E93-CB76-802E46686662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D84B99D-E7C5-2122-0F3F-B24F691CD04F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Write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2158CA5-AC4C-EAE8-DBC9-53110C079037}"/>
                </a:ext>
              </a:extLst>
            </p:cNvPr>
            <p:cNvSpPr txBox="1"/>
            <p:nvPr/>
          </p:nvSpPr>
          <p:spPr>
            <a:xfrm>
              <a:off x="10252493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*</a:t>
              </a: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A8D3156-AC99-B1CA-5668-BD431C251B4C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CD730F33-0CE1-5AE4-291C-87B5ADBE0E6F}"/>
              </a:ext>
            </a:extLst>
          </p:cNvPr>
          <p:cNvGrpSpPr/>
          <p:nvPr/>
        </p:nvGrpSpPr>
        <p:grpSpPr>
          <a:xfrm>
            <a:off x="6409509" y="4232591"/>
            <a:ext cx="2711119" cy="560751"/>
            <a:chOff x="6409509" y="4232591"/>
            <a:chExt cx="2711119" cy="560751"/>
          </a:xfrm>
        </p:grpSpPr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DF64A695-A5CF-8873-3AE7-DEAA20B4E59E}"/>
                </a:ext>
              </a:extLst>
            </p:cNvPr>
            <p:cNvCxnSpPr>
              <a:cxnSpLocks/>
            </p:cNvCxnSpPr>
            <p:nvPr/>
          </p:nvCxnSpPr>
          <p:spPr>
            <a:xfrm>
              <a:off x="6409509" y="4232591"/>
              <a:ext cx="2490278" cy="552042"/>
            </a:xfrm>
            <a:prstGeom prst="bentConnector3">
              <a:avLst>
                <a:gd name="adj1" fmla="val 55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635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lbow Connector 27">
              <a:extLst>
                <a:ext uri="{FF2B5EF4-FFF2-40B4-BE49-F238E27FC236}">
                  <a16:creationId xmlns:a16="http://schemas.microsoft.com/office/drawing/2014/main" id="{52BCF60D-B8EB-8CDB-B0C6-0C994093F4C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9671A70-73AF-BA16-1BDA-00927F9AE192}"/>
              </a:ext>
            </a:extLst>
          </p:cNvPr>
          <p:cNvGrpSpPr/>
          <p:nvPr/>
        </p:nvGrpSpPr>
        <p:grpSpPr>
          <a:xfrm>
            <a:off x="3062791" y="3676635"/>
            <a:ext cx="4696255" cy="1860875"/>
            <a:chOff x="3062791" y="3676635"/>
            <a:chExt cx="4696255" cy="1860875"/>
          </a:xfrm>
        </p:grpSpPr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D899E3BC-6773-1BBE-62AA-F28B06ED1269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469" name="Straight Arrow Connector 468">
                <a:extLst>
                  <a:ext uri="{FF2B5EF4-FFF2-40B4-BE49-F238E27FC236}">
                    <a16:creationId xmlns:a16="http://schemas.microsoft.com/office/drawing/2014/main" id="{C8371345-A037-55CB-414D-38CCD702C224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Arrow Connector 469">
                <a:extLst>
                  <a:ext uri="{FF2B5EF4-FFF2-40B4-BE49-F238E27FC236}">
                    <a16:creationId xmlns:a16="http://schemas.microsoft.com/office/drawing/2014/main" id="{5C08F25E-4E2E-C783-E2B3-C923378BCE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Elbow Connector 470">
                <a:extLst>
                  <a:ext uri="{FF2B5EF4-FFF2-40B4-BE49-F238E27FC236}">
                    <a16:creationId xmlns:a16="http://schemas.microsoft.com/office/drawing/2014/main" id="{63C8D855-EA48-BAD0-874E-EB9825EE342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FC6924A-60C5-A026-1711-FB2E90942CAD}"/>
                </a:ext>
              </a:extLst>
            </p:cNvPr>
            <p:cNvGrpSpPr/>
            <p:nvPr/>
          </p:nvGrpSpPr>
          <p:grpSpPr>
            <a:xfrm>
              <a:off x="3062791" y="3676635"/>
              <a:ext cx="1764997" cy="273167"/>
              <a:chOff x="3062789" y="3676635"/>
              <a:chExt cx="1777734" cy="27316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DE75BBE5-3652-A806-7735-A6628F52DA47}"/>
                  </a:ext>
                </a:extLst>
              </p:cNvPr>
              <p:cNvGrpSpPr/>
              <p:nvPr/>
            </p:nvGrpSpPr>
            <p:grpSpPr>
              <a:xfrm>
                <a:off x="3062789" y="3676635"/>
                <a:ext cx="1774643" cy="273167"/>
                <a:chOff x="3062789" y="3676635"/>
                <a:chExt cx="1774643" cy="273167"/>
              </a:xfrm>
            </p:grpSpPr>
            <p:cxnSp>
              <p:nvCxnSpPr>
                <p:cNvPr id="8" name="Elbow Connector 7">
                  <a:extLst>
                    <a:ext uri="{FF2B5EF4-FFF2-40B4-BE49-F238E27FC236}">
                      <a16:creationId xmlns:a16="http://schemas.microsoft.com/office/drawing/2014/main" id="{FFBD40B3-9533-EC0E-A9E1-12591D2916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62789" y="3676635"/>
                  <a:ext cx="594465" cy="273167"/>
                </a:xfrm>
                <a:prstGeom prst="bentConnector3">
                  <a:avLst>
                    <a:gd name="adj1" fmla="val 50000"/>
                  </a:avLst>
                </a:prstGeom>
                <a:ln w="57150">
                  <a:solidFill>
                    <a:schemeClr val="accent5"/>
                  </a:solidFill>
                  <a:headEnd w="sm" len="sm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9C80F8DF-A557-4211-1F10-460B832E4F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73043" y="3685038"/>
                  <a:ext cx="1464389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68D045E1-3501-B0BB-E5E5-FA1FC61D73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6135" y="3945891"/>
                <a:ext cx="14643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801645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35534-3A48-C1BA-F8A5-503AF2084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E86C75-38DE-4526-E6DD-124B7B66CF09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6CFE3C67-C459-ABE0-E566-7930286695A6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D0488D0C-3654-2E77-6C9E-2E30DC9651B5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D1A2A05E-9883-F6E6-E224-F2240D9A8D57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8F8807EA-355B-DB2C-5305-1F2762B171F8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EF7BBF81-8216-4038-3701-9AFCCC47B0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1AD0DC06-51D9-9D0A-86B4-1314F525FF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9717DCCC-7428-4B76-0EDB-FEA6567FFE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3DA5F6DA-3233-9981-0CD3-95EB92D23565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166E840-C3C4-E003-C959-51CE6820FAD4}"/>
              </a:ext>
            </a:extLst>
          </p:cNvPr>
          <p:cNvGrpSpPr/>
          <p:nvPr/>
        </p:nvGrpSpPr>
        <p:grpSpPr>
          <a:xfrm>
            <a:off x="659332" y="2260284"/>
            <a:ext cx="2743200" cy="1409285"/>
            <a:chOff x="659332" y="2260284"/>
            <a:chExt cx="2743200" cy="140928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6C958E2-08A2-CFF3-28D9-574C0712B01C}"/>
                </a:ext>
              </a:extLst>
            </p:cNvPr>
            <p:cNvGrpSpPr/>
            <p:nvPr/>
          </p:nvGrpSpPr>
          <p:grpSpPr>
            <a:xfrm>
              <a:off x="659332" y="2260284"/>
              <a:ext cx="2743200" cy="1409285"/>
              <a:chOff x="659332" y="2260284"/>
              <a:chExt cx="2743200" cy="1409285"/>
            </a:xfrm>
          </p:grpSpPr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id="{F1A8717D-27EC-47AA-6E9A-505D968165F3}"/>
                  </a:ext>
                </a:extLst>
              </p:cNvPr>
              <p:cNvCxnSpPr>
                <a:cxnSpLocks/>
                <a:endCxn id="331" idx="1"/>
              </p:cNvCxnSpPr>
              <p:nvPr/>
            </p:nvCxnSpPr>
            <p:spPr>
              <a:xfrm rot="16200000" flipH="1">
                <a:off x="368042" y="2581247"/>
                <a:ext cx="1383680" cy="741756"/>
              </a:xfrm>
              <a:prstGeom prst="bentConnector2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9F229599-8DA4-8C66-DFDE-5F8C36F6F4C7}"/>
                  </a:ext>
                </a:extLst>
              </p:cNvPr>
              <p:cNvGrpSpPr/>
              <p:nvPr/>
            </p:nvGrpSpPr>
            <p:grpSpPr>
              <a:xfrm>
                <a:off x="1780532" y="2965993"/>
                <a:ext cx="673038" cy="703576"/>
                <a:chOff x="1780532" y="2965993"/>
                <a:chExt cx="673038" cy="703576"/>
              </a:xfrm>
            </p:grpSpPr>
            <p:cxnSp>
              <p:nvCxnSpPr>
                <p:cNvPr id="44" name="Elbow Connector 43">
                  <a:extLst>
                    <a:ext uri="{FF2B5EF4-FFF2-40B4-BE49-F238E27FC236}">
                      <a16:creationId xmlns:a16="http://schemas.microsoft.com/office/drawing/2014/main" id="{36AD9E2C-8C52-67A6-078C-55E97649BC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830481" y="3046480"/>
                  <a:ext cx="703576" cy="542602"/>
                </a:xfrm>
                <a:prstGeom prst="bentConnector3">
                  <a:avLst>
                    <a:gd name="adj1" fmla="val 100542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A477CE0D-BE96-D5E4-7914-CC087A6C93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532" y="3655540"/>
                  <a:ext cx="130436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8CDDAA5-6498-0E67-9DD0-7B3D6D6A48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332" y="2260284"/>
                <a:ext cx="2743200" cy="1985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>
                <a:extLst>
                  <a:ext uri="{FF2B5EF4-FFF2-40B4-BE49-F238E27FC236}">
                    <a16:creationId xmlns:a16="http://schemas.microsoft.com/office/drawing/2014/main" id="{DA33FDC0-68C1-39D2-BAC4-2247952A8D1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993946" y="2363686"/>
                <a:ext cx="477525" cy="270723"/>
              </a:xfrm>
              <a:prstGeom prst="bentConnector3">
                <a:avLst>
                  <a:gd name="adj1" fmla="val -5318"/>
                </a:avLst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7CBC624-A88A-5B5F-C58D-8FE9B7A6CF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DA71CF7-88B4-1C70-CBC3-4D49BD39E852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914728-6089-380D-EDCB-24B9AF28A218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654192AC-98DD-6FAE-EFCA-4130A00C0662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EA240758-7BDC-F2C4-DD9A-4627F5C9450A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E10F3C-8444-E5E0-34AA-C38E1BDF7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</a:t>
            </a:r>
            <a:r>
              <a:rPr lang="en-US" dirty="0"/>
              <a:t> Datapath (6/6)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0DBD283-6BF3-F136-59EC-1F938C5C7CD1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B7A93343-3B1D-683A-D0DF-2CAA29E6F46D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1A6D1E03-90B6-E032-992C-53E22902748A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8B8187F4-15EA-C83C-55B7-8F9D34C6B10E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FEF19CB0-D4B1-9D95-4F46-9688B1DBC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BF32C615-7656-E981-81A3-C31CA923D170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DAC0FC93-2D08-30DF-0328-06C4039AF4CC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769624B0-EC63-EB0D-CEF2-3ACFB068F062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1A5B5DBB-E545-961B-23E9-604B69318D1B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55C3D374-1562-12B5-3366-984850285B73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2E5A2AE9-FCBA-B76F-F786-D49016E23DD3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68D9CF3D-1F4A-071A-8150-59B8A282C0D9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284BBB52-FE42-20D7-0DB5-258E7F313034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63D93D45-9C9A-1BDA-8C4B-4F7310153516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099AD921-F2BA-6C13-D0C1-B1E3EA08710B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049CEAEB-945F-7138-8231-C518252F2385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4ACF11E2-4B74-C4EC-92F8-D8F052C584F5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000BAB6D-24E9-2750-3EBE-D61DAF778A28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DBB03013-B711-DAB8-2B37-901F8D554F90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6336D39C-18CB-94A9-D349-8BB3CDBCBA91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CE4FC872-489A-5EE6-B5C7-254E85EBCC97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745C78-D7AE-788B-D991-54482B9700F9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6575F6-4E95-5200-1803-580B72C14163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5C7196-12D2-7BA2-92C2-3C5E6E19107E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0E47F9A-2B72-BC31-98A5-1D2F6A20F335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F6E4116E-12B5-3A01-2618-E4F3B6875F16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3D3076C-BED3-FAB0-235E-7C5499CEFD08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5C969521-4113-202C-B4CE-4DB34D1BB7AE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DB3A441-B20C-114D-A050-2EBBB07554C2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D0E0D16-7396-534C-475C-9E7CD015A6BB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C1947350-7BDD-778F-6852-81699CDD162E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46A7FEF8-49D1-D82C-9B61-C05791BA8CAD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AA742467-1329-46CC-73A7-2561C97BA40A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710A3B8F-1A3E-A47D-FE91-2AC667929F93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942815C5-CC77-898C-F8E6-92F0DFE76CD6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9301B03-DBC2-D94A-CF46-298C61887633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F8FEB30-96F1-8F69-EFAE-6FCD93216561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FF853260-4A78-1455-04CA-08626B234D41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6954FF3-ED71-E04B-80C8-616C8C5D8D16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D157BCC-3FF9-3C8D-8E0A-314A51CA700A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BDB0FF-BB42-724C-30A9-171E3028C2E0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E68E69DD-D6EA-2D88-B39E-EA432260C5BE}"/>
              </a:ext>
            </a:extLst>
          </p:cNvPr>
          <p:cNvGrpSpPr/>
          <p:nvPr/>
        </p:nvGrpSpPr>
        <p:grpSpPr>
          <a:xfrm>
            <a:off x="6246032" y="3676635"/>
            <a:ext cx="2051960" cy="850523"/>
            <a:chOff x="6246032" y="3676635"/>
            <a:chExt cx="2051960" cy="850523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A2DDF63A-D304-CFED-DA76-98B12DF87D13}"/>
                </a:ext>
              </a:extLst>
            </p:cNvPr>
            <p:cNvCxnSpPr>
              <a:cxnSpLocks/>
            </p:cNvCxnSpPr>
            <p:nvPr/>
          </p:nvCxnSpPr>
          <p:spPr>
            <a:xfrm>
              <a:off x="7996240" y="4431194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7619F2CB-B08C-E69C-B64A-A1D12CE25998}"/>
                </a:ext>
              </a:extLst>
            </p:cNvPr>
            <p:cNvSpPr/>
            <p:nvPr/>
          </p:nvSpPr>
          <p:spPr>
            <a:xfrm>
              <a:off x="7685590" y="4433105"/>
              <a:ext cx="405114" cy="94053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7" name="Straight Arrow Connector 476">
              <a:extLst>
                <a:ext uri="{FF2B5EF4-FFF2-40B4-BE49-F238E27FC236}">
                  <a16:creationId xmlns:a16="http://schemas.microsoft.com/office/drawing/2014/main" id="{D61D4369-E7BF-84C0-A663-C424971DB59E}"/>
                </a:ext>
              </a:extLst>
            </p:cNvPr>
            <p:cNvCxnSpPr>
              <a:cxnSpLocks/>
            </p:cNvCxnSpPr>
            <p:nvPr/>
          </p:nvCxnSpPr>
          <p:spPr>
            <a:xfrm>
              <a:off x="6246032" y="3676635"/>
              <a:ext cx="2048256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3" name="TextBox 482">
            <a:extLst>
              <a:ext uri="{FF2B5EF4-FFF2-40B4-BE49-F238E27FC236}">
                <a16:creationId xmlns:a16="http://schemas.microsoft.com/office/drawing/2014/main" id="{3D05E529-41FD-72BF-4D2E-1E7F7E506577}"/>
              </a:ext>
            </a:extLst>
          </p:cNvPr>
          <p:cNvSpPr txBox="1"/>
          <p:nvPr/>
        </p:nvSpPr>
        <p:spPr>
          <a:xfrm>
            <a:off x="293424" y="1001583"/>
            <a:ext cx="263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6FF3CC84-E81C-F4EF-C3B9-FC8C7E74A00E}"/>
              </a:ext>
            </a:extLst>
          </p:cNvPr>
          <p:cNvSpPr txBox="1"/>
          <p:nvPr/>
        </p:nvSpPr>
        <p:spPr>
          <a:xfrm>
            <a:off x="6156903" y="998582"/>
            <a:ext cx="2356549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ALU computes</a:t>
            </a:r>
            <a:b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address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 =</a:t>
            </a:r>
            <a:b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R[rs1] +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88F3E2AD-A1F5-C2C7-0E9D-2BD613758BFE}"/>
              </a:ext>
            </a:extLst>
          </p:cNvPr>
          <p:cNvSpPr txBox="1"/>
          <p:nvPr/>
        </p:nvSpPr>
        <p:spPr>
          <a:xfrm>
            <a:off x="3118252" y="1001582"/>
            <a:ext cx="2664586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 from</a:t>
            </a:r>
            <a:b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S-type instruction.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24DA1E6-68AF-8C7C-F02E-0588316B0E1E}"/>
              </a:ext>
            </a:extLst>
          </p:cNvPr>
          <p:cNvGrpSpPr/>
          <p:nvPr/>
        </p:nvGrpSpPr>
        <p:grpSpPr>
          <a:xfrm>
            <a:off x="3062791" y="3676635"/>
            <a:ext cx="4696255" cy="1860875"/>
            <a:chOff x="3062791" y="3676635"/>
            <a:chExt cx="4696255" cy="1860875"/>
          </a:xfrm>
        </p:grpSpPr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28B8A4F7-1F12-6302-BE32-F14794206767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469" name="Straight Arrow Connector 468">
                <a:extLst>
                  <a:ext uri="{FF2B5EF4-FFF2-40B4-BE49-F238E27FC236}">
                    <a16:creationId xmlns:a16="http://schemas.microsoft.com/office/drawing/2014/main" id="{DF9F76C8-5C12-FACC-79AD-7DC958780348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Arrow Connector 469">
                <a:extLst>
                  <a:ext uri="{FF2B5EF4-FFF2-40B4-BE49-F238E27FC236}">
                    <a16:creationId xmlns:a16="http://schemas.microsoft.com/office/drawing/2014/main" id="{48863F10-8A92-E137-6306-0B08C05B72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Elbow Connector 470">
                <a:extLst>
                  <a:ext uri="{FF2B5EF4-FFF2-40B4-BE49-F238E27FC236}">
                    <a16:creationId xmlns:a16="http://schemas.microsoft.com/office/drawing/2014/main" id="{E4D87F95-AA99-C47A-EF63-0CC31A95513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C18DEDE-53DF-3078-02A5-D1BEFC10094F}"/>
                </a:ext>
              </a:extLst>
            </p:cNvPr>
            <p:cNvGrpSpPr/>
            <p:nvPr/>
          </p:nvGrpSpPr>
          <p:grpSpPr>
            <a:xfrm>
              <a:off x="3062791" y="3676635"/>
              <a:ext cx="1764997" cy="273167"/>
              <a:chOff x="3062789" y="3676635"/>
              <a:chExt cx="1777734" cy="27316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B271F1D-6122-FEC9-9271-9D4B535D6C7B}"/>
                  </a:ext>
                </a:extLst>
              </p:cNvPr>
              <p:cNvGrpSpPr/>
              <p:nvPr/>
            </p:nvGrpSpPr>
            <p:grpSpPr>
              <a:xfrm>
                <a:off x="3062789" y="3676635"/>
                <a:ext cx="1774643" cy="273167"/>
                <a:chOff x="3062789" y="3676635"/>
                <a:chExt cx="1774643" cy="273167"/>
              </a:xfrm>
            </p:grpSpPr>
            <p:cxnSp>
              <p:nvCxnSpPr>
                <p:cNvPr id="8" name="Elbow Connector 7">
                  <a:extLst>
                    <a:ext uri="{FF2B5EF4-FFF2-40B4-BE49-F238E27FC236}">
                      <a16:creationId xmlns:a16="http://schemas.microsoft.com/office/drawing/2014/main" id="{CA518420-A599-8FEC-0EBA-498C892D7A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62789" y="3676635"/>
                  <a:ext cx="594465" cy="273167"/>
                </a:xfrm>
                <a:prstGeom prst="bentConnector3">
                  <a:avLst>
                    <a:gd name="adj1" fmla="val 50000"/>
                  </a:avLst>
                </a:prstGeom>
                <a:ln w="57150">
                  <a:solidFill>
                    <a:schemeClr val="accent5"/>
                  </a:solidFill>
                  <a:headEnd w="sm" len="sm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31A301F8-644C-C00A-290E-AE07EAC006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73043" y="3685038"/>
                  <a:ext cx="1464389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EFB039AA-7B6F-666C-EE68-6A275DEC2E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6135" y="3945891"/>
                <a:ext cx="14643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Isosceles Triangle 59">
            <a:extLst>
              <a:ext uri="{FF2B5EF4-FFF2-40B4-BE49-F238E27FC236}">
                <a16:creationId xmlns:a16="http://schemas.microsoft.com/office/drawing/2014/main" id="{15BEA364-6D7C-D71B-1DA4-FCB40BD6FD34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EA4197-36FB-02D0-8964-626D47FBD0D5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FB2B66-79F5-C512-46DC-13C269035ECF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28A1798-47CE-9F11-98EB-7B4A9809ADFC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815B698-F4D9-36F6-23B4-0182C7A77EC7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4925C93-CCBC-260C-E3F2-095649C27A8B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43F8BB5-FB4C-C96A-2127-38F5301D814D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CE359FE-E028-0EF9-FA31-90FA95F58759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/>
        </p:grpSpPr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0AEB3C99-7306-08CE-1C56-F9891F8C858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87227F5-0450-41FA-C4AB-BF0DABA1D721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59C86270-4856-EF51-E637-C770A577ED65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rapezoid 51">
            <a:extLst>
              <a:ext uri="{FF2B5EF4-FFF2-40B4-BE49-F238E27FC236}">
                <a16:creationId xmlns:a16="http://schemas.microsoft.com/office/drawing/2014/main" id="{FC244C22-E230-96C2-D98B-4AC6207E3E6F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AD2A1B9B-E10B-9E70-A23B-C2E5A12C8121}"/>
              </a:ext>
            </a:extLst>
          </p:cNvPr>
          <p:cNvCxnSpPr>
            <a:cxnSpLocks/>
          </p:cNvCxnSpPr>
          <p:nvPr/>
        </p:nvCxnSpPr>
        <p:spPr>
          <a:xfrm flipV="1">
            <a:off x="8929306" y="3375224"/>
            <a:ext cx="1611670" cy="592716"/>
          </a:xfrm>
          <a:prstGeom prst="bentConnector3">
            <a:avLst>
              <a:gd name="adj1" fmla="val 288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AC7073FC-7474-B5F7-CC55-EF97FB85074C}"/>
              </a:ext>
            </a:extLst>
          </p:cNvPr>
          <p:cNvSpPr txBox="1"/>
          <p:nvPr/>
        </p:nvSpPr>
        <p:spPr>
          <a:xfrm>
            <a:off x="10106672" y="3087231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36FDE6B-EE88-FD74-06A1-BA9ED9F71741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8CB9AFB8-7545-1501-1889-2688D95BFEDD}"/>
              </a:ext>
            </a:extLst>
          </p:cNvPr>
          <p:cNvGrpSpPr/>
          <p:nvPr/>
        </p:nvGrpSpPr>
        <p:grpSpPr>
          <a:xfrm>
            <a:off x="4062897" y="5524627"/>
            <a:ext cx="6835927" cy="752471"/>
            <a:chOff x="4062897" y="5524627"/>
            <a:chExt cx="6835927" cy="75247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68BB594-2B20-85A8-13E4-ECCFEC84132B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2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B1161D7-CF36-A419-AF72-4B81BAD13745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7228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  <a:b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</a:b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E6676B5-BAFD-32C7-9314-9179F71BFC08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55ABC6B-51A4-C1DF-4966-8819021533C1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AC9098C-2341-F6B1-19D5-CADE9C4A6C8F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Write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11C25D7-EE73-F9BD-F0F4-C0A99E27D0BE}"/>
                </a:ext>
              </a:extLst>
            </p:cNvPr>
            <p:cNvSpPr txBox="1"/>
            <p:nvPr/>
          </p:nvSpPr>
          <p:spPr>
            <a:xfrm>
              <a:off x="10252493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*</a:t>
              </a: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A8BFA95-A726-B34E-8BEE-83AF80BC80DF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C60258C7-D614-8F87-1A52-BC2BD568D14C}"/>
              </a:ext>
            </a:extLst>
          </p:cNvPr>
          <p:cNvSpPr txBox="1"/>
          <p:nvPr/>
        </p:nvSpPr>
        <p:spPr>
          <a:xfrm>
            <a:off x="8331951" y="998582"/>
            <a:ext cx="2356549" cy="62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6"/>
                </a:solidFill>
                <a:latin typeface="18 VAG Rounded Light   02390" pitchFamily="2" charset="0"/>
              </a:rPr>
              <a:t>Write memory at address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</a:t>
            </a:r>
            <a:r>
              <a:rPr lang="en-US" sz="1800" dirty="0">
                <a:solidFill>
                  <a:schemeClr val="accent6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5009D19-8B83-2C8D-6261-D01FAD1E5275}"/>
              </a:ext>
            </a:extLst>
          </p:cNvPr>
          <p:cNvCxnSpPr>
            <a:cxnSpLocks/>
          </p:cNvCxnSpPr>
          <p:nvPr/>
        </p:nvCxnSpPr>
        <p:spPr>
          <a:xfrm>
            <a:off x="8868629" y="3964225"/>
            <a:ext cx="297442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493C9DEA-6D6C-65D8-B862-D233FE1B9EDA}"/>
              </a:ext>
            </a:extLst>
          </p:cNvPr>
          <p:cNvCxnSpPr>
            <a:cxnSpLocks/>
          </p:cNvCxnSpPr>
          <p:nvPr/>
        </p:nvCxnSpPr>
        <p:spPr>
          <a:xfrm flipV="1">
            <a:off x="10150196" y="3703397"/>
            <a:ext cx="403456" cy="7631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64DE918-007B-E4EC-F7F6-3B89FBE09C93}"/>
              </a:ext>
            </a:extLst>
          </p:cNvPr>
          <p:cNvGrpSpPr/>
          <p:nvPr/>
        </p:nvGrpSpPr>
        <p:grpSpPr>
          <a:xfrm>
            <a:off x="6409509" y="4232591"/>
            <a:ext cx="2711119" cy="560751"/>
            <a:chOff x="6409509" y="4232591"/>
            <a:chExt cx="2711119" cy="560751"/>
          </a:xfrm>
        </p:grpSpPr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F46793F8-EB39-7824-CD9B-21304279D2A5}"/>
                </a:ext>
              </a:extLst>
            </p:cNvPr>
            <p:cNvCxnSpPr>
              <a:cxnSpLocks/>
            </p:cNvCxnSpPr>
            <p:nvPr/>
          </p:nvCxnSpPr>
          <p:spPr>
            <a:xfrm>
              <a:off x="6409509" y="4232591"/>
              <a:ext cx="2490278" cy="552042"/>
            </a:xfrm>
            <a:prstGeom prst="bentConnector3">
              <a:avLst>
                <a:gd name="adj1" fmla="val 55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635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lbow Connector 27">
              <a:extLst>
                <a:ext uri="{FF2B5EF4-FFF2-40B4-BE49-F238E27FC236}">
                  <a16:creationId xmlns:a16="http://schemas.microsoft.com/office/drawing/2014/main" id="{CF7049EF-B67C-AE10-6799-D08F17DEA75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593D7AC-B0D0-9B5F-91CF-8084FE38BA6E}"/>
              </a:ext>
            </a:extLst>
          </p:cNvPr>
          <p:cNvGrpSpPr/>
          <p:nvPr/>
        </p:nvGrpSpPr>
        <p:grpSpPr>
          <a:xfrm>
            <a:off x="6246032" y="4232591"/>
            <a:ext cx="2874596" cy="560751"/>
            <a:chOff x="6246032" y="4232591"/>
            <a:chExt cx="2874596" cy="560751"/>
          </a:xfrm>
        </p:grpSpPr>
        <p:cxnSp>
          <p:nvCxnSpPr>
            <p:cNvPr id="451" name="Elbow Connector 450">
              <a:extLst>
                <a:ext uri="{FF2B5EF4-FFF2-40B4-BE49-F238E27FC236}">
                  <a16:creationId xmlns:a16="http://schemas.microsoft.com/office/drawing/2014/main" id="{6894A524-B04F-4E84-25F8-16F0FD8AA263}"/>
                </a:ext>
              </a:extLst>
            </p:cNvPr>
            <p:cNvCxnSpPr>
              <a:cxnSpLocks/>
            </p:cNvCxnSpPr>
            <p:nvPr/>
          </p:nvCxnSpPr>
          <p:spPr>
            <a:xfrm>
              <a:off x="6409509" y="4232591"/>
              <a:ext cx="2490278" cy="552042"/>
            </a:xfrm>
            <a:prstGeom prst="bentConnector3">
              <a:avLst>
                <a:gd name="adj1" fmla="val 55"/>
              </a:avLst>
            </a:prstGeom>
            <a:ln w="57150">
              <a:solidFill>
                <a:schemeClr val="accent6"/>
              </a:solidFill>
              <a:headEnd type="oval"/>
              <a:tailEnd type="none" w="lg" len="lg"/>
            </a:ln>
            <a:effectLst>
              <a:glow rad="635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Elbow Connector 451">
              <a:extLst>
                <a:ext uri="{FF2B5EF4-FFF2-40B4-BE49-F238E27FC236}">
                  <a16:creationId xmlns:a16="http://schemas.microsoft.com/office/drawing/2014/main" id="{52D0CF10-BD77-ECF7-BDF3-5E61D0B67CD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57150">
              <a:solidFill>
                <a:schemeClr val="accent6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0E476E86-6A28-988D-D792-181C96227BF5}"/>
                </a:ext>
              </a:extLst>
            </p:cNvPr>
            <p:cNvCxnSpPr/>
            <p:nvPr/>
          </p:nvCxnSpPr>
          <p:spPr>
            <a:xfrm>
              <a:off x="6246032" y="4241300"/>
              <a:ext cx="202306" cy="0"/>
            </a:xfrm>
            <a:prstGeom prst="line">
              <a:avLst/>
            </a:prstGeom>
            <a:ln w="57150">
              <a:solidFill>
                <a:schemeClr val="accent6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082902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S61C-ly-new">
  <a:themeElements>
    <a:clrScheme name="Custom 10">
      <a:dk1>
        <a:srgbClr val="000000"/>
      </a:dk1>
      <a:lt1>
        <a:srgbClr val="FFFFFF"/>
      </a:lt1>
      <a:dk2>
        <a:srgbClr val="002E5D"/>
      </a:dk2>
      <a:lt2>
        <a:srgbClr val="E5DCD1"/>
      </a:lt2>
      <a:accent1>
        <a:srgbClr val="00BDE2"/>
      </a:accent1>
      <a:accent2>
        <a:srgbClr val="C6DAC3"/>
      </a:accent2>
      <a:accent3>
        <a:srgbClr val="FEC016"/>
      </a:accent3>
      <a:accent4>
        <a:srgbClr val="D9E056"/>
      </a:accent4>
      <a:accent5>
        <a:srgbClr val="EB1379"/>
      </a:accent5>
      <a:accent6>
        <a:srgbClr val="A97EFA"/>
      </a:accent6>
      <a:hlink>
        <a:srgbClr val="9ED1FF"/>
      </a:hlink>
      <a:folHlink>
        <a:srgbClr val="93C9F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tailEnd type="triangle" w="lg" len="lg"/>
        </a:ln>
      </a:spPr>
      <a:bodyPr rtlCol="0" anchor="ctr"/>
      <a:lstStyle>
        <a:defPPr algn="ctr">
          <a:defRPr sz="2000" dirty="0">
            <a:solidFill>
              <a:schemeClr val="accent1"/>
            </a:solidFill>
            <a:latin typeface="18 VAG Rounded Light   02390" pitchFamily="2" charset="0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solidFill>
              <a:schemeClr val="accent1"/>
            </a:solidFill>
            <a:latin typeface="18 VAG Rounded Light   0239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61C-ly-new" id="{DFFA2BFF-9357-A24D-A947-9735921D71C4}" vid="{3C32BE93-C896-F84B-BEA8-5E6C5AC7E2C8}"/>
    </a:ext>
  </a:extLst>
</a:theme>
</file>

<file path=ppt/theme/theme2.xml><?xml version="1.0" encoding="utf-8"?>
<a:theme xmlns:a="http://schemas.openxmlformats.org/drawingml/2006/main" name="Metro">
  <a:themeElements>
    <a:clrScheme name="Custom 1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134770"/>
      </a:hlink>
      <a:folHlink>
        <a:srgbClr val="7AF8CC"/>
      </a:folHlink>
    </a:clrScheme>
    <a:fontScheme name="Custom 1">
      <a:majorFont>
        <a:latin typeface="VAGRundschriftD"/>
        <a:ea typeface=""/>
        <a:cs typeface=""/>
      </a:majorFont>
      <a:minorFont>
        <a:latin typeface="VAGRundschriftD"/>
        <a:ea typeface=""/>
        <a:cs typeface="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latin typeface="18 VAG Rounded Thin   55390" pitchFamily="2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CS61C-ly-new</Template>
  <TotalTime>24996</TotalTime>
  <Words>854</Words>
  <Application>Microsoft Macintosh PowerPoint</Application>
  <PresentationFormat>Widescreen</PresentationFormat>
  <Paragraphs>416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26" baseType="lpstr">
      <vt:lpstr>18 VAG Rounded Black   09390</vt:lpstr>
      <vt:lpstr>18 VAG Rounded Bold   07390</vt:lpstr>
      <vt:lpstr>18 VAG ROUNDED LIGHT   02390</vt:lpstr>
      <vt:lpstr>18 VAG ROUNDED LIGHT   02390</vt:lpstr>
      <vt:lpstr>18 VAG Rounded Thin   55390</vt:lpstr>
      <vt:lpstr>VAG Rundschrift D Light</vt:lpstr>
      <vt:lpstr>VAGRundschriftD</vt:lpstr>
      <vt:lpstr>VAGRundschriftDLig</vt:lpstr>
      <vt:lpstr>Arial</vt:lpstr>
      <vt:lpstr>Calibri</vt:lpstr>
      <vt:lpstr>Corbel</vt:lpstr>
      <vt:lpstr>Courier</vt:lpstr>
      <vt:lpstr>Courier New</vt:lpstr>
      <vt:lpstr>Helvetica</vt:lpstr>
      <vt:lpstr>Helvetica Neue</vt:lpstr>
      <vt:lpstr>Wingdings</vt:lpstr>
      <vt:lpstr>Wingdings 2</vt:lpstr>
      <vt:lpstr>CS61C-ly-new</vt:lpstr>
      <vt:lpstr>Metro</vt:lpstr>
      <vt:lpstr>Lighting the STORE Datapath (6/6)</vt:lpstr>
      <vt:lpstr>Lighting the STORE Datapath (1/6)</vt:lpstr>
      <vt:lpstr>Lighting the STORE Datapath (2/6)</vt:lpstr>
      <vt:lpstr>Lighting the STORE Datapath (3/6)</vt:lpstr>
      <vt:lpstr>Lighting the STORE Datapath (4/6)</vt:lpstr>
      <vt:lpstr>Lighting the STORE Datapath (5/6)</vt:lpstr>
      <vt:lpstr>Lighting the STORE Datapath (6/6)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RISC-V (California Gold)</dc:title>
  <dc:creator>Lisa Yan</dc:creator>
  <cp:lastModifiedBy>Lisa Yan</cp:lastModifiedBy>
  <cp:revision>903</cp:revision>
  <cp:lastPrinted>2022-09-30T17:03:13Z</cp:lastPrinted>
  <dcterms:created xsi:type="dcterms:W3CDTF">2022-09-05T20:39:51Z</dcterms:created>
  <dcterms:modified xsi:type="dcterms:W3CDTF">2026-03-26T00:24:30Z</dcterms:modified>
</cp:coreProperties>
</file>