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1"/>
  </p:notesMasterIdLst>
  <p:sldIdLst>
    <p:sldId id="1373" r:id="rId3"/>
    <p:sldId id="1374" r:id="rId4"/>
    <p:sldId id="1381" r:id="rId5"/>
    <p:sldId id="1380" r:id="rId6"/>
    <p:sldId id="1378" r:id="rId7"/>
    <p:sldId id="1377" r:id="rId8"/>
    <p:sldId id="1376" r:id="rId9"/>
    <p:sldId id="1375" r:id="rId10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025"/>
    <p:restoredTop sz="94304"/>
  </p:normalViewPr>
  <p:slideViewPr>
    <p:cSldViewPr snapToGrid="0">
      <p:cViewPr varScale="1">
        <p:scale>
          <a:sx n="112" d="100"/>
          <a:sy n="112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94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45608-04D7-80A4-4B1E-712CA1A5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BB39C-9E03-1C27-D7DB-BF29A8B67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32FC5-F0F5-0F5B-FD10-E684C96A2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16AA7-C2D6-FAFA-B3C9-55277C4B9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37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8A3E3-10F3-F84D-DA1D-F4BDCD6A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01466-50BD-2BD0-B9E9-E9B963BE7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BDB2D-EE45-E6B8-2582-03E6D8AEC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A4C6E-7637-7134-3319-B5F7C44E0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1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E2FD-D6A6-9724-A8F0-BDC9E644E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8A38C-183A-3929-25A6-FE51B9494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E629B-C7C9-5001-DA2B-AFA8AFA6E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52D63-6944-509F-A0D1-263BA8F90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10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F15EE-7DCC-55B4-8AFF-0D6C24D22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5ED73-017A-3CFD-2843-DDBF7D2FD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51374-DA97-47C7-E6EA-B628AE0B0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9333C-4E1E-7915-9B50-8F1661E8A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6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B6171-D72F-AAC7-B947-99E1E69A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D2610-FA37-42CD-AC85-D5588EF28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CF95F-F0F2-278A-0C49-146B037C4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CDB0D-EEE7-C729-14E7-DE3E7CB98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44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9D8B-99F2-02EE-775B-CD22E6C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949BB-F78B-B600-44FA-9F2028BEA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DBEE4-3962-80E8-0319-04CC062A6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E6D8D-81B7-65B4-F6E9-68103F74B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24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1654-562A-193D-524C-D6CF991D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7F289-D0CC-BE6F-94A2-94874A35E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3F7B0-39E3-E7C9-5F12-882B11574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441D3-7A93-C320-806A-300284967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39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roup 469">
            <a:extLst>
              <a:ext uri="{FF2B5EF4-FFF2-40B4-BE49-F238E27FC236}">
                <a16:creationId xmlns:a16="http://schemas.microsoft.com/office/drawing/2014/main" id="{7210D4CB-5CAB-A37B-8C7D-6557ABEFBA3E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31DF58EA-01A1-7500-5401-166234FFC172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682CCB2C-FDFB-4B65-4720-BFD35407C0B1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84" name="Elbow Connector 483">
                  <a:extLst>
                    <a:ext uri="{FF2B5EF4-FFF2-40B4-BE49-F238E27FC236}">
                      <a16:creationId xmlns:a16="http://schemas.microsoft.com/office/drawing/2014/main" id="{D00D5841-032D-22FE-0D0B-49FE31CE6E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CAF3E3CB-F08F-A2D2-A60C-2D412A7071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3" name="Straight Arrow Connector 482">
                <a:extLst>
                  <a:ext uri="{FF2B5EF4-FFF2-40B4-BE49-F238E27FC236}">
                    <a16:creationId xmlns:a16="http://schemas.microsoft.com/office/drawing/2014/main" id="{9C66EB21-8262-162C-D8A8-9363FA3BC7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18EE9C02-EEBB-7339-3778-62998080A013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0B183B6-648B-FD1D-35EA-88C37B65317C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99150C1F-C4D7-0C88-9E33-B29FD29559A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lbow Connector 192">
              <a:extLst>
                <a:ext uri="{FF2B5EF4-FFF2-40B4-BE49-F238E27FC236}">
                  <a16:creationId xmlns:a16="http://schemas.microsoft.com/office/drawing/2014/main" id="{8818F409-3437-1162-9DDE-95877E5EFEC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33107AF-5934-72E0-57A5-F7B45AC01D37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70" y="2260284"/>
              <a:ext cx="6695229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542881D0-E006-5FD1-06B4-BF7FDE875101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B1CA216-A44B-94A2-491B-0FE076CC9699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4CABF1C-C840-9F3E-AB67-F1D6561813B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EB82FBEA-F502-0767-0254-4658C894B6A3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4D1DEAE-7AAB-4FA5-9AC7-CEF254DF6C1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3182A8-AAC2-5CFD-2ED1-D6AE1F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 Datapath (7/7)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E2B3D3E-7682-F6FD-4010-CC6BCDC1F9B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4FDE1979-E809-7A50-A64F-A7DC871340D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3F319D4-E9C9-BF79-1D0B-B024CF36D45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DE938227-1E4D-9C95-BFDC-595B19E389B1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EFECB578-3A21-E891-8D71-0213F089D1C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4BB69EA9-5AFD-ECF3-6FBC-565768226B6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7F7F169-A5F4-56F1-6936-D7E5E795DF1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5C8CA32-3065-E6B7-1BD4-077B2DB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C9BC0A6-4DFD-877B-775C-BD92FA021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ECBEF9E8-B02F-BA9B-96D9-F02F037F011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CB4FC43-FB1E-DAD9-6933-1031DF7B151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C5600C-FF32-7B65-A838-616535BD3D1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05D2502-C217-CFAD-90DA-7224BAC69EC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795E669-F7FD-51D5-9708-7B3C9BD34CC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5D422CF-1692-106D-093A-8F6E171C79D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29E1759E-8C1A-B8F6-C0AE-84288FE3023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1177FA1-F44B-D412-678F-D0996FE371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EB16DF6-43AA-9A5F-FFF9-30CB1A3DA5D6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D9AC5A45-167B-FAFC-8F95-7FB83C097F1E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BC64DA7-A1B1-1E33-61B5-D83764BAC155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49D0FB0-BFA2-EDA4-4ABE-999F6FEBA857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67A46396-A71B-E5C3-E2EC-583B4A603C90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D1A0F8A-F1AA-0736-73BB-5204DAFA85B2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98CA2B2E-5BEF-6E19-FC37-311D08B845B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B01F1A18-F34F-006C-C71D-DCC3DF9FCB7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45940B4-83F7-A371-DDED-84DC798911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F1F7DB0-6CD9-15D8-A9C7-594A704DE0B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FE738B2C-2C36-2578-E323-38E7D6FA3739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60DDE42-432D-6CCE-975F-C92E5D285C26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C7F68ECD-ACAD-374E-B7B5-00E15FD21DC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08456E4-D4F5-2EA1-FF19-789AA5C3F8D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08607ED-5082-B8EB-0CB6-ED344CA1BE73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424B80CA-05F9-1646-30DD-53D39995ABB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7D15A79-CBAA-3476-E953-9E88EC542CA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0435E35-829A-9B0E-3C1B-8AC96951ACA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38A11AD-8791-608A-0552-C121A94FF64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C2019ECA-1D43-2798-7640-624AE67C748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D8640-1BD8-BEED-DD26-8BB1044FBB1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7A331C-250D-4072-F6B6-25839190A52F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F8A3D43-23D6-8073-FA9C-E13A73CB5D2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7B03F4-4F70-EB67-2FC8-0AEE5100B90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ECC671-A924-2356-B7DC-DE13636CBDA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A7E8C0-8665-164F-DB94-DAE69967F44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4264EDC-6D20-221A-1FA0-C23197F903B2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ADA092F-D4E9-20EF-B62D-834B9B1CF63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D784A5C8-32E2-3AA1-3DDB-295CDDAE88B9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2DED7013-C5E9-CBB1-99CD-9964AAD09670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5574E08-8C14-422C-BD9C-969F4F3B25C2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C1D377E-FE43-1B1D-FCF0-12F1B82B4052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E390CF13-3728-8277-3D3E-B31B8898A532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ABE00C5-6753-0E18-2457-6761BCF0A196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05891022-9DF5-AB96-D32B-08916867D9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923F0568-E9E4-877A-7058-7E9A97713EC2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</a:t>
            </a:r>
            <a:r>
              <a:rPr lang="en-US" sz="20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destination register.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50CB0154-72BF-EC38-CA63-C0C6A1FBAE95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5F21712-74F9-1B1C-C348-211340BF727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9869A90-4AA7-0D14-6239-366369771672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D295204-4CA2-FED3-4ABC-4B0EE63D057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B1182A6-0946-CC24-2378-F3DAB18A8640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25026AB-7D2A-D0EF-F142-A77473C9B9DA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2FF5A0BA-239C-0DE4-7D12-E323633E58E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6DE7245E-F14F-0A55-B565-147B42004D6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D0073840-E02A-52B9-F367-4C03ECD922AC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33B91885-5AE4-C6B6-F7D4-2831A6613805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3BD02063-0306-A0B1-627C-FEA494F2BC45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774AC5F3-0B17-C0DC-3AA6-ADA3D625215F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8AB7B9D-EF41-D6EB-7FA7-7152DFF617EF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2E515216-42F0-25AE-921C-A4A6F0CED2A7}"/>
              </a:ext>
            </a:extLst>
          </p:cNvPr>
          <p:cNvGrpSpPr/>
          <p:nvPr/>
        </p:nvGrpSpPr>
        <p:grpSpPr>
          <a:xfrm>
            <a:off x="436830" y="2086108"/>
            <a:ext cx="8492430" cy="1881832"/>
            <a:chOff x="436830" y="2086108"/>
            <a:chExt cx="8492430" cy="1881832"/>
          </a:xfrm>
        </p:grpSpPr>
        <p:cxnSp>
          <p:nvCxnSpPr>
            <p:cNvPr id="492" name="Elbow Connector 491">
              <a:extLst>
                <a:ext uri="{FF2B5EF4-FFF2-40B4-BE49-F238E27FC236}">
                  <a16:creationId xmlns:a16="http://schemas.microsoft.com/office/drawing/2014/main" id="{F801C035-73EB-2B6B-B193-24F72490689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40" y="2119597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Elbow Connector 492">
              <a:extLst>
                <a:ext uri="{FF2B5EF4-FFF2-40B4-BE49-F238E27FC236}">
                  <a16:creationId xmlns:a16="http://schemas.microsoft.com/office/drawing/2014/main" id="{37CE4398-FD39-3337-8E45-C437538B463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61625" y="2684563"/>
              <a:ext cx="1689586" cy="492676"/>
            </a:xfrm>
            <a:prstGeom prst="bentConnector4">
              <a:avLst>
                <a:gd name="adj1" fmla="val 46510"/>
                <a:gd name="adj2" fmla="val -113"/>
              </a:avLst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Freeform 318">
            <a:extLst>
              <a:ext uri="{FF2B5EF4-FFF2-40B4-BE49-F238E27FC236}">
                <a16:creationId xmlns:a16="http://schemas.microsoft.com/office/drawing/2014/main" id="{50D48F20-2317-959C-0E0D-67B0974EEDE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8BDDD07-83FB-44F9-08C2-952DDB5D4496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1C63DD-FFC9-AC62-8027-E9F15D306C59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3C90D57-4464-6C7B-EF0A-C3CFB023EDC4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F3989BD-84D4-CE86-CFB7-AC0F7EA6CC86}"/>
              </a:ext>
            </a:extLst>
          </p:cNvPr>
          <p:cNvGrpSpPr/>
          <p:nvPr/>
        </p:nvGrpSpPr>
        <p:grpSpPr>
          <a:xfrm>
            <a:off x="501377" y="5516420"/>
            <a:ext cx="10397446" cy="565283"/>
            <a:chOff x="501377" y="5516420"/>
            <a:chExt cx="10397446" cy="565283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6FFDCAE-DB39-DE96-9CAC-BD346E672D92}"/>
                </a:ext>
              </a:extLst>
            </p:cNvPr>
            <p:cNvSpPr txBox="1"/>
            <p:nvPr/>
          </p:nvSpPr>
          <p:spPr>
            <a:xfrm>
              <a:off x="501377" y="5560628"/>
              <a:ext cx="835486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taken(1)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34CFC27B-C87E-C761-9695-315673F2180A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J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767AE00-DDDD-3635-98DE-78BB3F1AB5CB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86AFF33-2418-EB86-78B4-18FD76AA082A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45D7964-B08E-7337-5F92-7F3EAEA5C1B2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3D368F6-6752-B023-A559-CFCBEED38623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9526B5C-1486-25BF-8990-64DFEDD03924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3817E528-7E0F-259A-B2F7-C7190CE1D6CC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A747E593-9C1C-57C0-5522-B8B0F52465B6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EE437E9-474B-1FD8-2D98-285CB154C0BA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6E2B9-836D-DE6E-6AFD-5C71F97E48C9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A8FE387-8FAF-6ADB-7A80-1067CB415066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52" name="Straight Arrow Connector 451">
              <a:extLst>
                <a:ext uri="{FF2B5EF4-FFF2-40B4-BE49-F238E27FC236}">
                  <a16:creationId xmlns:a16="http://schemas.microsoft.com/office/drawing/2014/main" id="{3EE726C7-57A3-3464-4489-259AD188B064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471B82DE-6C69-E014-8865-C58F1DAA28EA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C66CA67-38E7-34E8-E7FC-AAD1AEB5858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DE0A5376-D330-42E2-FB65-5A8544619591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356B3A68-0F26-F67A-1004-D091F831F6EB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8C12DBEE-9119-E687-12AE-4F54DD2F914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296AC102-0DC9-9CA8-A46D-84AEF8599F88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226C60BB-AB03-AFE0-4A5F-79A9E939E32D}"/>
              </a:ext>
            </a:extLst>
          </p:cNvPr>
          <p:cNvSpPr txBox="1"/>
          <p:nvPr/>
        </p:nvSpPr>
        <p:spPr>
          <a:xfrm>
            <a:off x="1733676" y="368114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9869664F-BA82-B307-19A8-5C1E14F4B647}"/>
              </a:ext>
            </a:extLst>
          </p:cNvPr>
          <p:cNvGrpSpPr/>
          <p:nvPr/>
        </p:nvGrpSpPr>
        <p:grpSpPr>
          <a:xfrm>
            <a:off x="1772305" y="2249603"/>
            <a:ext cx="8799455" cy="1431541"/>
            <a:chOff x="1772305" y="2249603"/>
            <a:chExt cx="8799455" cy="14315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AD3647B-B5F1-F685-9978-B84A252DEB9B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C4A76A7-7597-5E84-A1CE-27B31F07DC90}"/>
                </a:ext>
              </a:extLst>
            </p:cNvPr>
            <p:cNvGrpSpPr/>
            <p:nvPr/>
          </p:nvGrpSpPr>
          <p:grpSpPr>
            <a:xfrm>
              <a:off x="1772305" y="2249603"/>
              <a:ext cx="8799455" cy="1431541"/>
              <a:chOff x="1772305" y="2249603"/>
              <a:chExt cx="8799455" cy="1431541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2D3B6616-1FE2-8649-B85D-E0E84BD9CFC4}"/>
                  </a:ext>
                </a:extLst>
              </p:cNvPr>
              <p:cNvGrpSpPr/>
              <p:nvPr/>
            </p:nvGrpSpPr>
            <p:grpSpPr>
              <a:xfrm>
                <a:off x="1910968" y="2760283"/>
                <a:ext cx="5834958" cy="733940"/>
                <a:chOff x="1910968" y="2760283"/>
                <a:chExt cx="5834958" cy="733940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D5E5425F-18BB-0F7D-D090-40A65D66DFED}"/>
                    </a:ext>
                  </a:extLst>
                </p:cNvPr>
                <p:cNvCxnSpPr/>
                <p:nvPr/>
              </p:nvCxnSpPr>
              <p:spPr>
                <a:xfrm flipV="1">
                  <a:off x="1910968" y="2769647"/>
                  <a:ext cx="1658892" cy="436843"/>
                </a:xfrm>
                <a:prstGeom prst="bentConnector4">
                  <a:avLst>
                    <a:gd name="adj1" fmla="val 100039"/>
                    <a:gd name="adj2" fmla="val 45344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2A0345A4-7522-8A7E-D6E6-6F048601C7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252" y="2760283"/>
                  <a:ext cx="4032504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Elbow Connector 449">
                  <a:extLst>
                    <a:ext uri="{FF2B5EF4-FFF2-40B4-BE49-F238E27FC236}">
                      <a16:creationId xmlns:a16="http://schemas.microsoft.com/office/drawing/2014/main" id="{9F6C02BC-2700-05E4-4FC5-D4CFC6DD83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285314" y="3033611"/>
                  <a:ext cx="733939" cy="187285"/>
                </a:xfrm>
                <a:prstGeom prst="bentConnector3">
                  <a:avLst>
                    <a:gd name="adj1" fmla="val 99835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72DBD720-6815-EE29-1A72-49180AE83075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791228" cy="1431541"/>
                <a:chOff x="1780532" y="2238028"/>
                <a:chExt cx="8791228" cy="1431541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07E75EFE-C9F4-A315-0D31-1F4CCA5501B7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155" name="Elbow Connector 154">
                    <a:extLst>
                      <a:ext uri="{FF2B5EF4-FFF2-40B4-BE49-F238E27FC236}">
                        <a16:creationId xmlns:a16="http://schemas.microsoft.com/office/drawing/2014/main" id="{DDF3573F-7ACE-A8A6-3B64-BE9F5458E3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E14CE913-BE67-B302-91EB-670D21F016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1" name="Elbow Connector 150">
                  <a:extLst>
                    <a:ext uri="{FF2B5EF4-FFF2-40B4-BE49-F238E27FC236}">
                      <a16:creationId xmlns:a16="http://schemas.microsoft.com/office/drawing/2014/main" id="{CBB00D16-68F7-E047-405B-F24D3DD3A1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Elbow Connector 152">
                  <a:extLst>
                    <a:ext uri="{FF2B5EF4-FFF2-40B4-BE49-F238E27FC236}">
                      <a16:creationId xmlns:a16="http://schemas.microsoft.com/office/drawing/2014/main" id="{4EB87DF4-E5E0-9379-41B7-884B69D0B1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62016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7" name="Straight Arrow Connector 506">
                <a:extLst>
                  <a:ext uri="{FF2B5EF4-FFF2-40B4-BE49-F238E27FC236}">
                    <a16:creationId xmlns:a16="http://schemas.microsoft.com/office/drawing/2014/main" id="{4BF4BB91-5989-2387-4B6F-D7785F8A6A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sm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C3DAD2E-9D07-2C8A-FA1B-50318605F15B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A404E36-BA96-FE73-40D5-333C6AEF4AE4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9C60AD7C-B588-18E2-D94B-9444C81DD4C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75DDA0F-30A4-3DEB-173D-613E55F715EA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01883BF0-A8A2-CBA5-327A-F187B9FD7B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8B0EC1A-AFB6-770B-6FB2-B090DE023A2F}"/>
              </a:ext>
            </a:extLst>
          </p:cNvPr>
          <p:cNvGrpSpPr/>
          <p:nvPr/>
        </p:nvGrpSpPr>
        <p:grpSpPr>
          <a:xfrm>
            <a:off x="3778820" y="2354053"/>
            <a:ext cx="7363499" cy="1050552"/>
            <a:chOff x="3782323" y="2354336"/>
            <a:chExt cx="7363499" cy="1050552"/>
          </a:xfrm>
          <a:effectLst>
            <a:glow rad="50800">
              <a:srgbClr val="011223">
                <a:alpha val="61376"/>
              </a:srgbClr>
            </a:glow>
          </a:effectLst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EA7EFFF-6690-3752-5EF5-5A58EA997817}"/>
                </a:ext>
              </a:extLst>
            </p:cNvPr>
            <p:cNvGrpSpPr/>
            <p:nvPr/>
          </p:nvGrpSpPr>
          <p:grpSpPr>
            <a:xfrm>
              <a:off x="3812655" y="2354336"/>
              <a:ext cx="7333167" cy="1050552"/>
              <a:chOff x="3812655" y="2354336"/>
              <a:chExt cx="7333167" cy="1050552"/>
            </a:xfrm>
          </p:grpSpPr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F6C189A3-17DC-2C00-165D-36A5E3E8AC83}"/>
                  </a:ext>
                </a:extLst>
              </p:cNvPr>
              <p:cNvSpPr/>
              <p:nvPr/>
            </p:nvSpPr>
            <p:spPr>
              <a:xfrm flipV="1">
                <a:off x="10517200" y="3145411"/>
                <a:ext cx="377320" cy="259477"/>
              </a:xfrm>
              <a:custGeom>
                <a:avLst/>
                <a:gdLst>
                  <a:gd name="connsiteX0" fmla="*/ 0 w 405114"/>
                  <a:gd name="connsiteY0" fmla="*/ 150471 h 162045"/>
                  <a:gd name="connsiteX1" fmla="*/ 57873 w 405114"/>
                  <a:gd name="connsiteY1" fmla="*/ 162045 h 162045"/>
                  <a:gd name="connsiteX2" fmla="*/ 104172 w 405114"/>
                  <a:gd name="connsiteY2" fmla="*/ 150471 h 162045"/>
                  <a:gd name="connsiteX3" fmla="*/ 208344 w 405114"/>
                  <a:gd name="connsiteY3" fmla="*/ 92597 h 162045"/>
                  <a:gd name="connsiteX4" fmla="*/ 254643 w 405114"/>
                  <a:gd name="connsiteY4" fmla="*/ 46298 h 162045"/>
                  <a:gd name="connsiteX5" fmla="*/ 358815 w 405114"/>
                  <a:gd name="connsiteY5" fmla="*/ 0 h 162045"/>
                  <a:gd name="connsiteX6" fmla="*/ 405114 w 405114"/>
                  <a:gd name="connsiteY6" fmla="*/ 0 h 162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5114" h="162045">
                    <a:moveTo>
                      <a:pt x="0" y="150471"/>
                    </a:moveTo>
                    <a:cubicBezTo>
                      <a:pt x="19291" y="154329"/>
                      <a:pt x="38200" y="162045"/>
                      <a:pt x="57873" y="162045"/>
                    </a:cubicBezTo>
                    <a:cubicBezTo>
                      <a:pt x="73781" y="162045"/>
                      <a:pt x="88876" y="154841"/>
                      <a:pt x="104172" y="150471"/>
                    </a:cubicBezTo>
                    <a:cubicBezTo>
                      <a:pt x="144925" y="138827"/>
                      <a:pt x="175184" y="125757"/>
                      <a:pt x="208344" y="92597"/>
                    </a:cubicBezTo>
                    <a:cubicBezTo>
                      <a:pt x="223777" y="77164"/>
                      <a:pt x="236483" y="58405"/>
                      <a:pt x="254643" y="46298"/>
                    </a:cubicBezTo>
                    <a:cubicBezTo>
                      <a:pt x="286113" y="25318"/>
                      <a:pt x="317492" y="0"/>
                      <a:pt x="358815" y="0"/>
                    </a:cubicBezTo>
                    <a:lnTo>
                      <a:pt x="405114" y="0"/>
                    </a:lnTo>
                  </a:path>
                </a:pathLst>
              </a:custGeom>
              <a:noFill/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id="{6A96DC31-1A08-54ED-50EA-1DC9174FA6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25529" y="2354336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Elbow Connector 34">
                <a:extLst>
                  <a:ext uri="{FF2B5EF4-FFF2-40B4-BE49-F238E27FC236}">
                    <a16:creationId xmlns:a16="http://schemas.microsoft.com/office/drawing/2014/main" id="{37FC7A0B-7D4C-EF2F-17B5-7C35FC32AAA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80551" y="2218003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9AE9CB-27C3-6978-EF3B-B59993CCF359}"/>
                </a:ext>
              </a:extLst>
            </p:cNvPr>
            <p:cNvCxnSpPr/>
            <p:nvPr/>
          </p:nvCxnSpPr>
          <p:spPr>
            <a:xfrm>
              <a:off x="3782323" y="2384802"/>
              <a:ext cx="7360920" cy="0"/>
            </a:xfrm>
            <a:prstGeom prst="line">
              <a:avLst/>
            </a:prstGeom>
            <a:ln w="57150">
              <a:solidFill>
                <a:schemeClr val="accent4"/>
              </a:solidFill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BE17408-0F44-07FF-B9A2-F868705D2E88}"/>
              </a:ext>
            </a:extLst>
          </p:cNvPr>
          <p:cNvSpPr txBox="1"/>
          <p:nvPr/>
        </p:nvSpPr>
        <p:spPr>
          <a:xfrm>
            <a:off x="122782" y="1581025"/>
            <a:ext cx="2936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25" marR="0" lvl="0" indent="-23812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6DAC3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Write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DE2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ALU output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6DAC3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to PC.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977D66F-124B-C4BA-7A87-BE909775A6DB}"/>
              </a:ext>
            </a:extLst>
          </p:cNvPr>
          <p:cNvGrpSpPr/>
          <p:nvPr/>
        </p:nvGrpSpPr>
        <p:grpSpPr>
          <a:xfrm>
            <a:off x="7709119" y="3492839"/>
            <a:ext cx="585916" cy="180461"/>
            <a:chOff x="7709119" y="3492839"/>
            <a:chExt cx="585916" cy="180461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B4B95E8-0F8F-736F-FD52-B5A4863C0181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5FD69CA3-C565-1E16-F95C-9BADC2F91686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96FF7BF-A67B-A867-5171-D897F030A7B2}"/>
              </a:ext>
            </a:extLst>
          </p:cNvPr>
          <p:cNvSpPr txBox="1"/>
          <p:nvPr/>
        </p:nvSpPr>
        <p:spPr>
          <a:xfrm>
            <a:off x="6851313" y="1365558"/>
            <a:ext cx="2541732" cy="358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AE1029-CD43-A070-FC29-A9155EF33312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DBF4C3-68F7-7D45-226C-BF10A59F30D9}"/>
              </a:ext>
            </a:extLst>
          </p:cNvPr>
          <p:cNvSpPr txBox="1"/>
          <p:nvPr/>
        </p:nvSpPr>
        <p:spPr>
          <a:xfrm>
            <a:off x="3121370" y="1063996"/>
            <a:ext cx="3047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byte offset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for 20-bit PC-relative jump.</a:t>
            </a: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592C45DB-A83A-9021-AA41-8AA67F80445B}"/>
              </a:ext>
            </a:extLst>
          </p:cNvPr>
          <p:cNvGrpSpPr/>
          <p:nvPr/>
        </p:nvGrpSpPr>
        <p:grpSpPr>
          <a:xfrm>
            <a:off x="881793" y="3655539"/>
            <a:ext cx="562890" cy="120155"/>
            <a:chOff x="881793" y="3655539"/>
            <a:chExt cx="562890" cy="12015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1AEF8526-FC35-C9E3-5F4C-5B3FE90A0842}"/>
                </a:ext>
              </a:extLst>
            </p:cNvPr>
            <p:cNvSpPr/>
            <p:nvPr/>
          </p:nvSpPr>
          <p:spPr>
            <a:xfrm>
              <a:off x="881793" y="3657768"/>
              <a:ext cx="405114" cy="117926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2B908F1C-B0A4-EC1A-626A-C1B95FA8B6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0363" y="3655539"/>
              <a:ext cx="27432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F1D8500-89E9-E670-138B-4C52E107B7A4}"/>
              </a:ext>
            </a:extLst>
          </p:cNvPr>
          <p:cNvGrpSpPr/>
          <p:nvPr/>
        </p:nvGrpSpPr>
        <p:grpSpPr>
          <a:xfrm>
            <a:off x="3062791" y="3425699"/>
            <a:ext cx="4683138" cy="2111811"/>
            <a:chOff x="3062791" y="3425699"/>
            <a:chExt cx="4683138" cy="2111811"/>
          </a:xfrm>
        </p:grpSpPr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6F155832-E9E4-A884-CB3F-B5CB44372136}"/>
                </a:ext>
              </a:extLst>
            </p:cNvPr>
            <p:cNvGrpSpPr/>
            <p:nvPr/>
          </p:nvGrpSpPr>
          <p:grpSpPr>
            <a:xfrm>
              <a:off x="3071337" y="3952953"/>
              <a:ext cx="4674592" cy="1584557"/>
              <a:chOff x="3071337" y="3952953"/>
              <a:chExt cx="4674592" cy="158455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7AB24A8-AD9D-2872-CD11-40DCC7914384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79CB3101-A84F-07CE-45DD-1C2FFA9D1516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6A3CAA29-6A12-E55F-8E46-8673F028CF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Elbow Connector 450">
                  <a:extLst>
                    <a:ext uri="{FF2B5EF4-FFF2-40B4-BE49-F238E27FC236}">
                      <a16:creationId xmlns:a16="http://schemas.microsoft.com/office/drawing/2014/main" id="{7023819B-575F-88E8-CDB7-30DC3BF4D8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0" name="Straight Arrow Connector 459">
                <a:extLst>
                  <a:ext uri="{FF2B5EF4-FFF2-40B4-BE49-F238E27FC236}">
                    <a16:creationId xmlns:a16="http://schemas.microsoft.com/office/drawing/2014/main" id="{DDC3684F-3C36-EAC8-9334-4CAEC7696D7C}"/>
                  </a:ext>
                </a:extLst>
              </p:cNvPr>
              <p:cNvCxnSpPr/>
              <p:nvPr/>
            </p:nvCxnSpPr>
            <p:spPr>
              <a:xfrm>
                <a:off x="3071337" y="3952953"/>
                <a:ext cx="182880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87387715-40BA-2900-33F0-1A2601DE97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91" y="3425699"/>
              <a:ext cx="1753043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151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8E32-3731-DB82-65E5-0A0150C2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roup 469">
            <a:extLst>
              <a:ext uri="{FF2B5EF4-FFF2-40B4-BE49-F238E27FC236}">
                <a16:creationId xmlns:a16="http://schemas.microsoft.com/office/drawing/2014/main" id="{02F013F9-A006-C399-FC49-C61B4ECE99D0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3B9F28B7-7485-4CA5-5E10-E36D48202185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2B10E83C-EF58-2FC1-28A1-8AB6ED0BD170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84" name="Elbow Connector 483">
                  <a:extLst>
                    <a:ext uri="{FF2B5EF4-FFF2-40B4-BE49-F238E27FC236}">
                      <a16:creationId xmlns:a16="http://schemas.microsoft.com/office/drawing/2014/main" id="{F7F0FE67-D843-470C-FE77-0F49225E8A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936CE827-B5E8-D521-D0D7-E534490F1F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3" name="Straight Arrow Connector 482">
                <a:extLst>
                  <a:ext uri="{FF2B5EF4-FFF2-40B4-BE49-F238E27FC236}">
                    <a16:creationId xmlns:a16="http://schemas.microsoft.com/office/drawing/2014/main" id="{53479A62-95B2-CEF2-36CF-46A19BA6A1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05EE9AD0-F572-2361-732E-C0A305FB39A0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ECCB0D24-DBE3-A66C-DA6E-D07631189D95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67163F55-E064-3628-403A-7ED796AD717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lbow Connector 192">
              <a:extLst>
                <a:ext uri="{FF2B5EF4-FFF2-40B4-BE49-F238E27FC236}">
                  <a16:creationId xmlns:a16="http://schemas.microsoft.com/office/drawing/2014/main" id="{D8DABD4B-8A9B-37CA-9D7B-482BB7F8CE9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E7DC473-F009-6A8D-4AE2-489D16C5C9F5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70" y="2260284"/>
              <a:ext cx="6695229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11770473-4815-6C3A-A3E1-BA61A9EA42A4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1F08BAC6-0137-2061-6CDB-1A5BBC7CEC9A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354DF5F-FD06-9496-7AA3-08D34AE4B6E4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10FB93B8-CA44-9809-704D-A5AB94DD6A34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A7C38E08-91A6-85FE-A8BE-C809A8986E7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6D49872-FF4C-C7B3-69FA-B231ABDF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 Datapath (1/7)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82E89726-D521-3C01-D4C8-6B21ABDAD69F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5E5352EC-EE48-32DC-D7D3-6EDA662A9832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9127AB11-EBC3-077B-5D8C-69CACC071CBB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D6F9F984-9E3F-9B93-F44F-1588A113B1E4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8D11117C-49B8-2EC0-8F7E-8A49AF06152A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D8D57835-598D-CDE9-A4FD-EE9376C633C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A8F05C0-4A06-39BC-F7A0-6D4253426B66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4C39602E-AFD3-6A58-A53C-F35E17FE3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415B2987-351C-EABD-2A72-59651C3910C9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DECCDBF8-32BE-1316-5591-21F5E4D88B2B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60C18799-5BA2-B1C2-5432-F63466FDCDF9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14F407DA-900F-8ACA-96DF-C769A423EC3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709E5F62-C00E-6DBA-3C69-0E0212034032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720F59B1-B6E3-37FE-3EEF-6ACD441F2036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52DB1F03-0550-3E37-0B47-1CDA504942F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8B61E20E-FF32-6107-4680-6FB0826AE7F3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E4DE51D7-1FA1-71CA-E293-4BBD676817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CD508940-15BF-B570-AD76-2D8B30D80197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06DC676C-3BDD-9326-8516-5F2C8ED3A925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188E2D9-25AD-FD7C-3DB0-507B2309A64B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9ACA93D1-C772-A542-F6AF-ECF7076E30E7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B4E56C9F-94EF-E561-A63F-E4F0D9B1277D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EE8BE0FA-A6B0-1929-E377-03FC177CCF61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EE40DE29-113D-C78D-613E-76EC428A89BD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16478882-47EC-EC5C-5482-9D0DD4265B2D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327EBD33-9712-0793-D7B3-AD31C97980E2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D9CBD572-AD64-CB20-A715-3A3A1E46A818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D65CBE32-0563-0B0A-3D53-A4BE6D5C5646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9F09EEB3-A7C9-4C2E-7A16-F49651240C4A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60F09416-2160-B584-B758-A5F7A4B7A78C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D351FD9F-6ADD-3D5F-734D-74AC356B2827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471F0A96-E057-3494-D612-7589B88A4B0A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D5A5B9C1-C3BC-ADCB-E1E4-E4EC26D3D532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20F3BA9-0A8C-56EC-9794-8B2874F324B7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23927C39-6101-4A56-D615-BD96D038B95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3932C942-DE32-370E-5C3F-3BC89396A4BC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AAB06FB1-104C-BAED-24B0-E4FE3EED436D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DD843-BD65-D179-C063-2BCC2966629F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15B13A-E3EA-7FC8-ADEF-4B815089D820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7A6CD3-F084-E5DE-BA3C-1D933D572016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FD2AC7-2F5D-CF8F-FB89-7D074F3ED00C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170990-394C-9665-67BB-4E7AA6D1B211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1C465A-8694-B14F-A2A9-8F31EE812C7A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F6683741-B594-8BB7-1821-BC5C01279BDA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3CBCE924-AE40-1383-279E-3F16AE5D283C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AEB1884-8321-3F36-7BE5-5EA93869A593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1DEFA3A7-8CBD-0FF4-5185-7C8AC641D9D5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BE018E54-DA55-2662-7234-A77E04832A6C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3FAE8E5-1EBD-67BE-9926-DE1482BB2087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B866316F-E632-92E0-D117-2A43ECE7D18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0437A0C-F8B4-7960-7292-3D3DFA61BF70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AD7C8F44-97C3-D0FD-DFB9-42DE07E47EE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887C804A-3B3A-3C33-2E07-48F6C8217097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317E607E-1817-A99B-03A0-67F068EB4A01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30CF1AF-C442-98CC-0BCF-ED2BFE1FF4BB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E916A3E-3752-3D0D-C0D8-9A42C4FDB2BA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84731E4D-62C3-6DC5-B9D4-BFCCA282C176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A436584E-56BF-417A-E3FF-40D79EE9435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6AF365CB-F921-7855-FAF1-46496493EF2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23AFE9D3-9C9C-E612-B7B6-B7C4E9B484A1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8C051073-F15D-592A-64EF-1399E7F82E0E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ED350B29-3CA5-5C10-BA02-034DB39A1E51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737DE79F-2327-9219-26D1-E33AC680D847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2D297DC-5528-6A58-1A57-4F344C43FDF6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18FE93C8-575D-FA9B-1FA6-CCE074F0DEAD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29EACC2-25AA-93BC-C357-63B1CDA17889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B152968-A17B-FB2E-5987-45303AD709B0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CFA5C11-3525-62E9-67B3-FF304B37009C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55FE85F-1018-AE23-0C98-51199367F845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E85CF-8A10-100C-B86B-33F33BEB13F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97CC57-590F-EE9D-F904-D2E4B6AA1A4C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B2E9579B-B54B-E37A-3D73-441770E8B74D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AD9A5A24-B6CA-5105-A73A-9879EF80A6CD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52813C1-D2B1-F360-FD00-AEEAABE44E7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58F6C159-D438-F838-6F99-B8CEA387B831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E816F862-DA77-19DF-0971-4E4B70074788}"/>
              </a:ext>
            </a:extLst>
          </p:cNvPr>
          <p:cNvSpPr txBox="1"/>
          <p:nvPr/>
        </p:nvSpPr>
        <p:spPr>
          <a:xfrm>
            <a:off x="1733676" y="368114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D4583-C4B1-4D74-7023-2B1349C74019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178DF2F-9C9F-627C-2623-6096C65D6936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E9212BF4-46DA-EEFF-2000-5559CC93D59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F2E48F0-FBDF-C08B-9B64-D5D3C5745505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8F2D37A2-76E0-FED1-FF8E-FBDDCD23F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896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409B2-E2BE-46E1-409B-600656916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roup 469">
            <a:extLst>
              <a:ext uri="{FF2B5EF4-FFF2-40B4-BE49-F238E27FC236}">
                <a16:creationId xmlns:a16="http://schemas.microsoft.com/office/drawing/2014/main" id="{32E216CE-DA5F-D96A-8B5E-0426DC04AB24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C07A37B8-0EDB-3A92-9828-952E63E04BD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64C3AB5C-A495-E6BF-B90D-FCAB322D665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84" name="Elbow Connector 483">
                  <a:extLst>
                    <a:ext uri="{FF2B5EF4-FFF2-40B4-BE49-F238E27FC236}">
                      <a16:creationId xmlns:a16="http://schemas.microsoft.com/office/drawing/2014/main" id="{CEFD899A-47D1-254D-8F05-464240E6F0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BF26057A-4CA1-695D-ED4C-0087C8E20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3" name="Straight Arrow Connector 482">
                <a:extLst>
                  <a:ext uri="{FF2B5EF4-FFF2-40B4-BE49-F238E27FC236}">
                    <a16:creationId xmlns:a16="http://schemas.microsoft.com/office/drawing/2014/main" id="{33E2D9DE-3869-765E-66A2-8D8C065409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BE104805-08CE-4AAA-554C-0CBE99CE4FE1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B2A08589-DA1D-F97C-E30A-CAD37B3C1354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9F4DC66B-38CE-CC83-E4AB-03D88069505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lbow Connector 192">
              <a:extLst>
                <a:ext uri="{FF2B5EF4-FFF2-40B4-BE49-F238E27FC236}">
                  <a16:creationId xmlns:a16="http://schemas.microsoft.com/office/drawing/2014/main" id="{616292CA-07FA-8D39-F037-53CFE8FD3C1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35C9C23A-B96D-B64B-239F-C5441740C796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70" y="2260284"/>
              <a:ext cx="6695229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D7F66048-7096-9195-DFAB-8D13556097EA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E53C6E05-CE40-8BE9-8AE1-403568E42DF1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90325299-14F5-A956-0689-1F659D3B24FB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944BFE37-9584-0198-3B41-1AAC14F767E7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38733CBF-D7A8-E5EC-2ECF-49F54C40032F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14AD59-3279-4CE6-A06A-C494996E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 Datapath (2/7)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39DC01E-1289-28A3-DB94-CC992FEEAD84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D014FB3A-C4EE-292B-23A8-389F22FB9362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E9AD1F55-A276-0B3B-202E-6C217E7DC912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48ACDF3F-D134-24C4-2254-4262B8DD8C45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B60E1B05-F07C-A5BB-3B46-58D9F23DB21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D9A0D09E-546A-9380-E07A-E729E47A36EE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532CBEA-E3C7-054E-435D-01D04CEA7F7E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1D9637E7-B981-6039-ED76-0E1D3E06F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1160208C-E7E1-E49C-BA2C-43956CA58787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0623969C-E7BE-6526-D7D0-8D615977940F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57186462-73A5-3FB8-BBEB-4F5D99DDF736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773EA7F0-F812-9EBA-BB20-78160504591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45BA55D2-A538-157F-29B1-D89A82372AA6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1B0A1E7D-A870-156C-EADB-99291B4B105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D3A7C85-6311-AFC5-AE37-C212F02A99B6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32B9C2A7-1AD8-515B-13ED-014A4FB3B0FF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1D6A9B04-99F5-06C9-4DD8-C4494ACA47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882BEC6F-8375-3636-369C-2A4D20E753C0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56C7472C-6D4D-DF81-816A-CE026296025B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723D952B-9D40-19B8-7AF1-C0CCC4F6877C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21F8D261-585E-50D3-7622-0FE4B5E5989F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2A202B2E-3198-6D0C-483B-BDFA8237368D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D6697A8-AC0D-567E-2893-7163FF8A8411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E1F4327C-543F-9EEF-6D23-2A85A492C95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A616952A-55E5-99A2-233F-A5E171C62339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2BFCC24-63E5-F12B-EA86-FD564404820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D6BDBC21-5133-679A-38A9-4EFDD3524C4F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A9CDFBCE-9AA4-FB46-9DFD-A403C0436334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589A3A70-D596-BACD-9D9F-3927BA5693CE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08A67185-4DE4-2719-7D35-8F143EB6C94D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A9EA81F5-6830-9B67-AF05-FFE9FF05D8F7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7DE616CE-BE52-FFA7-DBBF-D0C7B35ADEF4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3A993346-90B0-742F-9597-D97C845B799E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B67B3DB-F913-824B-41CB-252ED4D18539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64ADD87C-487E-9A32-FA29-5BBB9A23DD90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755DBFD6-E06C-B4AA-72FA-7EE3606FB558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401215E5-3E59-638B-A31D-42ABFA24BAA0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85A11D-72FE-041B-CC07-925C448801B9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38A22B-3EC3-3152-CBBD-3FE53C8E518F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05EAC2-7494-29C7-9BB1-6E31D30311D6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4E6581-F560-8EFF-8352-A0E5E2DB9265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82AFEB-455C-F16E-E7CE-8383C1EAA043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5C8DF69-8C6B-A61F-EB65-E3369AFFD4D1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889FF288-08F2-5C88-BE05-F1463003582B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13C4840-78CF-0807-6FEA-6029FE1A4EA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C530AAF9-FD79-8054-39C5-A4A4702A2911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61FC4B82-5E15-7CF4-6B2B-93242055F767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7174DF19-E510-0EA8-AF38-3EB1D764CBE1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4539C9C-EF80-C685-85D4-4DD3A4511D75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20DA1E33-7AAA-5405-8EA4-5D3F719E293E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29AB13C-01B5-68B9-E2BE-3AC2B2C6DB20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955080EB-1220-5C64-1B84-96F4642EDAA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4EA75562-3475-DF13-43B2-815581599A2D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6A9C608-91C6-B427-EBCB-043909CDAE18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09E78D3-81E2-F590-ACA4-9D5C97A1E890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F917A5C-8D44-01DE-F148-E0559928BC12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7C2DB49-CFAC-2B40-FF32-86864E417EB5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DF025951-114C-0938-2731-28317EE2E786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D1108EBA-B050-0B86-BC48-CA357D78FB6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1A7CE46E-7A52-060E-D35E-3350CC4BD7D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F822C066-FD35-D8CB-7C49-BEA016649B8B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9622D0DA-542E-962F-6C50-E9E5AB3F06A9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3A2F392C-B403-0756-DD23-0999884EBEAE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48BE59AC-6603-A0DF-CA56-527AA0D8D3BB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FDC8A90-9560-A2C3-E73C-7CBBA2934F8A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D13D131B-3176-AB83-41B8-C3F49612C2C7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A8320AC-8C4F-1738-5571-F1A0AB264ED1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04F979F-12B2-5644-E915-DDCAF944711C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CEFFEFD-810D-50A1-C5E7-9F6C74879835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22FADB8-B616-7CA6-F5C3-AB94D74D5E1A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E5679-F570-0DB0-4827-35ED7089F667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7EBB5A-C3E4-4011-851A-EDE518579921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CAC70D23-B365-A000-F64D-C999CB5B314E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4BB27EAD-E567-D62E-8529-A971F15E4BE3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EEB8A4ED-D299-D2E4-4F75-B63CB57754F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47767DCB-DB5F-C69B-CB93-386F53817179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EE719C44-79E4-EACD-FC10-A00B78BE5CEC}"/>
              </a:ext>
            </a:extLst>
          </p:cNvPr>
          <p:cNvSpPr txBox="1"/>
          <p:nvPr/>
        </p:nvSpPr>
        <p:spPr>
          <a:xfrm>
            <a:off x="1733676" y="368114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A561CC39-F9A5-B11E-B3C2-9988F206C8D2}"/>
              </a:ext>
            </a:extLst>
          </p:cNvPr>
          <p:cNvGrpSpPr/>
          <p:nvPr/>
        </p:nvGrpSpPr>
        <p:grpSpPr>
          <a:xfrm>
            <a:off x="1772305" y="2249603"/>
            <a:ext cx="8799455" cy="1431541"/>
            <a:chOff x="1772305" y="2249603"/>
            <a:chExt cx="8799455" cy="14315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B268B3E-DDD6-6AB0-79FF-1CC8D21D5462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871CC90-B395-030D-7111-BA8F2C093342}"/>
                </a:ext>
              </a:extLst>
            </p:cNvPr>
            <p:cNvGrpSpPr/>
            <p:nvPr/>
          </p:nvGrpSpPr>
          <p:grpSpPr>
            <a:xfrm>
              <a:off x="1772305" y="2249603"/>
              <a:ext cx="8799455" cy="1431541"/>
              <a:chOff x="1772305" y="2249603"/>
              <a:chExt cx="8799455" cy="1431541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AC12DE17-8BCB-8B3F-872E-11DCFD74D3A9}"/>
                  </a:ext>
                </a:extLst>
              </p:cNvPr>
              <p:cNvGrpSpPr/>
              <p:nvPr/>
            </p:nvGrpSpPr>
            <p:grpSpPr>
              <a:xfrm>
                <a:off x="1910968" y="2760283"/>
                <a:ext cx="5834958" cy="733940"/>
                <a:chOff x="1910968" y="2760283"/>
                <a:chExt cx="5834958" cy="733940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9DD8A635-D34F-2537-E6A7-30BA7740BA14}"/>
                    </a:ext>
                  </a:extLst>
                </p:cNvPr>
                <p:cNvCxnSpPr/>
                <p:nvPr/>
              </p:nvCxnSpPr>
              <p:spPr>
                <a:xfrm flipV="1">
                  <a:off x="1910968" y="2769647"/>
                  <a:ext cx="1658892" cy="436843"/>
                </a:xfrm>
                <a:prstGeom prst="bentConnector4">
                  <a:avLst>
                    <a:gd name="adj1" fmla="val 100039"/>
                    <a:gd name="adj2" fmla="val 45344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EDE40B40-5E42-6337-FD29-E3AE9C1E91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252" y="2760283"/>
                  <a:ext cx="4032504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Elbow Connector 449">
                  <a:extLst>
                    <a:ext uri="{FF2B5EF4-FFF2-40B4-BE49-F238E27FC236}">
                      <a16:creationId xmlns:a16="http://schemas.microsoft.com/office/drawing/2014/main" id="{44CB02AF-7E3C-FAC6-F3F2-8C7E38E070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285314" y="3033611"/>
                  <a:ext cx="733939" cy="187285"/>
                </a:xfrm>
                <a:prstGeom prst="bentConnector3">
                  <a:avLst>
                    <a:gd name="adj1" fmla="val 99835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9CF05B42-DE9D-B4A5-7428-2698A3097B82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791228" cy="1431541"/>
                <a:chOff x="1780532" y="2238028"/>
                <a:chExt cx="8791228" cy="1431541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70C06C03-16CF-E501-BE22-B9060981F6F9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155" name="Elbow Connector 154">
                    <a:extLst>
                      <a:ext uri="{FF2B5EF4-FFF2-40B4-BE49-F238E27FC236}">
                        <a16:creationId xmlns:a16="http://schemas.microsoft.com/office/drawing/2014/main" id="{A8E0C235-DF0B-E362-CDAB-69FD450823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3C3C9702-1377-3DD1-0CA0-F8619952EA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1" name="Elbow Connector 150">
                  <a:extLst>
                    <a:ext uri="{FF2B5EF4-FFF2-40B4-BE49-F238E27FC236}">
                      <a16:creationId xmlns:a16="http://schemas.microsoft.com/office/drawing/2014/main" id="{E25E9F4E-F79A-E511-8EB2-0F5A639436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Elbow Connector 152">
                  <a:extLst>
                    <a:ext uri="{FF2B5EF4-FFF2-40B4-BE49-F238E27FC236}">
                      <a16:creationId xmlns:a16="http://schemas.microsoft.com/office/drawing/2014/main" id="{C277FA41-5BDC-4276-FEC0-39C480BF4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62016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7" name="Straight Arrow Connector 506">
                <a:extLst>
                  <a:ext uri="{FF2B5EF4-FFF2-40B4-BE49-F238E27FC236}">
                    <a16:creationId xmlns:a16="http://schemas.microsoft.com/office/drawing/2014/main" id="{6EA0F66B-AFC9-31B9-3104-81F0883AE6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sm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E94301F-B460-FA9C-CCE4-0927C1E1FC50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CCD2A06-1BFA-661E-8FF3-023568DF2A45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3FBF9B7E-96AE-3270-34C8-A291D3E3C1E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F8B5D61-FC3C-E9CE-9E62-D9E61B1B265B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CBCDEC06-2BF5-FCDC-843E-DE2ACDBCB9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881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3EFD2-11FC-340A-01B1-E4B76B565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roup 469">
            <a:extLst>
              <a:ext uri="{FF2B5EF4-FFF2-40B4-BE49-F238E27FC236}">
                <a16:creationId xmlns:a16="http://schemas.microsoft.com/office/drawing/2014/main" id="{F49384FD-30DC-B8F3-E499-223DCDE5A165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8A67FBC-D98A-5093-2B93-DCDFC130BABB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4428BB6D-94DE-1FA4-F571-D0D7FE091C8F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84" name="Elbow Connector 483">
                  <a:extLst>
                    <a:ext uri="{FF2B5EF4-FFF2-40B4-BE49-F238E27FC236}">
                      <a16:creationId xmlns:a16="http://schemas.microsoft.com/office/drawing/2014/main" id="{5E02F692-8D94-6B8A-FC1F-A0C74731F6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0D1D4F2E-A913-D0BB-92D9-951F7C205F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3" name="Straight Arrow Connector 482">
                <a:extLst>
                  <a:ext uri="{FF2B5EF4-FFF2-40B4-BE49-F238E27FC236}">
                    <a16:creationId xmlns:a16="http://schemas.microsoft.com/office/drawing/2014/main" id="{2AE4E713-4A6D-C397-6D3A-431C0EC4F0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A1529585-16A3-B18E-E57F-1EF7E7312E07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5794F2EA-2AF1-C990-E1A4-F9AA37B55BEC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789FA1FA-9D7A-5ADE-7165-57917E74F0D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lbow Connector 192">
              <a:extLst>
                <a:ext uri="{FF2B5EF4-FFF2-40B4-BE49-F238E27FC236}">
                  <a16:creationId xmlns:a16="http://schemas.microsoft.com/office/drawing/2014/main" id="{2FAF411A-3F0C-992C-43CD-B5482B9EB01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16EBACA8-629A-42B1-688B-94E34E88277C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70" y="2260284"/>
              <a:ext cx="6695229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0F7EBAC1-AA2B-2EB7-72C2-7CBF5764CF7A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1AC63EF-3F2C-F7C4-768B-B075E21AFE66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7F946F1-ADA3-EA8D-ACA4-3F598486C99E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236BE743-82A6-4A2F-FA2E-4041CD0BA9DB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0079C87F-A8EA-51FE-1F4E-64E675D38976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3E07ECD-DF1E-D228-B9CB-2DF8E8FE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 Datapath (3/7)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03F7DFD-A046-C555-1293-08E960D7855D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C4ED7CF4-0F56-1EE4-AE61-9D3E9FFCF26D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80E2F72E-EB3E-F722-4102-CD4FAE3F5D95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DC6A8362-90B5-1849-DB71-D995B4D5275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3177577A-E962-EE45-BC82-A9E8629E0715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A7014565-96BE-F7FA-5348-94D31ACE0BCD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C6C6FE70-6F4C-1150-7E97-1B57D66F8D1D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D42CCE4-EA03-FBF9-55B8-02579A461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74D4471B-6237-84D0-099F-6A06D266A6CE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067247F1-EE81-9A4B-D722-6779C482DB2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70047929-18D8-8D92-628F-54BB6BF3C7D7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BED4C4E-8225-300B-7AAD-43B9ED2CEA06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307C722A-D607-E639-E6A1-BADBE0B57BDE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EF08CEF-F3EA-D653-2864-1D7E702BFAD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E02992DE-584C-C9A4-7CC7-220E9DEA97BD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14D64465-6B04-9A0B-3FF2-0D23A57F1839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EFC4C033-85F7-23B7-8404-D9C181F139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12221BE6-1E55-FF65-125A-63EC9618E70B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34063047-44FA-C07C-B1C6-3C9654688017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6916B06-0C15-1E79-1638-728E99BA7B52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8E7FD549-54B0-63F2-CF12-2A6EF2619B1A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8B1F7E81-027E-D8F0-8825-0882931803F7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E19EC56A-1E0C-872B-066D-1CC9B58EBC6B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D863DE26-E0C1-D4BE-E4EA-71FAB94435D4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3EDDD508-0F91-62DF-E30B-539469E1B42F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92C2481-AED5-F48A-A555-B5D0B2C7BBE3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003F814-C6BE-BE03-A322-87996832FC2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CB3745F6-3FCB-7BBC-9CF9-17DCA788EE5A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2ACBDCB3-2611-3B9D-BA2E-E0BCEE728BD2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BDB967BD-5C5A-9AAA-847F-B11205A55C5C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AAC5960-DB9B-3BA8-7EFE-57B9F81B9A00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E07637CC-1229-925D-20FC-3E204886BDE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C8C0C7CF-165D-F17C-C205-22335662D4CA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66B3480-A750-6FC9-8E85-9AB9E8DFBC6E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AA9FFCC8-72DE-2CBF-F0B5-DB5C1F398F6F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47B28367-7C6D-FA52-7B1C-DF48D0BD2728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AEB67DE4-A1B3-B51F-A35B-82D60BC679D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108CD-C0C5-F272-C6EE-E3D0022AF2E8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E7B201-05E9-C4CF-8510-A8BCBB339A24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ED70FE6-4C88-96F3-68B6-FCB35EE4FBF5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C2C6CE-E973-C26B-F9F0-DEC83C1AE945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7D5F9FB-C8A5-C827-E3BF-FCE1F703818A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F59966-D726-D9B0-AB77-C712C44E264F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772BEEE-F3A8-F050-005F-ACCAAC6E2855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200996D0-8320-5192-5866-2EC9805D8DC3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C5951788-6F64-DCB5-BB30-905F4A233221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6760095D-F5CF-CFBB-96B4-6EDBFFAD8818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8968936-C09D-871A-96B2-970D8C508247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90C7DBC9-3F99-5AB7-075A-D9CB3D02C424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429E2C6F-7652-7D1F-70CD-0749627ED252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0EBF920-8A47-6014-00F7-3C75D189A6F3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62CF7DC3-2504-E3E8-1088-46470D393C7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FAD20BA2-AB05-68B9-4757-DE961DE6662C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D979C20-7855-2859-C5C3-ACBAAA6C03A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5CBE3F3-D2DD-C94F-9B3D-8FB11064B5AC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921247A-3F82-EBB2-93D9-03FD7B8B418B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C2AC018-5437-2516-F904-7136875CEAF9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99FFD99-0275-0954-43F8-018E26B01DC7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8713A3B6-170F-EFF1-193F-7AF4F03EBC0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D3DA62BF-6E35-5530-172E-844642EBEC7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0584F45B-8F38-36AE-2DC8-CF5B6BEC2FD6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8135FCEE-BEFD-77DB-54C2-04D6DDA83C55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B017C604-042B-1C1E-E956-8A8246645D42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8B8CB771-FF5F-C66F-76F7-7AAF9E1074D2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F1937CC-995B-91AC-458E-C4985C801267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C7C6474D-9870-9DBD-EFD0-2E44F8D26CA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53AC392-CF11-D2CD-E4ED-D6FA0EE2A090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49ECF75-9A51-6E38-909E-FF2FC4EDD369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764B9EE-8A24-2311-92D0-A282EB6BB7EC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1F7A492-825B-6504-D7AC-1A015187C358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8B483-3F27-AD71-B0A6-FF494DDFA718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FC5D9E-2CAD-A65B-4793-849C029AB845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668E085E-1FE7-28C3-F00A-266BABE264DF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D6C3C899-AAF7-A551-7FA4-9C1CF4EE5D2D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65D7B941-E12C-5BCC-D45E-4A4E5B9DB0B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116DC7AB-A5A3-6004-13CB-888458D6D8A8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CF90C082-205A-9F4A-28A7-0E876BF2DE9B}"/>
              </a:ext>
            </a:extLst>
          </p:cNvPr>
          <p:cNvSpPr txBox="1"/>
          <p:nvPr/>
        </p:nvSpPr>
        <p:spPr>
          <a:xfrm>
            <a:off x="1733676" y="368114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26514577-1BF9-8165-D3A3-41537E0FC85E}"/>
              </a:ext>
            </a:extLst>
          </p:cNvPr>
          <p:cNvGrpSpPr/>
          <p:nvPr/>
        </p:nvGrpSpPr>
        <p:grpSpPr>
          <a:xfrm>
            <a:off x="1772305" y="2249603"/>
            <a:ext cx="8799455" cy="1431541"/>
            <a:chOff x="1772305" y="2249603"/>
            <a:chExt cx="8799455" cy="14315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C8756A-E7F6-8133-86E1-5B3F4690A6D0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26E50FE-9318-6E1F-3F70-CC973A50F4BD}"/>
                </a:ext>
              </a:extLst>
            </p:cNvPr>
            <p:cNvGrpSpPr/>
            <p:nvPr/>
          </p:nvGrpSpPr>
          <p:grpSpPr>
            <a:xfrm>
              <a:off x="1772305" y="2249603"/>
              <a:ext cx="8799455" cy="1431541"/>
              <a:chOff x="1772305" y="2249603"/>
              <a:chExt cx="8799455" cy="1431541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F790F3A6-B5B4-9892-71C3-71107FDD2D3D}"/>
                  </a:ext>
                </a:extLst>
              </p:cNvPr>
              <p:cNvGrpSpPr/>
              <p:nvPr/>
            </p:nvGrpSpPr>
            <p:grpSpPr>
              <a:xfrm>
                <a:off x="1910968" y="2760283"/>
                <a:ext cx="5834958" cy="733940"/>
                <a:chOff x="1910968" y="2760283"/>
                <a:chExt cx="5834958" cy="733940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49D6A326-E018-0E67-CC04-AF44730FECCE}"/>
                    </a:ext>
                  </a:extLst>
                </p:cNvPr>
                <p:cNvCxnSpPr/>
                <p:nvPr/>
              </p:nvCxnSpPr>
              <p:spPr>
                <a:xfrm flipV="1">
                  <a:off x="1910968" y="2769647"/>
                  <a:ext cx="1658892" cy="436843"/>
                </a:xfrm>
                <a:prstGeom prst="bentConnector4">
                  <a:avLst>
                    <a:gd name="adj1" fmla="val 100039"/>
                    <a:gd name="adj2" fmla="val 45344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1829FDFD-8925-9C0C-75D5-1E4C49925F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252" y="2760283"/>
                  <a:ext cx="4032504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Elbow Connector 449">
                  <a:extLst>
                    <a:ext uri="{FF2B5EF4-FFF2-40B4-BE49-F238E27FC236}">
                      <a16:creationId xmlns:a16="http://schemas.microsoft.com/office/drawing/2014/main" id="{6EEDB590-1A20-C6BF-17AC-4F3135273D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285314" y="3033611"/>
                  <a:ext cx="733939" cy="187285"/>
                </a:xfrm>
                <a:prstGeom prst="bentConnector3">
                  <a:avLst>
                    <a:gd name="adj1" fmla="val 99835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869892C8-1C0C-4244-0B31-05FA29B2C0CC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791228" cy="1431541"/>
                <a:chOff x="1780532" y="2238028"/>
                <a:chExt cx="8791228" cy="1431541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C283B03E-1E81-56DA-3F0F-1C7C028712CC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155" name="Elbow Connector 154">
                    <a:extLst>
                      <a:ext uri="{FF2B5EF4-FFF2-40B4-BE49-F238E27FC236}">
                        <a16:creationId xmlns:a16="http://schemas.microsoft.com/office/drawing/2014/main" id="{1182F5ED-8CF1-C91E-EF79-56A52AC2C4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B6BA08C0-5365-B5C1-3739-B9B6F24CBA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1" name="Elbow Connector 150">
                  <a:extLst>
                    <a:ext uri="{FF2B5EF4-FFF2-40B4-BE49-F238E27FC236}">
                      <a16:creationId xmlns:a16="http://schemas.microsoft.com/office/drawing/2014/main" id="{142897BF-5A13-B692-AF49-2F88396487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Elbow Connector 152">
                  <a:extLst>
                    <a:ext uri="{FF2B5EF4-FFF2-40B4-BE49-F238E27FC236}">
                      <a16:creationId xmlns:a16="http://schemas.microsoft.com/office/drawing/2014/main" id="{8936C9E6-D18E-E0FD-F44D-581A0873E5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62016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7" name="Straight Arrow Connector 506">
                <a:extLst>
                  <a:ext uri="{FF2B5EF4-FFF2-40B4-BE49-F238E27FC236}">
                    <a16:creationId xmlns:a16="http://schemas.microsoft.com/office/drawing/2014/main" id="{173016CC-33E8-8B30-BF37-4B88AB4153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sm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4B9A1C4-3798-04F8-F015-18EB3BC1F79C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9BB9CC-B5AF-5595-8318-14B2FBDFEACB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58061280-835A-88F2-E179-889E08CB4EC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1031F7C-54E4-DD9F-318A-F0ACA48FE8C7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494A7CF2-4392-B1FD-8C41-18B17AF3E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0564B6C0-4355-E7A8-7E05-9C925FF09315}"/>
              </a:ext>
            </a:extLst>
          </p:cNvPr>
          <p:cNvSpPr txBox="1"/>
          <p:nvPr/>
        </p:nvSpPr>
        <p:spPr>
          <a:xfrm>
            <a:off x="3121370" y="1063996"/>
            <a:ext cx="3047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byte offset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for 20-bit PC-relative jump.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AFE15D4-4231-B70A-9CA8-5A61170739DE}"/>
              </a:ext>
            </a:extLst>
          </p:cNvPr>
          <p:cNvGrpSpPr/>
          <p:nvPr/>
        </p:nvGrpSpPr>
        <p:grpSpPr>
          <a:xfrm>
            <a:off x="3062791" y="3425699"/>
            <a:ext cx="4683138" cy="2111811"/>
            <a:chOff x="3062791" y="3425699"/>
            <a:chExt cx="4683138" cy="2111811"/>
          </a:xfrm>
        </p:grpSpPr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FCC2CFE1-BF35-C88F-B624-1C05BDF91147}"/>
                </a:ext>
              </a:extLst>
            </p:cNvPr>
            <p:cNvGrpSpPr/>
            <p:nvPr/>
          </p:nvGrpSpPr>
          <p:grpSpPr>
            <a:xfrm>
              <a:off x="3071337" y="3952953"/>
              <a:ext cx="4674592" cy="1584557"/>
              <a:chOff x="3071337" y="3952953"/>
              <a:chExt cx="4674592" cy="158455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3F43B45B-1A5E-6D3F-9679-6B532D8366DB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1FD4D60C-1284-0666-35EB-4F08360C231B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1E090131-4D3D-5DC1-2868-7375F33F23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Elbow Connector 450">
                  <a:extLst>
                    <a:ext uri="{FF2B5EF4-FFF2-40B4-BE49-F238E27FC236}">
                      <a16:creationId xmlns:a16="http://schemas.microsoft.com/office/drawing/2014/main" id="{A3742F6D-FE6B-3731-3FDC-731DC3920C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0" name="Straight Arrow Connector 459">
                <a:extLst>
                  <a:ext uri="{FF2B5EF4-FFF2-40B4-BE49-F238E27FC236}">
                    <a16:creationId xmlns:a16="http://schemas.microsoft.com/office/drawing/2014/main" id="{8377B667-951E-76EC-545D-1EE41E7EC715}"/>
                  </a:ext>
                </a:extLst>
              </p:cNvPr>
              <p:cNvCxnSpPr/>
              <p:nvPr/>
            </p:nvCxnSpPr>
            <p:spPr>
              <a:xfrm>
                <a:off x="3071337" y="3952953"/>
                <a:ext cx="182880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DB7DDF84-D1B4-6B5A-3360-338BC5648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91" y="3425699"/>
              <a:ext cx="1753043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CF7ED37-036E-C1E1-17C4-BCF1690F13D6}"/>
              </a:ext>
            </a:extLst>
          </p:cNvPr>
          <p:cNvSpPr txBox="1"/>
          <p:nvPr/>
        </p:nvSpPr>
        <p:spPr>
          <a:xfrm>
            <a:off x="4062897" y="5552119"/>
            <a:ext cx="817853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5"/>
                </a:solidFill>
                <a:latin typeface="18 VAG Rounded Light   02390" pitchFamily="2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03186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B726-5992-C883-FD9B-EAB05E0C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roup 469">
            <a:extLst>
              <a:ext uri="{FF2B5EF4-FFF2-40B4-BE49-F238E27FC236}">
                <a16:creationId xmlns:a16="http://schemas.microsoft.com/office/drawing/2014/main" id="{A6AD9514-AFED-F881-1BDE-822A7A8AA266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7C0BE2F9-5702-C1FA-0BA5-2B2C4B919383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95F13D-B1E3-BF57-DDAF-A263B0063403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84" name="Elbow Connector 483">
                  <a:extLst>
                    <a:ext uri="{FF2B5EF4-FFF2-40B4-BE49-F238E27FC236}">
                      <a16:creationId xmlns:a16="http://schemas.microsoft.com/office/drawing/2014/main" id="{8B2258AC-AC49-9064-0168-A3B2D62E89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FA3569BA-41D9-D6F5-915F-353D339012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3" name="Straight Arrow Connector 482">
                <a:extLst>
                  <a:ext uri="{FF2B5EF4-FFF2-40B4-BE49-F238E27FC236}">
                    <a16:creationId xmlns:a16="http://schemas.microsoft.com/office/drawing/2014/main" id="{BE8DD198-5BE8-A1C4-B1C8-27BC1A7A1D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80557BBD-27BF-7D0F-8553-132EE96227FE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B411530-D11E-1736-BEDB-AFD1C6E1A024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791835C7-E395-ED13-3109-7506042392B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lbow Connector 192">
              <a:extLst>
                <a:ext uri="{FF2B5EF4-FFF2-40B4-BE49-F238E27FC236}">
                  <a16:creationId xmlns:a16="http://schemas.microsoft.com/office/drawing/2014/main" id="{0A5665DE-4EA0-2C5F-B6A3-EE5AE7E28FC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5DDFF85-60A0-BDF0-E4D8-8A4627FEF241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70" y="2260284"/>
              <a:ext cx="6695229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4942A23F-AB5E-914E-2268-07A812FC15B3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289C0DF-1E9F-0560-F550-269132ED4C27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7527C7C-63AF-FE82-3C23-C8BAB5421BDB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7FAA9CAE-C658-9960-10AF-5B8C5E37C62B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9CB5F8D1-EFC2-DA80-AA8E-35F4871ED9EA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D726293-3541-2154-706B-7FD73F379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 Datapath (4/7)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E98C2D6-14F7-19AD-F238-95BA32D32EA4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3C974BD5-F9F2-3804-EEB9-80E852A0879C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039DA070-5EDF-042B-8797-3D5580A44AC3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9FA49B68-975E-E9AB-46C1-8D0F4C24A5EE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5F198FC4-BE89-C130-4351-5A9517FB3BA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E74DCD55-7F70-655C-360E-8E7113913FFC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FE59B72-46E5-C138-38EC-B1D56AF90D59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F159E4C4-8E39-5E0E-D228-3314F8EDA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9AEA31DB-9538-CD69-6BD2-3B07783A9BB9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CA58011B-711B-43BE-7EE2-673A7304BA0B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CF80110-8DF2-E85B-CEC4-2E376BFE7692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F2A2BDD7-FA2E-EFEA-ABB6-026D333C1CD5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3DC0B39-16B1-26B4-BE79-0858D817B3CF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4C38DF4-62F5-C2DA-ECFE-34DDE41D2960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D01032EC-DA62-67B5-8D6F-F3BE8B30F477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8321BD99-7AC4-42B6-C8BD-D4816E062BC1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6BE02F22-62D6-399C-2A5F-96EF153922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7421FCE-FE97-6CE1-79B0-F758DD822E4D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C54B55E7-7120-9A34-B002-D836C4D9C1E7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312A73B6-4861-4456-1E72-BC0F96881994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DF254461-9D9F-3643-6CDB-96136C0447B6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BE01C8A4-771C-DBC2-C4B2-F7C9AFA5D93A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15E8466A-AE38-8736-FE5B-F15D5C57E60C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A0426D73-0E09-AB9F-CE2D-841812A92D2B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CAC2D61C-50C4-DDCB-CB18-68B9FB3A867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A6328B4B-BB43-136E-1252-BBB1C7096D8A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66EF08C0-D231-5F10-5999-2C3A098B9B1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E0058EDD-0DD2-5023-61A7-918BD249CAEC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688FB9D0-8161-A634-975E-C495CDFBC12F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062180D5-9603-F588-5758-D334C01F0B32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C134C45-A426-2F7C-36E5-3255EF796369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658A1884-02D6-3510-0F3B-E0E77CC3962D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E5155D7B-6B83-D0E4-CF08-821655C7E72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440C74F6-EDEE-4889-7C6B-66C1435DD96C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12727579-A6D8-63CA-F852-69AD12DD066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168D5194-825A-353D-63FA-780F6BE4297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EE15142D-275A-3EFD-184E-82487225352C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D89A63-25EF-048E-C026-2036D3F9189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1BC0B1-382B-93F4-EA09-234F6280DFDE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66659DA-4466-BF09-B7BF-124A6B5381BC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187417-55B5-A271-5CC1-28A6F394C472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E40EE6C-DD20-8C49-E476-16082DEDCB7E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11A4B13-FEE1-70CA-64AE-E4716AA31BFD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71CAE70-3A0F-AAE8-7291-3B38CE153C82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2143218A-232F-1730-B13A-94C0F2898C49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0390EA8-9DA9-D751-27D1-78B646E6A8FF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910E8103-6069-5990-8EC7-FE77A0842697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189C0D5-1A6B-FBCC-15A9-3531B4236C49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933D451-7482-C8D2-7DDD-62895BAE5F41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3917CC0D-0FB7-E650-E71E-2A487A4D8994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E2B0838-D815-BC23-D158-0E4E6E2DE2CE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AC8FA1AA-FE1F-BB20-70C8-3E10AC21A1F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2D25B0A7-26B5-2D88-7B64-02BDCF2760D3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7A47E477-9025-B905-4E17-370CA10D5216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2B585BD-8647-3016-D0ED-737E474BB343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FC1D4CA-ADBB-B714-2F51-68EAA472DC97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0421753-63C8-52DE-4E60-F917D7CD369F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FFF346A-77AD-9D6F-C20A-4953A4628D8A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5B5589AD-DF8F-41DE-D99A-6730B9283CD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15FEC90F-69AB-9F16-8FD3-6CEB776B131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5389607C-4A07-7F19-5F0B-27EAFC23DB34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678AECF1-FB2D-24DD-F0B0-440684F7C944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C7F142E5-CEF4-7538-937E-147235F23A03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430867AC-0665-3915-0D5D-7A000997B9F6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D272061-2BE1-6A14-715F-8C1FEA78AAD2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6C6EF764-006A-2A44-2C1C-1DF61252F331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59BFD48-14FE-15CE-CF1B-96D04B125F4C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5B00956-B137-555E-1161-1C403394ACB7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A8D195E-4FCB-24F5-A70E-CF5CB3261CC9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C12DD6A-EE27-7461-483B-17EB48352A65}"/>
              </a:ext>
            </a:extLst>
          </p:cNvPr>
          <p:cNvGrpSpPr/>
          <p:nvPr/>
        </p:nvGrpSpPr>
        <p:grpSpPr>
          <a:xfrm>
            <a:off x="501377" y="5516420"/>
            <a:ext cx="10397446" cy="565283"/>
            <a:chOff x="501377" y="5516420"/>
            <a:chExt cx="10397446" cy="565283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4C30972-259C-C0D1-510C-CA791CB42113}"/>
                </a:ext>
              </a:extLst>
            </p:cNvPr>
            <p:cNvSpPr txBox="1"/>
            <p:nvPr/>
          </p:nvSpPr>
          <p:spPr>
            <a:xfrm>
              <a:off x="501377" y="5560628"/>
              <a:ext cx="835486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taken(1)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8624869-DD5D-F4E2-A168-86C727ACA95D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J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091E329-FCC6-AF42-B7BF-2F9586AC786F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9E15CD9C-2AEE-0D91-61BA-70A5274580CA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A8B2CB3C-FBF8-1DDC-40E3-AAE708A5559B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80B61C-43B1-B8A0-CD7F-DBA9AA441610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5B4B696-49B9-AED4-3712-CA2B1F0D7B13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9711DD8A-B06F-45B5-5255-4CFE6B62EA18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87CD1AF7-22AB-8467-9A3D-0FA20C90D59B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E66C0E1-AF0D-0B51-4E89-96C266EA382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1E9E2-1750-F8CA-A398-B1543942B927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9459FB-D752-E626-8D02-A3AD5E3A98CF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6E6B1FC9-FF2C-1A9B-E588-27D4FCCE3230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E971AE9-CF28-5DB9-6BD8-6659DD272E16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CB4BCCB0-AC3E-477C-090B-BDDFC2AC628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50F75ECE-B88E-A4CA-E93C-99508181D8E2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EA18A73E-ED53-1D01-61E2-E65F9480F006}"/>
              </a:ext>
            </a:extLst>
          </p:cNvPr>
          <p:cNvSpPr txBox="1"/>
          <p:nvPr/>
        </p:nvSpPr>
        <p:spPr>
          <a:xfrm>
            <a:off x="1733676" y="368114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3E9EA867-F43A-4250-4B61-FF24754E1E8B}"/>
              </a:ext>
            </a:extLst>
          </p:cNvPr>
          <p:cNvGrpSpPr/>
          <p:nvPr/>
        </p:nvGrpSpPr>
        <p:grpSpPr>
          <a:xfrm>
            <a:off x="1772305" y="2249603"/>
            <a:ext cx="8799455" cy="1431541"/>
            <a:chOff x="1772305" y="2249603"/>
            <a:chExt cx="8799455" cy="14315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05B6A5C-8626-A82C-7D69-1EDB8A1BF34C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BC6AB95-68C4-3D52-64B0-CDCCD8EF5B04}"/>
                </a:ext>
              </a:extLst>
            </p:cNvPr>
            <p:cNvGrpSpPr/>
            <p:nvPr/>
          </p:nvGrpSpPr>
          <p:grpSpPr>
            <a:xfrm>
              <a:off x="1772305" y="2249603"/>
              <a:ext cx="8799455" cy="1431541"/>
              <a:chOff x="1772305" y="2249603"/>
              <a:chExt cx="8799455" cy="1431541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1BA943F-2EFE-AA1C-86AB-CC686241E115}"/>
                  </a:ext>
                </a:extLst>
              </p:cNvPr>
              <p:cNvGrpSpPr/>
              <p:nvPr/>
            </p:nvGrpSpPr>
            <p:grpSpPr>
              <a:xfrm>
                <a:off x="1910968" y="2760283"/>
                <a:ext cx="5834958" cy="733940"/>
                <a:chOff x="1910968" y="2760283"/>
                <a:chExt cx="5834958" cy="733940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C4829529-B00E-41F0-4E63-2CD07EF3FE07}"/>
                    </a:ext>
                  </a:extLst>
                </p:cNvPr>
                <p:cNvCxnSpPr/>
                <p:nvPr/>
              </p:nvCxnSpPr>
              <p:spPr>
                <a:xfrm flipV="1">
                  <a:off x="1910968" y="2769647"/>
                  <a:ext cx="1658892" cy="436843"/>
                </a:xfrm>
                <a:prstGeom prst="bentConnector4">
                  <a:avLst>
                    <a:gd name="adj1" fmla="val 100039"/>
                    <a:gd name="adj2" fmla="val 45344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DC67F12E-5E6A-0A91-2A1F-FA5EE6B78E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252" y="2760283"/>
                  <a:ext cx="4032504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Elbow Connector 449">
                  <a:extLst>
                    <a:ext uri="{FF2B5EF4-FFF2-40B4-BE49-F238E27FC236}">
                      <a16:creationId xmlns:a16="http://schemas.microsoft.com/office/drawing/2014/main" id="{8D35F226-19B5-5197-2D93-6E643C0E3E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285314" y="3033611"/>
                  <a:ext cx="733939" cy="187285"/>
                </a:xfrm>
                <a:prstGeom prst="bentConnector3">
                  <a:avLst>
                    <a:gd name="adj1" fmla="val 99835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CEE27A56-9199-8A26-233D-5047CC5B4142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791228" cy="1431541"/>
                <a:chOff x="1780532" y="2238028"/>
                <a:chExt cx="8791228" cy="1431541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B3D855C4-3C34-905A-1F8B-61FAD740FB1C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155" name="Elbow Connector 154">
                    <a:extLst>
                      <a:ext uri="{FF2B5EF4-FFF2-40B4-BE49-F238E27FC236}">
                        <a16:creationId xmlns:a16="http://schemas.microsoft.com/office/drawing/2014/main" id="{91762A17-B576-84DF-1EF2-BBEDF50546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4B4D34DC-9E19-9889-7597-12AE3B7038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1" name="Elbow Connector 150">
                  <a:extLst>
                    <a:ext uri="{FF2B5EF4-FFF2-40B4-BE49-F238E27FC236}">
                      <a16:creationId xmlns:a16="http://schemas.microsoft.com/office/drawing/2014/main" id="{B3FACA33-20F0-F8E3-25C2-B7B52ADE2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Elbow Connector 152">
                  <a:extLst>
                    <a:ext uri="{FF2B5EF4-FFF2-40B4-BE49-F238E27FC236}">
                      <a16:creationId xmlns:a16="http://schemas.microsoft.com/office/drawing/2014/main" id="{5309868E-B48D-C21A-DF9A-E1DD4AC46A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62016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7" name="Straight Arrow Connector 506">
                <a:extLst>
                  <a:ext uri="{FF2B5EF4-FFF2-40B4-BE49-F238E27FC236}">
                    <a16:creationId xmlns:a16="http://schemas.microsoft.com/office/drawing/2014/main" id="{AAEAB659-E1AB-0F3A-9839-B193DC786F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sm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18F3DAA-6B46-7E1F-7E23-C30353908169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579AF30-FE93-4001-591B-CD7A67D840E1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661B98FE-E388-7E93-1F71-1FCD8182BF7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A1DF829-F982-C6A8-A121-4E88A11BD5D6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11477C94-EC05-3320-BC45-D79E96C1A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74D1B85C-6CFC-49A8-08F6-ABC25CF3F04D}"/>
              </a:ext>
            </a:extLst>
          </p:cNvPr>
          <p:cNvSpPr txBox="1"/>
          <p:nvPr/>
        </p:nvSpPr>
        <p:spPr>
          <a:xfrm>
            <a:off x="3121370" y="1063996"/>
            <a:ext cx="3047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byte offset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for 20-bit PC-relative jump.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A6A592B-5245-9A8F-9FB2-FB49D2FF696E}"/>
              </a:ext>
            </a:extLst>
          </p:cNvPr>
          <p:cNvGrpSpPr/>
          <p:nvPr/>
        </p:nvGrpSpPr>
        <p:grpSpPr>
          <a:xfrm>
            <a:off x="3062791" y="3425699"/>
            <a:ext cx="4683138" cy="2111811"/>
            <a:chOff x="3062791" y="3425699"/>
            <a:chExt cx="4683138" cy="2111811"/>
          </a:xfrm>
        </p:grpSpPr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26E24A1-5002-15AE-D0FC-60DD682DDC2B}"/>
                </a:ext>
              </a:extLst>
            </p:cNvPr>
            <p:cNvGrpSpPr/>
            <p:nvPr/>
          </p:nvGrpSpPr>
          <p:grpSpPr>
            <a:xfrm>
              <a:off x="3071337" y="3952953"/>
              <a:ext cx="4674592" cy="1584557"/>
              <a:chOff x="3071337" y="3952953"/>
              <a:chExt cx="4674592" cy="158455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9BB44494-F0AB-73D0-442C-C784570DEDB5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8FEE77BE-F043-51A6-7606-ADC5C835C20E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A0AE4175-6B3C-22B9-AB02-219A84177A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Elbow Connector 450">
                  <a:extLst>
                    <a:ext uri="{FF2B5EF4-FFF2-40B4-BE49-F238E27FC236}">
                      <a16:creationId xmlns:a16="http://schemas.microsoft.com/office/drawing/2014/main" id="{7A30CC1E-703F-670B-8CAA-2530EE9167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0" name="Straight Arrow Connector 459">
                <a:extLst>
                  <a:ext uri="{FF2B5EF4-FFF2-40B4-BE49-F238E27FC236}">
                    <a16:creationId xmlns:a16="http://schemas.microsoft.com/office/drawing/2014/main" id="{1280CF4C-CB63-88B1-6E9B-B9F64474EF54}"/>
                  </a:ext>
                </a:extLst>
              </p:cNvPr>
              <p:cNvCxnSpPr/>
              <p:nvPr/>
            </p:nvCxnSpPr>
            <p:spPr>
              <a:xfrm>
                <a:off x="3071337" y="3952953"/>
                <a:ext cx="182880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693B5113-2AEA-1833-0281-392D5076C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91" y="3425699"/>
              <a:ext cx="1753043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571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9E39D-2933-CBCB-7D05-20D78E8C7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roup 469">
            <a:extLst>
              <a:ext uri="{FF2B5EF4-FFF2-40B4-BE49-F238E27FC236}">
                <a16:creationId xmlns:a16="http://schemas.microsoft.com/office/drawing/2014/main" id="{D081AC77-1609-D155-5CFA-A5560DF2F670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851FE5A2-0A05-1825-6DB2-E4606B79803D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4232B4C8-C4EF-13A7-65E4-8D26BAB4A45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84" name="Elbow Connector 483">
                  <a:extLst>
                    <a:ext uri="{FF2B5EF4-FFF2-40B4-BE49-F238E27FC236}">
                      <a16:creationId xmlns:a16="http://schemas.microsoft.com/office/drawing/2014/main" id="{D799A044-905D-1D4E-2EA6-58269BEC30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19D62ADA-1F2E-DD09-812B-B425EE0322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3" name="Straight Arrow Connector 482">
                <a:extLst>
                  <a:ext uri="{FF2B5EF4-FFF2-40B4-BE49-F238E27FC236}">
                    <a16:creationId xmlns:a16="http://schemas.microsoft.com/office/drawing/2014/main" id="{94CC9611-3B9B-62BA-1611-0B00D07734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F7588625-3DB2-321D-678A-429D60127853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EDD22D64-9C51-97AC-82E1-C9C248E5BBB7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B4C34C94-DF1D-8410-F69A-458C2D12EE0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lbow Connector 192">
              <a:extLst>
                <a:ext uri="{FF2B5EF4-FFF2-40B4-BE49-F238E27FC236}">
                  <a16:creationId xmlns:a16="http://schemas.microsoft.com/office/drawing/2014/main" id="{EBCD8BC0-3E06-8B2A-369C-3BD04726A48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646886B-96F9-FA9E-2FDF-3AB45C8E1A02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70" y="2260284"/>
              <a:ext cx="6695229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FC505B6F-4DA2-8575-9663-286750F840EB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1A11C530-FDA9-83BC-8C6B-2873C7597810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BABE963-F1FD-DE69-CCE9-0644F02CE99D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0B57BB8E-759F-25D5-77BB-3EFBCEE6D86F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3252F8F-2638-3263-050E-6BD4D0F27A74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26EF2F8-7179-38A8-5B1F-B97887C5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 Datapath (5/7)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0E5E860D-CCA3-CAE7-536B-6C98BD1A0F24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ABF62F84-15DF-D9AF-349F-9C99D70298E2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B72F08DC-918F-FD2D-54D9-53039392CCB7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60F1EC41-1283-0695-2571-31196BB5C3FA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F9A05437-9C53-0599-FBBF-3F329D2C746F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39D64659-BD0F-A010-5DBA-3DEE104A105C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66F4C647-9162-E345-A920-59FF1A9B92ED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97663773-6650-E53B-57E5-B8363128D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E8FF4B60-A17B-F4BA-E4D0-C91F759271CF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D41B64C6-DA65-C755-1851-D366619A3C15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B3C15255-BE94-AE93-61CB-A6ADF8F490D6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D371E7A5-3DE6-7117-A74C-BB7D7FE0BA3E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D550B02F-1CD7-EE2D-70F4-4E41900EE09D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BE1DC2D-2BB4-2838-2D52-E4A40B8C60C4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F5C79195-35CE-1310-ACB0-16F1F6BEFCE2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FA02E1CF-AE0C-B8F0-4958-41C5EFEE8E89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AE23FFB-ED4E-9A29-9BD0-DA39F96CFE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7A17489F-5A75-59E1-F918-C3204B6F56E4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415D938F-25AD-E1E0-64EB-B87295DE6EDE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2EE875FE-E693-1FE2-8F02-18CEC1D0E8D8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EADA339-3E5B-1A29-C6C1-2EEAB866B994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F3D311BA-843D-5E1D-4299-1F68CCD6ADCA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15A6FF9D-2C34-DDCF-8EA3-B8A9865D0CC8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5E8FB231-65A6-63C6-D09E-416D87C172D8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F695E1E6-3752-F3FE-F081-D8DC6AD1A4A0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90D7AAE4-AD74-0697-AE83-C8AF5DB6C2D9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E539B2FF-B16E-2951-1410-DB882711E395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AA78990E-5EE3-7F88-0B56-1AF561EA46CE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E2544B63-8BD2-C0F9-825F-0FBAE3DE28A3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AD4F61A0-7FBD-BFD0-E0EB-BF09248314BD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45FAD1E2-3FBC-7CF1-226E-8A84A2456917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AFCE4997-0277-292B-5AFD-33DEC5A36720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EB03A98F-FC02-98BA-9F48-2013F2EA325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48F70BC-B2F4-6A37-AD7D-768B847EC090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FBB944AF-2D9A-F3C5-7DED-3A61F366747C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286AA9CF-62F5-3E0A-AC29-1EDBFF366EA9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5698F125-C969-C348-B20E-321C8C609EAF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55102E-E98B-CEE3-B267-D29B30C3E790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C4EE8C-DC99-3A5C-00DD-4857028E475D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AB00132-6E84-95B0-E4EF-16A472D6A748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C5CACD-E3C3-2552-5A2B-785DCDBA57B3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21DF33-7061-DE1F-FA64-83A0D1EF00D7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BA3144-D0B8-191D-6179-D1899A9FF41B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A4D519EB-EB64-0214-4A63-656773C8D3F2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CCC860D1-F235-ADD7-641D-6B55EF9887FD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03BB8CE5-DFFD-FF9F-C0BA-5B535597A25B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A488A063-E56E-A238-B52B-79BE2B73BFF9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B0226386-F8C2-36DB-1CD2-45F6E09C9611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3F0EBD6-DD9E-2B64-42A4-ACFA47CC27C0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241A7273-D845-BC12-86D0-C0FC68245562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5684E8B-A08C-CD74-243B-CEA980BB16E0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7C8EA3A3-61A6-45B8-4272-48C00C902B3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F1CD0C67-4686-29AE-46C6-7C971B43000F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21D91B64-54B5-DEE1-04E9-2FB88CC89A0E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8454195-E790-7A5E-D93D-4C39B9C66A1B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88DC6E7-6E31-9C4D-376E-B3CF8E776300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03C8A8F-31F9-F560-E799-CA7118FBC37E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53C26FA-AC77-BA0A-25B3-A529F5631E2E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15D7F7A4-368E-C410-CEC0-32DF2B2C749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19208795-3B97-FFA4-DF77-F26B01801CD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C0B62F3C-68AC-32A7-2425-398123DC011C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2D7FA1F4-873B-9A4C-BC75-3C40EA83900A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7B4AC903-2A81-6599-ADCA-EF71984BD825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B3A65136-46B3-6BAC-0083-2C31A8C43CD6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9C357D3-508F-099A-DACD-0991DC56C885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2BA22461-B1F8-90D8-CC7A-9DBE3AD9AF9F}"/>
              </a:ext>
            </a:extLst>
          </p:cNvPr>
          <p:cNvGrpSpPr/>
          <p:nvPr/>
        </p:nvGrpSpPr>
        <p:grpSpPr>
          <a:xfrm>
            <a:off x="436830" y="2086108"/>
            <a:ext cx="8492430" cy="1881832"/>
            <a:chOff x="436830" y="2086108"/>
            <a:chExt cx="8492430" cy="1881832"/>
          </a:xfrm>
        </p:grpSpPr>
        <p:cxnSp>
          <p:nvCxnSpPr>
            <p:cNvPr id="492" name="Elbow Connector 491">
              <a:extLst>
                <a:ext uri="{FF2B5EF4-FFF2-40B4-BE49-F238E27FC236}">
                  <a16:creationId xmlns:a16="http://schemas.microsoft.com/office/drawing/2014/main" id="{32EFEE06-29F2-348E-F427-373DAF0F72A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40" y="2119597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Elbow Connector 492">
              <a:extLst>
                <a:ext uri="{FF2B5EF4-FFF2-40B4-BE49-F238E27FC236}">
                  <a16:creationId xmlns:a16="http://schemas.microsoft.com/office/drawing/2014/main" id="{25772086-F86C-7ED2-2341-B8013A6ECDE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61625" y="2684563"/>
              <a:ext cx="1689586" cy="492676"/>
            </a:xfrm>
            <a:prstGeom prst="bentConnector4">
              <a:avLst>
                <a:gd name="adj1" fmla="val 46510"/>
                <a:gd name="adj2" fmla="val -113"/>
              </a:avLst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Freeform 318">
            <a:extLst>
              <a:ext uri="{FF2B5EF4-FFF2-40B4-BE49-F238E27FC236}">
                <a16:creationId xmlns:a16="http://schemas.microsoft.com/office/drawing/2014/main" id="{25BE3BA4-6F04-E607-0D2A-37EB0BF7FE03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14F5BEF-F7BC-6E48-E489-9619C2A75284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1251098-B02D-5B32-847D-5E6CE4CFE6E1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06FC1DC-18B7-42D0-9BA3-EDE5EA731A49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7222D36-ED25-2E05-7318-231B750B561F}"/>
              </a:ext>
            </a:extLst>
          </p:cNvPr>
          <p:cNvGrpSpPr/>
          <p:nvPr/>
        </p:nvGrpSpPr>
        <p:grpSpPr>
          <a:xfrm>
            <a:off x="501377" y="5516420"/>
            <a:ext cx="10397446" cy="565283"/>
            <a:chOff x="501377" y="5516420"/>
            <a:chExt cx="10397446" cy="565283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C542510-70B2-2099-2A1B-A508E6618327}"/>
                </a:ext>
              </a:extLst>
            </p:cNvPr>
            <p:cNvSpPr txBox="1"/>
            <p:nvPr/>
          </p:nvSpPr>
          <p:spPr>
            <a:xfrm>
              <a:off x="501377" y="5560628"/>
              <a:ext cx="835486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taken(1)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43FC143-94DE-2265-6F11-1E24F3188BEC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J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7F30D25-7F9B-3DDF-70F2-3E39FA84917A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83F512D-4492-A891-0742-C14F2BE7B3A0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C40A4476-C681-C73F-0ADD-B82F97C78429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201E796B-D2FB-72A4-6D91-1DB733198E8C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1F9BC04-934B-773C-543E-9C61EB2DAD3D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EF9E205E-B515-9C43-C711-7AD9C75624DA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E73447FB-21AB-7753-F59D-9042CB16BC94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6C375F5-FDC7-395B-93E8-D224BA2460DA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C919B-C08B-DB85-3EDF-98F6837A5727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DC3F332-0804-D676-6D02-2C9B5D79282C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52" name="Straight Arrow Connector 451">
              <a:extLst>
                <a:ext uri="{FF2B5EF4-FFF2-40B4-BE49-F238E27FC236}">
                  <a16:creationId xmlns:a16="http://schemas.microsoft.com/office/drawing/2014/main" id="{6778859F-CB0C-56D9-54B3-ABE1A1937F09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D616D530-7006-F9F7-3013-AF907847582A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4EA4224-131D-1FD9-0EAD-6EDFAAB46CC6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60D8283D-E0DC-BB4F-EF61-307FB1B0E84A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4673E0D-88A7-AAAC-B3A3-864FF6EA1ACD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B10D4C01-9BF2-FAF8-09BA-E50A0B2F9C7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BAD10260-A241-73C2-4DBD-78EB2FEC4784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AEEFBA1B-4D32-103D-D609-D057FCDD604A}"/>
              </a:ext>
            </a:extLst>
          </p:cNvPr>
          <p:cNvSpPr txBox="1"/>
          <p:nvPr/>
        </p:nvSpPr>
        <p:spPr>
          <a:xfrm>
            <a:off x="1733676" y="368114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7F6815ED-99BF-A2F5-C1EB-07B0326B1858}"/>
              </a:ext>
            </a:extLst>
          </p:cNvPr>
          <p:cNvGrpSpPr/>
          <p:nvPr/>
        </p:nvGrpSpPr>
        <p:grpSpPr>
          <a:xfrm>
            <a:off x="1772305" y="2249603"/>
            <a:ext cx="8799455" cy="1431541"/>
            <a:chOff x="1772305" y="2249603"/>
            <a:chExt cx="8799455" cy="14315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7140D73-9528-FC83-6E71-279B5B7E9C8C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D2FF7F3-E256-2789-8EBE-CD7BA715E822}"/>
                </a:ext>
              </a:extLst>
            </p:cNvPr>
            <p:cNvGrpSpPr/>
            <p:nvPr/>
          </p:nvGrpSpPr>
          <p:grpSpPr>
            <a:xfrm>
              <a:off x="1772305" y="2249603"/>
              <a:ext cx="8799455" cy="1431541"/>
              <a:chOff x="1772305" y="2249603"/>
              <a:chExt cx="8799455" cy="1431541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ECBC9612-7692-11CF-B91E-6BDE193B6874}"/>
                  </a:ext>
                </a:extLst>
              </p:cNvPr>
              <p:cNvGrpSpPr/>
              <p:nvPr/>
            </p:nvGrpSpPr>
            <p:grpSpPr>
              <a:xfrm>
                <a:off x="1910968" y="2760283"/>
                <a:ext cx="5834958" cy="733940"/>
                <a:chOff x="1910968" y="2760283"/>
                <a:chExt cx="5834958" cy="733940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8294A99A-0FE1-A885-E129-B40AA19D87B5}"/>
                    </a:ext>
                  </a:extLst>
                </p:cNvPr>
                <p:cNvCxnSpPr/>
                <p:nvPr/>
              </p:nvCxnSpPr>
              <p:spPr>
                <a:xfrm flipV="1">
                  <a:off x="1910968" y="2769647"/>
                  <a:ext cx="1658892" cy="436843"/>
                </a:xfrm>
                <a:prstGeom prst="bentConnector4">
                  <a:avLst>
                    <a:gd name="adj1" fmla="val 100039"/>
                    <a:gd name="adj2" fmla="val 45344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F65E06DD-AB57-4F24-EAAB-0F73A0D144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252" y="2760283"/>
                  <a:ext cx="4032504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Elbow Connector 449">
                  <a:extLst>
                    <a:ext uri="{FF2B5EF4-FFF2-40B4-BE49-F238E27FC236}">
                      <a16:creationId xmlns:a16="http://schemas.microsoft.com/office/drawing/2014/main" id="{D64504D4-4A40-A2A7-470E-FE93A20382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285314" y="3033611"/>
                  <a:ext cx="733939" cy="187285"/>
                </a:xfrm>
                <a:prstGeom prst="bentConnector3">
                  <a:avLst>
                    <a:gd name="adj1" fmla="val 99835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16F2F07F-D057-7242-391F-47B6601B6297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791228" cy="1431541"/>
                <a:chOff x="1780532" y="2238028"/>
                <a:chExt cx="8791228" cy="1431541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6437EBA2-F38D-FDF6-7933-7BFFEB93E6DC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155" name="Elbow Connector 154">
                    <a:extLst>
                      <a:ext uri="{FF2B5EF4-FFF2-40B4-BE49-F238E27FC236}">
                        <a16:creationId xmlns:a16="http://schemas.microsoft.com/office/drawing/2014/main" id="{8A9B5429-469F-A129-F8B2-103B50B86D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503D54F2-C38F-9862-7F64-40E444DE58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1" name="Elbow Connector 150">
                  <a:extLst>
                    <a:ext uri="{FF2B5EF4-FFF2-40B4-BE49-F238E27FC236}">
                      <a16:creationId xmlns:a16="http://schemas.microsoft.com/office/drawing/2014/main" id="{96C504B2-6C86-170A-EE05-59A0C1787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Elbow Connector 152">
                  <a:extLst>
                    <a:ext uri="{FF2B5EF4-FFF2-40B4-BE49-F238E27FC236}">
                      <a16:creationId xmlns:a16="http://schemas.microsoft.com/office/drawing/2014/main" id="{73FC4A8B-C00F-381E-4ABE-69CDCC028D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62016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7" name="Straight Arrow Connector 506">
                <a:extLst>
                  <a:ext uri="{FF2B5EF4-FFF2-40B4-BE49-F238E27FC236}">
                    <a16:creationId xmlns:a16="http://schemas.microsoft.com/office/drawing/2014/main" id="{7E12ECDD-6B4E-F06E-1C6C-5DF30CD122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sm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36EC9EF-EC73-06A2-CD2F-99FD55D7B0BB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E6EBD2B-A2D4-36CC-3DAE-67C6957F3909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4D21CC3D-AD20-BD72-04A4-F93A9343DA2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A9E980-F468-85E1-E39B-521597B6DF5C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BE0DF3C4-6B67-CD06-B3AD-5B2ADFF23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8EC1516-4527-C9F2-8AFE-BE77D719970C}"/>
              </a:ext>
            </a:extLst>
          </p:cNvPr>
          <p:cNvGrpSpPr/>
          <p:nvPr/>
        </p:nvGrpSpPr>
        <p:grpSpPr>
          <a:xfrm>
            <a:off x="7709119" y="3492839"/>
            <a:ext cx="585916" cy="180461"/>
            <a:chOff x="7709119" y="3492839"/>
            <a:chExt cx="585916" cy="180461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D90421C-2014-55F9-EE99-A1C5E76D0F09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45735E2-476A-8DC3-5303-BAC7D246C65C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2A7EF58-34B5-27D0-F58F-CC003D18A1BC}"/>
              </a:ext>
            </a:extLst>
          </p:cNvPr>
          <p:cNvSpPr txBox="1"/>
          <p:nvPr/>
        </p:nvSpPr>
        <p:spPr>
          <a:xfrm>
            <a:off x="6851313" y="1365558"/>
            <a:ext cx="2541732" cy="358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743E11-E26E-978D-F90F-393577F682BD}"/>
              </a:ext>
            </a:extLst>
          </p:cNvPr>
          <p:cNvSpPr txBox="1"/>
          <p:nvPr/>
        </p:nvSpPr>
        <p:spPr>
          <a:xfrm>
            <a:off x="3121370" y="1063996"/>
            <a:ext cx="3047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byte offset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for 20-bit PC-relative jump.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CCBB577-3DA6-06A7-F9F7-0DC2F2AF1E49}"/>
              </a:ext>
            </a:extLst>
          </p:cNvPr>
          <p:cNvGrpSpPr/>
          <p:nvPr/>
        </p:nvGrpSpPr>
        <p:grpSpPr>
          <a:xfrm>
            <a:off x="3062791" y="3425699"/>
            <a:ext cx="4683138" cy="2111811"/>
            <a:chOff x="3062791" y="3425699"/>
            <a:chExt cx="4683138" cy="2111811"/>
          </a:xfrm>
        </p:grpSpPr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C64A5C64-F29C-C7D5-80B2-4768557D2B16}"/>
                </a:ext>
              </a:extLst>
            </p:cNvPr>
            <p:cNvGrpSpPr/>
            <p:nvPr/>
          </p:nvGrpSpPr>
          <p:grpSpPr>
            <a:xfrm>
              <a:off x="3071337" y="3952953"/>
              <a:ext cx="4674592" cy="1584557"/>
              <a:chOff x="3071337" y="3952953"/>
              <a:chExt cx="4674592" cy="158455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020BD02-634E-EC3A-F9C0-9A5A5EC5536C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67029038-004D-E15F-D459-086A27ECA546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73B1D81B-209B-7999-A67D-360B9A78D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Elbow Connector 450">
                  <a:extLst>
                    <a:ext uri="{FF2B5EF4-FFF2-40B4-BE49-F238E27FC236}">
                      <a16:creationId xmlns:a16="http://schemas.microsoft.com/office/drawing/2014/main" id="{BF5F8BA4-2F02-A76E-5EBD-9A631BD72A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0" name="Straight Arrow Connector 459">
                <a:extLst>
                  <a:ext uri="{FF2B5EF4-FFF2-40B4-BE49-F238E27FC236}">
                    <a16:creationId xmlns:a16="http://schemas.microsoft.com/office/drawing/2014/main" id="{CF34CA82-057B-63A0-D2BA-F888531DD23B}"/>
                  </a:ext>
                </a:extLst>
              </p:cNvPr>
              <p:cNvCxnSpPr/>
              <p:nvPr/>
            </p:nvCxnSpPr>
            <p:spPr>
              <a:xfrm>
                <a:off x="3071337" y="3952953"/>
                <a:ext cx="182880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17446CC1-08DD-C93B-9A9A-E90223C86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91" y="3425699"/>
              <a:ext cx="1753043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8560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BCC5A-2A3F-AE29-787A-FFA0A0B4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roup 469">
            <a:extLst>
              <a:ext uri="{FF2B5EF4-FFF2-40B4-BE49-F238E27FC236}">
                <a16:creationId xmlns:a16="http://schemas.microsoft.com/office/drawing/2014/main" id="{2FB3DAC6-BCCD-F260-3F65-FD7D13A422D1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700F3195-7CD0-B29E-49B5-A30A28370647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BB1DAAF5-A633-5DB0-A794-BC203DD7DB5D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84" name="Elbow Connector 483">
                  <a:extLst>
                    <a:ext uri="{FF2B5EF4-FFF2-40B4-BE49-F238E27FC236}">
                      <a16:creationId xmlns:a16="http://schemas.microsoft.com/office/drawing/2014/main" id="{779BB140-2A7E-866F-CAB0-27B46A758D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1F5AB3E1-CE5B-B308-2C8E-30080BB484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3" name="Straight Arrow Connector 482">
                <a:extLst>
                  <a:ext uri="{FF2B5EF4-FFF2-40B4-BE49-F238E27FC236}">
                    <a16:creationId xmlns:a16="http://schemas.microsoft.com/office/drawing/2014/main" id="{13A7B169-64DF-4C2E-5B73-7B57A78159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A9D4D372-CDAA-1B41-40BF-18A55D7DAF17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313ADF5-8D12-8D2F-4D03-6E511E311A91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4EDF311F-B6E5-B11E-1688-A807770E199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lbow Connector 192">
              <a:extLst>
                <a:ext uri="{FF2B5EF4-FFF2-40B4-BE49-F238E27FC236}">
                  <a16:creationId xmlns:a16="http://schemas.microsoft.com/office/drawing/2014/main" id="{F2DD83E2-582D-10C3-235A-EC9A29DB502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7C65F17C-FEF8-D844-E33D-7DC2F6D00074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70" y="2260284"/>
              <a:ext cx="6695229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AE743F83-D9F7-D20F-786E-DF0C022BEA73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7FE64087-5071-8991-97EE-40FE315FBD31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8D08AE0-9943-F65E-AE30-537BC540C359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275B16C1-B9B2-9E15-2208-A612C7ADBDFB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3A3EFA0-E5DD-CE4E-C606-AEF0D99875FD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3840F6F-30F6-BFAC-2A88-B97F0F181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 Datapath (6/7)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8AFE31C8-FE55-A7D3-D3E9-BCE9ADE07AD4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5C8CCEA4-7C06-1DEC-EF7D-B192723F43B1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14C6CD90-3BA5-C415-A704-7DFDE3F8EFA1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972C8365-A9C6-5129-9C5D-2BA7D2557C8A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7BCB5369-FF48-BB67-5415-F7847349331D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B8D0EE57-7B6D-DBE7-9E6A-6381737E03FA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6FB03F90-5A87-1EFF-7ADC-E93E6CEEE757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F0DBD902-355C-9ED7-FCF7-584295928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A1EA2187-89FA-C4A6-C95D-DDD9F92FED74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52602D43-CA97-F8DE-1293-2FA0B6185B3F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2DC72663-379A-75C9-C91A-09FB76A3F9FA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5CE62AFF-7FD5-40DB-DE98-C3CD85879C6D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62A3BB0-8213-BF95-92E5-1E0A40012D47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B365FE64-4CAA-AC4C-E85D-C55A7CE8EAD5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3B6FBE72-0E38-8DC9-1E5E-C3558C9C0E84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B5858975-950A-60D1-BE67-097D95EA0EFB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2F3C720C-85D4-5A01-11AA-C4228F44B9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6728C85A-7A5E-A9D3-5925-C2C62B6D3326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6251D91F-4360-FC31-CC14-E86C35B499C9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A859D6A-7183-79C9-4E5A-3ED1C685EFF4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65629F9A-0E9F-3EE0-9503-FBAF7B3FAAD2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D0F23B46-4B39-CF8F-AA0B-4FECB9910FB0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787DDCA-3678-D86C-14DD-EB3A3A083D47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F7D0D6E6-A9B5-4046-753D-F7AC570507D1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7974F46C-7625-82C3-67CF-F40AAEA8C5B1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014F062F-D22B-2E11-0317-FC47715A1DDC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6D398C40-8B3F-6BD7-0509-B5DBC997E8CC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B2D70699-8399-E8C1-3E09-4186968CE75A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B6BA348C-3A84-D71C-A923-960026163D4E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DFC694BA-A658-04B3-5808-223B148558E9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666B876C-84F4-D0E7-A20F-18472BB75FFD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40BF1D6A-3D52-3DD2-E58D-807DCD45169E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6D4E530F-6B65-46C1-3E8F-70405E1F556A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3DB7E540-C97B-E488-E56E-0AE142CDABF0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27865212-B8DA-258D-5793-6E8DF6F18B08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0A44D04F-E4F9-2303-8FAC-2DC8E0E380FA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A2BA0C1B-15EF-8796-69DA-F28C10A4E13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27EC29-845A-221E-DC1E-6043AC00FA98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7E7D7B-6256-DCF7-07E9-9EB4A7557481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E5BDD56-F1D6-7080-2FBC-AC14C03F00D0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476F16-1D54-60AD-5423-C74850BB4546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D5A1BD-8506-CA30-86A0-B3B0183971C9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FA2B7F-BC4F-7F9B-56CD-F6FD1FA1E812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18C2AE6-C7FB-0757-8DE5-7AC0EC83FFCE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5A871529-C169-9850-ADBA-61B99AE48D14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433278E4-2B05-B960-90B1-8F6842CB9ECA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D4846220-BC41-2FD5-0038-75EA301F6EBD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7589C92F-A57B-BC44-B87F-F9B7F0227F44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2EAAA88-5EB9-5052-28D0-1BA772459B2B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34C7FBD1-535E-52CE-E54E-154D7B52630D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4FA9C4C-D9DC-1026-FB24-6F879D144DD9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97BA5E01-C023-D138-D840-62309FE985B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FE8F8FCC-C7D5-3DE0-BF15-4E9C0152350F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</a:t>
            </a:r>
            <a:r>
              <a:rPr lang="en-US" sz="20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destination register.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39928554-F032-C1A9-9519-B7A88D53235E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E3B84D6-6EAC-0C5C-F463-67DBD6FE1FC1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AE38FF6-4DD1-83AC-428B-86EEDF016393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0AA5D43-E7FD-6620-69FF-1F9C765613F9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9CC74A7-AAC5-3494-8A30-F2397441A358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CEB307A5-D038-A382-9C14-8953F6315401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8E882C91-2B45-26B5-BC2D-0A6A903AACC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4E408D7D-A620-1F03-37F7-E08F1E73326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B0D5C16E-6800-F3B8-7C14-F7E0A4EC9601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142852D7-60B5-3FF7-01A6-FE1FD47EB50B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C979E8A8-38B7-888D-BBAF-E30090C9F16B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9E16D745-3158-2A15-5727-BB76F34284DF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342844E-8F60-FFA4-5912-3AEF61C12FDC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93901A33-1516-C9D5-E126-672CC762C127}"/>
              </a:ext>
            </a:extLst>
          </p:cNvPr>
          <p:cNvGrpSpPr/>
          <p:nvPr/>
        </p:nvGrpSpPr>
        <p:grpSpPr>
          <a:xfrm>
            <a:off x="436830" y="2086108"/>
            <a:ext cx="8492430" cy="1881832"/>
            <a:chOff x="436830" y="2086108"/>
            <a:chExt cx="8492430" cy="1881832"/>
          </a:xfrm>
        </p:grpSpPr>
        <p:cxnSp>
          <p:nvCxnSpPr>
            <p:cNvPr id="492" name="Elbow Connector 491">
              <a:extLst>
                <a:ext uri="{FF2B5EF4-FFF2-40B4-BE49-F238E27FC236}">
                  <a16:creationId xmlns:a16="http://schemas.microsoft.com/office/drawing/2014/main" id="{FE028CD1-30FD-E206-9099-7682FA066F9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40" y="2119597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Elbow Connector 492">
              <a:extLst>
                <a:ext uri="{FF2B5EF4-FFF2-40B4-BE49-F238E27FC236}">
                  <a16:creationId xmlns:a16="http://schemas.microsoft.com/office/drawing/2014/main" id="{D51E8E02-B112-E2B2-F4A8-64D58AF0F28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61625" y="2684563"/>
              <a:ext cx="1689586" cy="492676"/>
            </a:xfrm>
            <a:prstGeom prst="bentConnector4">
              <a:avLst>
                <a:gd name="adj1" fmla="val 46510"/>
                <a:gd name="adj2" fmla="val -113"/>
              </a:avLst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Freeform 318">
            <a:extLst>
              <a:ext uri="{FF2B5EF4-FFF2-40B4-BE49-F238E27FC236}">
                <a16:creationId xmlns:a16="http://schemas.microsoft.com/office/drawing/2014/main" id="{8F1CDDB8-C3F3-85E6-CB65-48F4E574520C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8F02F0E-1645-C502-07EB-01EF57F02C6F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06C8D07-6EA1-324F-6A25-EBD0A453F142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B962351-9395-46F2-955B-6D025CD2CBD3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9BB44BB5-B8D5-DD55-69E4-D04BDC41052C}"/>
              </a:ext>
            </a:extLst>
          </p:cNvPr>
          <p:cNvGrpSpPr/>
          <p:nvPr/>
        </p:nvGrpSpPr>
        <p:grpSpPr>
          <a:xfrm>
            <a:off x="501377" y="5516420"/>
            <a:ext cx="10397446" cy="565283"/>
            <a:chOff x="501377" y="5516420"/>
            <a:chExt cx="10397446" cy="565283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47B254F-6E3F-EFDD-0EA5-45B68BE9FD7F}"/>
                </a:ext>
              </a:extLst>
            </p:cNvPr>
            <p:cNvSpPr txBox="1"/>
            <p:nvPr/>
          </p:nvSpPr>
          <p:spPr>
            <a:xfrm>
              <a:off x="501377" y="5560628"/>
              <a:ext cx="835486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taken(1)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E4EC6BC-457B-3EB6-0C6C-6150DAB4E199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J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F089E0F-69DD-004C-D4B9-D33ACA05FB5B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3C73670-56F1-80AB-6736-DBB69F081A0E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F9A2B1B-9213-8DBB-FB28-EE3E8F02147C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CF6FDA5-B353-277F-CAF8-27220FF5F00C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1895B08F-3A9A-DD52-788E-6EA5B129EFDB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E5845143-3448-DEEC-1251-076ED17B427B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807CBEB-BF53-A568-B0ED-73634B80F1FE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851D65F-70F8-5584-8831-7673940EACC0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62D7C-A947-8F36-3EB5-503CE4B6B652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DE9E191-F918-7CFC-8D95-5A86BF568339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52" name="Straight Arrow Connector 451">
              <a:extLst>
                <a:ext uri="{FF2B5EF4-FFF2-40B4-BE49-F238E27FC236}">
                  <a16:creationId xmlns:a16="http://schemas.microsoft.com/office/drawing/2014/main" id="{A147D35C-78B6-150B-75EC-1D466A6CF09B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7ED79772-8076-F9D3-3C8C-50A85D470FF9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D16B510-C9DE-11F3-1F19-70313DBABAF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364D62B9-0B28-216A-9569-A385997C0A92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FA450D02-71C2-4F6C-1009-A52597824577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F40D50D9-0064-3049-C126-5452C54284A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A8B5A121-69F4-C827-33E2-33F4568C4C93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375E153C-88DC-D97C-BB69-6B2CC7CECC3E}"/>
              </a:ext>
            </a:extLst>
          </p:cNvPr>
          <p:cNvSpPr txBox="1"/>
          <p:nvPr/>
        </p:nvSpPr>
        <p:spPr>
          <a:xfrm>
            <a:off x="1733676" y="368114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40064238-445E-365F-685C-879558F6C06C}"/>
              </a:ext>
            </a:extLst>
          </p:cNvPr>
          <p:cNvGrpSpPr/>
          <p:nvPr/>
        </p:nvGrpSpPr>
        <p:grpSpPr>
          <a:xfrm>
            <a:off x="1772305" y="2249603"/>
            <a:ext cx="8799455" cy="1431541"/>
            <a:chOff x="1772305" y="2249603"/>
            <a:chExt cx="8799455" cy="14315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8EE6A4-2DD5-98AC-454B-A4BD433B1AD4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B8831F0-B016-D926-3266-E978F4E46B7B}"/>
                </a:ext>
              </a:extLst>
            </p:cNvPr>
            <p:cNvGrpSpPr/>
            <p:nvPr/>
          </p:nvGrpSpPr>
          <p:grpSpPr>
            <a:xfrm>
              <a:off x="1772305" y="2249603"/>
              <a:ext cx="8799455" cy="1431541"/>
              <a:chOff x="1772305" y="2249603"/>
              <a:chExt cx="8799455" cy="1431541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C3B238B-4AB6-CFE4-0A30-4B60B13CA1DD}"/>
                  </a:ext>
                </a:extLst>
              </p:cNvPr>
              <p:cNvGrpSpPr/>
              <p:nvPr/>
            </p:nvGrpSpPr>
            <p:grpSpPr>
              <a:xfrm>
                <a:off x="1910968" y="2760283"/>
                <a:ext cx="5834958" cy="733940"/>
                <a:chOff x="1910968" y="2760283"/>
                <a:chExt cx="5834958" cy="733940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701B1267-DA8D-08C2-18C6-BF550D6B0A89}"/>
                    </a:ext>
                  </a:extLst>
                </p:cNvPr>
                <p:cNvCxnSpPr/>
                <p:nvPr/>
              </p:nvCxnSpPr>
              <p:spPr>
                <a:xfrm flipV="1">
                  <a:off x="1910968" y="2769647"/>
                  <a:ext cx="1658892" cy="436843"/>
                </a:xfrm>
                <a:prstGeom prst="bentConnector4">
                  <a:avLst>
                    <a:gd name="adj1" fmla="val 100039"/>
                    <a:gd name="adj2" fmla="val 45344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51CD29E3-27CE-AC07-6094-65E30D0AAB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252" y="2760283"/>
                  <a:ext cx="4032504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Elbow Connector 449">
                  <a:extLst>
                    <a:ext uri="{FF2B5EF4-FFF2-40B4-BE49-F238E27FC236}">
                      <a16:creationId xmlns:a16="http://schemas.microsoft.com/office/drawing/2014/main" id="{5FE43D7F-896A-83F1-5627-C445FA66CD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285314" y="3033611"/>
                  <a:ext cx="733939" cy="187285"/>
                </a:xfrm>
                <a:prstGeom prst="bentConnector3">
                  <a:avLst>
                    <a:gd name="adj1" fmla="val 99835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9A19E82F-9A5A-0E53-CE44-19445C6D247B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791228" cy="1431541"/>
                <a:chOff x="1780532" y="2238028"/>
                <a:chExt cx="8791228" cy="1431541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CC799115-BF93-3174-C08A-0E9594C54ABE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155" name="Elbow Connector 154">
                    <a:extLst>
                      <a:ext uri="{FF2B5EF4-FFF2-40B4-BE49-F238E27FC236}">
                        <a16:creationId xmlns:a16="http://schemas.microsoft.com/office/drawing/2014/main" id="{535BD544-165D-3F7A-DF0D-306B06A161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9EB90856-A61D-25D5-F94B-FE90EAC347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1" name="Elbow Connector 150">
                  <a:extLst>
                    <a:ext uri="{FF2B5EF4-FFF2-40B4-BE49-F238E27FC236}">
                      <a16:creationId xmlns:a16="http://schemas.microsoft.com/office/drawing/2014/main" id="{367247E8-A768-583F-4207-32109AA51D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Elbow Connector 152">
                  <a:extLst>
                    <a:ext uri="{FF2B5EF4-FFF2-40B4-BE49-F238E27FC236}">
                      <a16:creationId xmlns:a16="http://schemas.microsoft.com/office/drawing/2014/main" id="{C2661B4D-0C25-58C6-92B5-36DB5A5CCA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62016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7" name="Straight Arrow Connector 506">
                <a:extLst>
                  <a:ext uri="{FF2B5EF4-FFF2-40B4-BE49-F238E27FC236}">
                    <a16:creationId xmlns:a16="http://schemas.microsoft.com/office/drawing/2014/main" id="{2EF82117-4696-3FD4-4C0A-E8D1884D49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sm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BCB6702-7ACA-D57E-78C3-90104650065D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9F8D8A7-3E74-B4FC-9219-8804604935D1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63D38186-DC96-C98F-73BA-AAB01548055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16D1-91AF-764B-8384-B58460BA6FA2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1B449EB2-17ED-F0B3-34F3-4BDEEE33D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074DD8-1A16-1412-7EAD-456E1A819574}"/>
              </a:ext>
            </a:extLst>
          </p:cNvPr>
          <p:cNvGrpSpPr/>
          <p:nvPr/>
        </p:nvGrpSpPr>
        <p:grpSpPr>
          <a:xfrm>
            <a:off x="3778820" y="2354053"/>
            <a:ext cx="7363499" cy="1050552"/>
            <a:chOff x="3782323" y="2354336"/>
            <a:chExt cx="7363499" cy="1050552"/>
          </a:xfrm>
          <a:effectLst>
            <a:glow rad="50800">
              <a:srgbClr val="011223">
                <a:alpha val="61376"/>
              </a:srgbClr>
            </a:glow>
          </a:effectLst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9A1B60D-B644-5F4C-2099-202D6F376355}"/>
                </a:ext>
              </a:extLst>
            </p:cNvPr>
            <p:cNvGrpSpPr/>
            <p:nvPr/>
          </p:nvGrpSpPr>
          <p:grpSpPr>
            <a:xfrm>
              <a:off x="3812655" y="2354336"/>
              <a:ext cx="7333167" cy="1050552"/>
              <a:chOff x="3812655" y="2354336"/>
              <a:chExt cx="7333167" cy="1050552"/>
            </a:xfrm>
          </p:grpSpPr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18F8FB7-26FA-3666-387F-757B4A377769}"/>
                  </a:ext>
                </a:extLst>
              </p:cNvPr>
              <p:cNvSpPr/>
              <p:nvPr/>
            </p:nvSpPr>
            <p:spPr>
              <a:xfrm flipV="1">
                <a:off x="10517200" y="3145411"/>
                <a:ext cx="377320" cy="259477"/>
              </a:xfrm>
              <a:custGeom>
                <a:avLst/>
                <a:gdLst>
                  <a:gd name="connsiteX0" fmla="*/ 0 w 405114"/>
                  <a:gd name="connsiteY0" fmla="*/ 150471 h 162045"/>
                  <a:gd name="connsiteX1" fmla="*/ 57873 w 405114"/>
                  <a:gd name="connsiteY1" fmla="*/ 162045 h 162045"/>
                  <a:gd name="connsiteX2" fmla="*/ 104172 w 405114"/>
                  <a:gd name="connsiteY2" fmla="*/ 150471 h 162045"/>
                  <a:gd name="connsiteX3" fmla="*/ 208344 w 405114"/>
                  <a:gd name="connsiteY3" fmla="*/ 92597 h 162045"/>
                  <a:gd name="connsiteX4" fmla="*/ 254643 w 405114"/>
                  <a:gd name="connsiteY4" fmla="*/ 46298 h 162045"/>
                  <a:gd name="connsiteX5" fmla="*/ 358815 w 405114"/>
                  <a:gd name="connsiteY5" fmla="*/ 0 h 162045"/>
                  <a:gd name="connsiteX6" fmla="*/ 405114 w 405114"/>
                  <a:gd name="connsiteY6" fmla="*/ 0 h 162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5114" h="162045">
                    <a:moveTo>
                      <a:pt x="0" y="150471"/>
                    </a:moveTo>
                    <a:cubicBezTo>
                      <a:pt x="19291" y="154329"/>
                      <a:pt x="38200" y="162045"/>
                      <a:pt x="57873" y="162045"/>
                    </a:cubicBezTo>
                    <a:cubicBezTo>
                      <a:pt x="73781" y="162045"/>
                      <a:pt x="88876" y="154841"/>
                      <a:pt x="104172" y="150471"/>
                    </a:cubicBezTo>
                    <a:cubicBezTo>
                      <a:pt x="144925" y="138827"/>
                      <a:pt x="175184" y="125757"/>
                      <a:pt x="208344" y="92597"/>
                    </a:cubicBezTo>
                    <a:cubicBezTo>
                      <a:pt x="223777" y="77164"/>
                      <a:pt x="236483" y="58405"/>
                      <a:pt x="254643" y="46298"/>
                    </a:cubicBezTo>
                    <a:cubicBezTo>
                      <a:pt x="286113" y="25318"/>
                      <a:pt x="317492" y="0"/>
                      <a:pt x="358815" y="0"/>
                    </a:cubicBezTo>
                    <a:lnTo>
                      <a:pt x="405114" y="0"/>
                    </a:lnTo>
                  </a:path>
                </a:pathLst>
              </a:custGeom>
              <a:noFill/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id="{3A43AB53-E662-3A8A-CE70-FCAA5062AF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25529" y="2354336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Elbow Connector 34">
                <a:extLst>
                  <a:ext uri="{FF2B5EF4-FFF2-40B4-BE49-F238E27FC236}">
                    <a16:creationId xmlns:a16="http://schemas.microsoft.com/office/drawing/2014/main" id="{4D6A00F3-54FD-BDB0-D5FD-130681DAA87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80551" y="2218003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7511C35-E5F7-9CD7-F1F2-C7A76F1664B8}"/>
                </a:ext>
              </a:extLst>
            </p:cNvPr>
            <p:cNvCxnSpPr/>
            <p:nvPr/>
          </p:nvCxnSpPr>
          <p:spPr>
            <a:xfrm>
              <a:off x="3782323" y="2384802"/>
              <a:ext cx="7360920" cy="0"/>
            </a:xfrm>
            <a:prstGeom prst="line">
              <a:avLst/>
            </a:prstGeom>
            <a:ln w="57150">
              <a:solidFill>
                <a:schemeClr val="accent4"/>
              </a:solidFill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4D2E758-6C1A-0189-8455-E8DEB052967F}"/>
              </a:ext>
            </a:extLst>
          </p:cNvPr>
          <p:cNvGrpSpPr/>
          <p:nvPr/>
        </p:nvGrpSpPr>
        <p:grpSpPr>
          <a:xfrm>
            <a:off x="7709119" y="3492839"/>
            <a:ext cx="585916" cy="180461"/>
            <a:chOff x="7709119" y="3492839"/>
            <a:chExt cx="585916" cy="180461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D584AFE-EAA4-83D0-9886-8B3AEA56049B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4B05BDB-6FDC-6008-F7AF-497C1CD41F3B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504AD46-F547-C782-C8D7-6A9278820CEB}"/>
              </a:ext>
            </a:extLst>
          </p:cNvPr>
          <p:cNvSpPr txBox="1"/>
          <p:nvPr/>
        </p:nvSpPr>
        <p:spPr>
          <a:xfrm>
            <a:off x="6851313" y="1365558"/>
            <a:ext cx="2541732" cy="358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8DA085-0AD2-A782-1F2F-DE8BBD686AE2}"/>
              </a:ext>
            </a:extLst>
          </p:cNvPr>
          <p:cNvSpPr txBox="1"/>
          <p:nvPr/>
        </p:nvSpPr>
        <p:spPr>
          <a:xfrm>
            <a:off x="3121370" y="1063996"/>
            <a:ext cx="3047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byte offset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for 20-bit PC-relative jump.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0696036-47C2-B684-AA94-86E0538499BC}"/>
              </a:ext>
            </a:extLst>
          </p:cNvPr>
          <p:cNvGrpSpPr/>
          <p:nvPr/>
        </p:nvGrpSpPr>
        <p:grpSpPr>
          <a:xfrm>
            <a:off x="3062791" y="3425699"/>
            <a:ext cx="4683138" cy="2111811"/>
            <a:chOff x="3062791" y="3425699"/>
            <a:chExt cx="4683138" cy="2111811"/>
          </a:xfrm>
        </p:grpSpPr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981D86C9-B81F-028A-418D-4F6901D82E26}"/>
                </a:ext>
              </a:extLst>
            </p:cNvPr>
            <p:cNvGrpSpPr/>
            <p:nvPr/>
          </p:nvGrpSpPr>
          <p:grpSpPr>
            <a:xfrm>
              <a:off x="3071337" y="3952953"/>
              <a:ext cx="4674592" cy="1584557"/>
              <a:chOff x="3071337" y="3952953"/>
              <a:chExt cx="4674592" cy="158455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290F764-73E8-F281-5636-363F3B7F000C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6B3E5E2A-3FE8-D0FD-D386-84B281584AD1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AB73D139-A872-2343-A34B-95B6B7E9F1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Elbow Connector 450">
                  <a:extLst>
                    <a:ext uri="{FF2B5EF4-FFF2-40B4-BE49-F238E27FC236}">
                      <a16:creationId xmlns:a16="http://schemas.microsoft.com/office/drawing/2014/main" id="{56283A6F-7DF5-F9F7-971A-368E4230EC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0" name="Straight Arrow Connector 459">
                <a:extLst>
                  <a:ext uri="{FF2B5EF4-FFF2-40B4-BE49-F238E27FC236}">
                    <a16:creationId xmlns:a16="http://schemas.microsoft.com/office/drawing/2014/main" id="{0D376E89-2BDD-DC9A-8D76-C927ACEF37C2}"/>
                  </a:ext>
                </a:extLst>
              </p:cNvPr>
              <p:cNvCxnSpPr/>
              <p:nvPr/>
            </p:nvCxnSpPr>
            <p:spPr>
              <a:xfrm>
                <a:off x="3071337" y="3952953"/>
                <a:ext cx="182880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4D941811-01B7-0AA2-3E70-5A303C546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91" y="3425699"/>
              <a:ext cx="1753043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719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4C2F-64CE-601E-76A9-DC7C1CA6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roup 469">
            <a:extLst>
              <a:ext uri="{FF2B5EF4-FFF2-40B4-BE49-F238E27FC236}">
                <a16:creationId xmlns:a16="http://schemas.microsoft.com/office/drawing/2014/main" id="{1B190F96-516D-684E-AD75-CD7BFF6BD83A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98ECEF76-1151-0149-6CB7-FDDAB29302D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0DF5365D-58CD-A628-EACA-F52E2213DD10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84" name="Elbow Connector 483">
                  <a:extLst>
                    <a:ext uri="{FF2B5EF4-FFF2-40B4-BE49-F238E27FC236}">
                      <a16:creationId xmlns:a16="http://schemas.microsoft.com/office/drawing/2014/main" id="{C5243D35-A8F5-BEBE-0180-65279F678F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93C3978F-0C27-19F9-BB3B-82C43FD175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3" name="Straight Arrow Connector 482">
                <a:extLst>
                  <a:ext uri="{FF2B5EF4-FFF2-40B4-BE49-F238E27FC236}">
                    <a16:creationId xmlns:a16="http://schemas.microsoft.com/office/drawing/2014/main" id="{EEFFB2EF-4131-7119-A8B2-0170257053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808942E3-BFE4-DB3F-910D-B550E92CD084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7B09BE9-EA48-2E56-73E4-4570F3B14E35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9CAB707A-B5F7-6BC8-294B-A584BFA09D7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lbow Connector 192">
              <a:extLst>
                <a:ext uri="{FF2B5EF4-FFF2-40B4-BE49-F238E27FC236}">
                  <a16:creationId xmlns:a16="http://schemas.microsoft.com/office/drawing/2014/main" id="{B016E387-38DB-93D5-3065-A5BC49EF620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C26AF6EF-C813-5432-AF7F-196AF7FB05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70" y="2260284"/>
              <a:ext cx="6695229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606FBC07-3F36-5DC3-F9E6-231CE145E8A3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938B5D7B-FD99-F1F7-1F13-773B1D2E84BA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0EDF012-F043-A671-9A32-922C0A45C551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A5BD2EC4-5B76-D0F8-D7CB-CDAE642DF7CA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E0FE468-8D0D-A3AD-8D36-2188F7ACE81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D014B55-7FEE-A6CE-70AE-9E6BF8FF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 Datapath (7/7)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9C2F656-601D-3825-8C0F-AB945C9987CF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68ED4474-C5BE-8067-6638-C1CCC0263154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AF308275-76FB-FEAB-F316-FCD7819AA185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A2B28927-797F-BB91-99E6-F0019DD3D4DC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B0EF370E-48DC-68F1-B4F2-42BB8BFCAC2A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DF7550AF-D1BE-4DE7-8308-0CD56C4A027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D700DE40-53E2-95AE-83BD-4AD4DB9276E2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81A9D9EA-27C5-456B-188D-1C5C971DD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5B5AECF3-1D26-8EC3-04CC-EA3BBD002ACB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7DEBCDC6-C59E-1BE8-D05B-D5966E52E76F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26CC987-5CE9-437C-D442-2A981ACCC85B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F3B3F401-EEAF-8EC5-CE8F-9B75D22D3C3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CC916C59-B4F8-7C95-3AE8-8D98AD6C2D1C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BEAC6F17-E5F7-12CE-A52D-78BD46D8A230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DEAF8A88-C5D2-EBBB-4624-F94D15C58AE0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91D12733-0A01-7A07-2845-5D11D09A2241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3B2A8044-5AD1-46BB-39AA-595FE8A4F6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C01A1B3-891D-B735-7EDC-784FAA10AE7A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85F8CBFA-889E-3C08-4570-C827F898C29D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288B48EE-14A5-302D-8686-4664072E132C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9CBF5CD-C628-4C86-FC81-01C974D9C83D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130CB216-EB16-5D9F-B7E2-5893F51CB481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F6291C50-95DA-681F-8816-299F5A194918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E045CD82-2115-A0CC-C203-8DEB2C1638FC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DFC26B2C-0559-33F3-7691-096A57843AF2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6472109-CA25-9BBC-FEE4-1C076B3846D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DEBB2CC5-22C5-4F6E-76B9-ECAC3717675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1095B0AD-FB4A-9078-E364-132B35A27443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0589E556-7693-1854-6E63-1A6CB43CCD8F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C025AF69-A432-4CB2-23B9-A6BF50D6D459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87E2DB25-ECFF-CB16-B39C-66A30D13A9DD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5E492D16-4669-1912-E12C-C0F3A152F862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B2B0D235-9F5F-70BC-D157-563ACD8AC4E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A90C1C8E-FFFF-6C99-31F3-CE81288B4944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C41CA8EE-714B-7682-6D34-22AE3A4A7FDB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E4B0A0A7-2AC3-AE82-D8B5-A09A31B2F09A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5776B7E9-E849-9D97-1462-1B580AEDEB8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0E72EF-40C8-01D3-EDFF-FFED93EC4204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20ABEA-4756-D403-96BC-74898D6F3F08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F73CDC2-1351-3715-64ED-B0209D0DF831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BAE02F-9ED3-EA11-6DBA-83748DB4C02F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5B4CC5F-E32D-BA9D-28CC-82004165E0F3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D5DD9C-7BBB-7763-15DF-F55840D688D6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6975BF5-BD2E-B746-F0D1-6EA26DA30515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55FD2CF5-6DE2-308E-E266-F5D11C1DC07C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21CD49E3-333B-FA59-0688-F7016DDB9893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B251BE0E-E50B-1A95-2B71-E7D5D764ADBE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B3977BE-8DE5-2FCE-6DE5-0175C1171F5E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9337741-41A6-F8F5-D0DF-ADE0038F75FF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BA262841-B074-DEEB-8828-9F824EFBB210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3487845-E9DC-EAC8-2ADC-9449E8CA146C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40953DC0-F381-AAB0-E6A0-BE762489E63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D68ED23A-F489-A193-3D5A-A9E8810AEEDC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</a:t>
            </a:r>
            <a:r>
              <a:rPr lang="en-US" sz="20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destination register.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0298FB24-09B4-7279-41BD-C4C19F5F8157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AB0B81B-D640-134B-2516-92036819A451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F581820-0592-9E5A-0EC3-A0AE37BC0EE7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A48A27C-03C9-3BB3-27AC-ECA60FFDF9E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BD93966-7D57-084D-53B3-313DFE685C5B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E6A2734-141C-7C40-1DA5-07233DF60F55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D4700DCB-D4F7-C6A4-2152-60E48F92052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807487E6-4B8D-0A29-FDAC-4637643C699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6D167178-1871-9C20-582F-DBC889942B1B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A1B49E45-1E25-1B0C-7BF9-0F242702BDA5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FADD8163-07BA-B002-F3FC-75D39D3A6E81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2C717088-7E37-3F84-1E00-36EC11052C4B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A9515BC-7745-35F3-4225-62C84DC09532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3ABF0C83-9827-D852-63B1-46F398904F38}"/>
              </a:ext>
            </a:extLst>
          </p:cNvPr>
          <p:cNvGrpSpPr/>
          <p:nvPr/>
        </p:nvGrpSpPr>
        <p:grpSpPr>
          <a:xfrm>
            <a:off x="436830" y="2086108"/>
            <a:ext cx="8492430" cy="1881832"/>
            <a:chOff x="436830" y="2086108"/>
            <a:chExt cx="8492430" cy="1881832"/>
          </a:xfrm>
        </p:grpSpPr>
        <p:cxnSp>
          <p:nvCxnSpPr>
            <p:cNvPr id="492" name="Elbow Connector 491">
              <a:extLst>
                <a:ext uri="{FF2B5EF4-FFF2-40B4-BE49-F238E27FC236}">
                  <a16:creationId xmlns:a16="http://schemas.microsoft.com/office/drawing/2014/main" id="{98346527-1953-1823-7173-CBEF6710526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40" y="2119597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Elbow Connector 492">
              <a:extLst>
                <a:ext uri="{FF2B5EF4-FFF2-40B4-BE49-F238E27FC236}">
                  <a16:creationId xmlns:a16="http://schemas.microsoft.com/office/drawing/2014/main" id="{037DE75D-EE64-23AE-76D8-0354AF2B01A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61625" y="2684563"/>
              <a:ext cx="1689586" cy="492676"/>
            </a:xfrm>
            <a:prstGeom prst="bentConnector4">
              <a:avLst>
                <a:gd name="adj1" fmla="val 46510"/>
                <a:gd name="adj2" fmla="val -113"/>
              </a:avLst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Freeform 318">
            <a:extLst>
              <a:ext uri="{FF2B5EF4-FFF2-40B4-BE49-F238E27FC236}">
                <a16:creationId xmlns:a16="http://schemas.microsoft.com/office/drawing/2014/main" id="{85D32A3E-8379-F704-CB18-E9FCF884E3C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72364B1-97D9-E1D1-3C3A-5BA16D7A3358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7CB8CA7-9C46-30F0-D583-B950E7F259EC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BCFB5A9-6995-025B-6042-9F4F33FA4834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DA85599-E42C-9E20-6936-37FFA233F863}"/>
              </a:ext>
            </a:extLst>
          </p:cNvPr>
          <p:cNvGrpSpPr/>
          <p:nvPr/>
        </p:nvGrpSpPr>
        <p:grpSpPr>
          <a:xfrm>
            <a:off x="501377" y="5516420"/>
            <a:ext cx="10397446" cy="565283"/>
            <a:chOff x="501377" y="5516420"/>
            <a:chExt cx="10397446" cy="565283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39B9ABC-1953-C1F5-A0B7-46922AC71646}"/>
                </a:ext>
              </a:extLst>
            </p:cNvPr>
            <p:cNvSpPr txBox="1"/>
            <p:nvPr/>
          </p:nvSpPr>
          <p:spPr>
            <a:xfrm>
              <a:off x="501377" y="5560628"/>
              <a:ext cx="835486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taken(1)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86EBCD1-CD57-E1F4-876D-D38273FC2A2D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J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CA79695F-2A28-2345-FAD0-73282F46A83C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B8081BE-DE6E-7195-41C3-B3380A094DA4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C5FDD677-F89E-7C87-E3AE-58CEA3D917D3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7E95765-90F9-9FFC-C075-B15870BA47B2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D7BB348-7C95-9B4A-EB17-25522686F6F7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C81EA7F-2FAE-788A-973D-C5886CEE214E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C6F87594-03D1-A57B-D6E4-62A3F9EE14EB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BDBAF6F-FFA6-BF82-E8DF-FD5FE6301BC0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AE82D-3906-B28C-9DC2-A5655E52A05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7B98D72-6F9E-F1B4-D909-D55DD7908612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52" name="Straight Arrow Connector 451">
              <a:extLst>
                <a:ext uri="{FF2B5EF4-FFF2-40B4-BE49-F238E27FC236}">
                  <a16:creationId xmlns:a16="http://schemas.microsoft.com/office/drawing/2014/main" id="{A40F96F4-7A7B-FE41-EDCF-CCEF658E1DFD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EF6DA9A6-F4DA-77AA-DC25-93F96406DABB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538B5A6-D458-FB71-43C3-C45B3FDB24F9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D5DC3C68-1ED5-CE1A-D36C-02204758D199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671D8F1-005F-74E8-6FE8-36C5F444BDC4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FF5BB8E3-D5A2-3B47-AB8A-7769F32AB88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65644D0A-7448-16EF-50A5-A0A41306768A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5C6EA06E-53D4-CABF-1AA4-BC6144FA81A1}"/>
              </a:ext>
            </a:extLst>
          </p:cNvPr>
          <p:cNvSpPr txBox="1"/>
          <p:nvPr/>
        </p:nvSpPr>
        <p:spPr>
          <a:xfrm>
            <a:off x="1733676" y="368114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744C941A-310C-A96D-A6C0-197E31728477}"/>
              </a:ext>
            </a:extLst>
          </p:cNvPr>
          <p:cNvGrpSpPr/>
          <p:nvPr/>
        </p:nvGrpSpPr>
        <p:grpSpPr>
          <a:xfrm>
            <a:off x="1772305" y="2249603"/>
            <a:ext cx="8799455" cy="1431541"/>
            <a:chOff x="1772305" y="2249603"/>
            <a:chExt cx="8799455" cy="14315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FC92B06-E491-3FA8-4690-C0DBEB626B28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13C07FF-01F7-3A24-F950-E09303188BCA}"/>
                </a:ext>
              </a:extLst>
            </p:cNvPr>
            <p:cNvGrpSpPr/>
            <p:nvPr/>
          </p:nvGrpSpPr>
          <p:grpSpPr>
            <a:xfrm>
              <a:off x="1772305" y="2249603"/>
              <a:ext cx="8799455" cy="1431541"/>
              <a:chOff x="1772305" y="2249603"/>
              <a:chExt cx="8799455" cy="1431541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9C7C5844-B6CC-ADCF-859B-0358D3E49BA1}"/>
                  </a:ext>
                </a:extLst>
              </p:cNvPr>
              <p:cNvGrpSpPr/>
              <p:nvPr/>
            </p:nvGrpSpPr>
            <p:grpSpPr>
              <a:xfrm>
                <a:off x="1910968" y="2760283"/>
                <a:ext cx="5834958" cy="733940"/>
                <a:chOff x="1910968" y="2760283"/>
                <a:chExt cx="5834958" cy="733940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F0440422-14F4-5548-D44B-D529F2AD7138}"/>
                    </a:ext>
                  </a:extLst>
                </p:cNvPr>
                <p:cNvCxnSpPr/>
                <p:nvPr/>
              </p:nvCxnSpPr>
              <p:spPr>
                <a:xfrm flipV="1">
                  <a:off x="1910968" y="2769647"/>
                  <a:ext cx="1658892" cy="436843"/>
                </a:xfrm>
                <a:prstGeom prst="bentConnector4">
                  <a:avLst>
                    <a:gd name="adj1" fmla="val 100039"/>
                    <a:gd name="adj2" fmla="val 45344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CC6C8513-60A6-9398-606B-3124E0B6A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252" y="2760283"/>
                  <a:ext cx="4032504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Elbow Connector 449">
                  <a:extLst>
                    <a:ext uri="{FF2B5EF4-FFF2-40B4-BE49-F238E27FC236}">
                      <a16:creationId xmlns:a16="http://schemas.microsoft.com/office/drawing/2014/main" id="{A1294A83-465F-8FD1-AD62-40143B87C0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285314" y="3033611"/>
                  <a:ext cx="733939" cy="187285"/>
                </a:xfrm>
                <a:prstGeom prst="bentConnector3">
                  <a:avLst>
                    <a:gd name="adj1" fmla="val 99835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A70902C9-E52D-3645-20AB-BBD6BBA230E8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791228" cy="1431541"/>
                <a:chOff x="1780532" y="2238028"/>
                <a:chExt cx="8791228" cy="1431541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A96A4F80-95B0-E642-B670-C9F892903F3C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155" name="Elbow Connector 154">
                    <a:extLst>
                      <a:ext uri="{FF2B5EF4-FFF2-40B4-BE49-F238E27FC236}">
                        <a16:creationId xmlns:a16="http://schemas.microsoft.com/office/drawing/2014/main" id="{D8119F74-97BA-6E2A-A0E1-F09485477F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F44E442F-3428-D7AC-F5FD-E7D2A364E9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1" name="Elbow Connector 150">
                  <a:extLst>
                    <a:ext uri="{FF2B5EF4-FFF2-40B4-BE49-F238E27FC236}">
                      <a16:creationId xmlns:a16="http://schemas.microsoft.com/office/drawing/2014/main" id="{7FBE0BA3-8B3B-0BBC-B8A3-47EB355BA8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Elbow Connector 152">
                  <a:extLst>
                    <a:ext uri="{FF2B5EF4-FFF2-40B4-BE49-F238E27FC236}">
                      <a16:creationId xmlns:a16="http://schemas.microsoft.com/office/drawing/2014/main" id="{2FBB44C9-5D02-525F-3030-88187DEE6F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62016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7" name="Straight Arrow Connector 506">
                <a:extLst>
                  <a:ext uri="{FF2B5EF4-FFF2-40B4-BE49-F238E27FC236}">
                    <a16:creationId xmlns:a16="http://schemas.microsoft.com/office/drawing/2014/main" id="{26D58271-CB78-757B-E21A-8589FA1151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sm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DAABEA7-9803-A077-93C3-4BE7C58C5434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A937965-2000-08D3-5FD6-91645F2E259C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ECC724DF-D00F-353D-2F05-F950B4AA0BD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13B8187-889B-19C4-F696-69EB04D4283A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4F9B480C-36C3-EC47-AE29-57315794F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1FD60D-DFDE-C8B8-76D6-241FA0A9F21E}"/>
              </a:ext>
            </a:extLst>
          </p:cNvPr>
          <p:cNvGrpSpPr/>
          <p:nvPr/>
        </p:nvGrpSpPr>
        <p:grpSpPr>
          <a:xfrm>
            <a:off x="3778820" y="2354053"/>
            <a:ext cx="7363499" cy="1050552"/>
            <a:chOff x="3782323" y="2354336"/>
            <a:chExt cx="7363499" cy="1050552"/>
          </a:xfrm>
          <a:effectLst>
            <a:glow rad="50800">
              <a:srgbClr val="011223">
                <a:alpha val="61376"/>
              </a:srgbClr>
            </a:glow>
          </a:effectLst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66CB426-AA1F-AA88-1BF6-5954F90517CE}"/>
                </a:ext>
              </a:extLst>
            </p:cNvPr>
            <p:cNvGrpSpPr/>
            <p:nvPr/>
          </p:nvGrpSpPr>
          <p:grpSpPr>
            <a:xfrm>
              <a:off x="3812655" y="2354336"/>
              <a:ext cx="7333167" cy="1050552"/>
              <a:chOff x="3812655" y="2354336"/>
              <a:chExt cx="7333167" cy="1050552"/>
            </a:xfrm>
          </p:grpSpPr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E82ED69-2906-B144-622E-0B8722B44320}"/>
                  </a:ext>
                </a:extLst>
              </p:cNvPr>
              <p:cNvSpPr/>
              <p:nvPr/>
            </p:nvSpPr>
            <p:spPr>
              <a:xfrm flipV="1">
                <a:off x="10517200" y="3145411"/>
                <a:ext cx="377320" cy="259477"/>
              </a:xfrm>
              <a:custGeom>
                <a:avLst/>
                <a:gdLst>
                  <a:gd name="connsiteX0" fmla="*/ 0 w 405114"/>
                  <a:gd name="connsiteY0" fmla="*/ 150471 h 162045"/>
                  <a:gd name="connsiteX1" fmla="*/ 57873 w 405114"/>
                  <a:gd name="connsiteY1" fmla="*/ 162045 h 162045"/>
                  <a:gd name="connsiteX2" fmla="*/ 104172 w 405114"/>
                  <a:gd name="connsiteY2" fmla="*/ 150471 h 162045"/>
                  <a:gd name="connsiteX3" fmla="*/ 208344 w 405114"/>
                  <a:gd name="connsiteY3" fmla="*/ 92597 h 162045"/>
                  <a:gd name="connsiteX4" fmla="*/ 254643 w 405114"/>
                  <a:gd name="connsiteY4" fmla="*/ 46298 h 162045"/>
                  <a:gd name="connsiteX5" fmla="*/ 358815 w 405114"/>
                  <a:gd name="connsiteY5" fmla="*/ 0 h 162045"/>
                  <a:gd name="connsiteX6" fmla="*/ 405114 w 405114"/>
                  <a:gd name="connsiteY6" fmla="*/ 0 h 162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5114" h="162045">
                    <a:moveTo>
                      <a:pt x="0" y="150471"/>
                    </a:moveTo>
                    <a:cubicBezTo>
                      <a:pt x="19291" y="154329"/>
                      <a:pt x="38200" y="162045"/>
                      <a:pt x="57873" y="162045"/>
                    </a:cubicBezTo>
                    <a:cubicBezTo>
                      <a:pt x="73781" y="162045"/>
                      <a:pt x="88876" y="154841"/>
                      <a:pt x="104172" y="150471"/>
                    </a:cubicBezTo>
                    <a:cubicBezTo>
                      <a:pt x="144925" y="138827"/>
                      <a:pt x="175184" y="125757"/>
                      <a:pt x="208344" y="92597"/>
                    </a:cubicBezTo>
                    <a:cubicBezTo>
                      <a:pt x="223777" y="77164"/>
                      <a:pt x="236483" y="58405"/>
                      <a:pt x="254643" y="46298"/>
                    </a:cubicBezTo>
                    <a:cubicBezTo>
                      <a:pt x="286113" y="25318"/>
                      <a:pt x="317492" y="0"/>
                      <a:pt x="358815" y="0"/>
                    </a:cubicBezTo>
                    <a:lnTo>
                      <a:pt x="405114" y="0"/>
                    </a:lnTo>
                  </a:path>
                </a:pathLst>
              </a:custGeom>
              <a:noFill/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id="{8F4E05E0-C59F-DE72-2C20-F0015195C2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25529" y="2354336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Elbow Connector 34">
                <a:extLst>
                  <a:ext uri="{FF2B5EF4-FFF2-40B4-BE49-F238E27FC236}">
                    <a16:creationId xmlns:a16="http://schemas.microsoft.com/office/drawing/2014/main" id="{D35CDE5E-F029-03C4-8D01-EE45E1D8948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80551" y="2218003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C9FD694-C6EC-F709-D7CB-79470E58B6A7}"/>
                </a:ext>
              </a:extLst>
            </p:cNvPr>
            <p:cNvCxnSpPr/>
            <p:nvPr/>
          </p:nvCxnSpPr>
          <p:spPr>
            <a:xfrm>
              <a:off x="3782323" y="2384802"/>
              <a:ext cx="7360920" cy="0"/>
            </a:xfrm>
            <a:prstGeom prst="line">
              <a:avLst/>
            </a:prstGeom>
            <a:ln w="57150">
              <a:solidFill>
                <a:schemeClr val="accent4"/>
              </a:solidFill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E1862EF-F791-6B8E-8448-988881318C1E}"/>
              </a:ext>
            </a:extLst>
          </p:cNvPr>
          <p:cNvSpPr txBox="1"/>
          <p:nvPr/>
        </p:nvSpPr>
        <p:spPr>
          <a:xfrm>
            <a:off x="122782" y="1581025"/>
            <a:ext cx="2936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25" marR="0" lvl="0" indent="-23812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6DAC3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Write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DE2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ALU output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6DAC3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to PC.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96378B-9379-5015-EC15-BB3FB5FFFC55}"/>
              </a:ext>
            </a:extLst>
          </p:cNvPr>
          <p:cNvGrpSpPr/>
          <p:nvPr/>
        </p:nvGrpSpPr>
        <p:grpSpPr>
          <a:xfrm>
            <a:off x="7709119" y="3492839"/>
            <a:ext cx="585916" cy="180461"/>
            <a:chOff x="7709119" y="3492839"/>
            <a:chExt cx="585916" cy="180461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4B45D87-40E8-E0AE-75C7-181A30F6430D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12EEA1F-A4DA-87F6-0AE4-4306B5163C37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B8B03C3F-1E81-893C-9B72-5BF54FDCE050}"/>
              </a:ext>
            </a:extLst>
          </p:cNvPr>
          <p:cNvSpPr txBox="1"/>
          <p:nvPr/>
        </p:nvSpPr>
        <p:spPr>
          <a:xfrm>
            <a:off x="6851313" y="1365558"/>
            <a:ext cx="2541732" cy="358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FEE252-04C1-13BD-48AD-7EB87CCA123E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DA8517-1D21-3ECE-1C6A-49A873249DC4}"/>
              </a:ext>
            </a:extLst>
          </p:cNvPr>
          <p:cNvSpPr txBox="1"/>
          <p:nvPr/>
        </p:nvSpPr>
        <p:spPr>
          <a:xfrm>
            <a:off x="3121370" y="1063996"/>
            <a:ext cx="3047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byte offset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for 20-bit PC-relative jump.</a:t>
            </a: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8870795E-37C9-ACA3-43D1-5C1F97DF4AFB}"/>
              </a:ext>
            </a:extLst>
          </p:cNvPr>
          <p:cNvGrpSpPr/>
          <p:nvPr/>
        </p:nvGrpSpPr>
        <p:grpSpPr>
          <a:xfrm>
            <a:off x="881793" y="3655539"/>
            <a:ext cx="562890" cy="120155"/>
            <a:chOff x="881793" y="3655539"/>
            <a:chExt cx="562890" cy="12015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9BF6B4C8-D0D5-278C-C87F-04AAE9A21C57}"/>
                </a:ext>
              </a:extLst>
            </p:cNvPr>
            <p:cNvSpPr/>
            <p:nvPr/>
          </p:nvSpPr>
          <p:spPr>
            <a:xfrm>
              <a:off x="881793" y="3657768"/>
              <a:ext cx="405114" cy="117926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65778AE3-87D7-DAE2-00EF-296C9192C3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0363" y="3655539"/>
              <a:ext cx="27432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29C1EBB-BE0D-B9B5-829C-0F54FECF6EF1}"/>
              </a:ext>
            </a:extLst>
          </p:cNvPr>
          <p:cNvGrpSpPr/>
          <p:nvPr/>
        </p:nvGrpSpPr>
        <p:grpSpPr>
          <a:xfrm>
            <a:off x="3062791" y="3425699"/>
            <a:ext cx="4683138" cy="2111811"/>
            <a:chOff x="3062791" y="3425699"/>
            <a:chExt cx="4683138" cy="2111811"/>
          </a:xfrm>
        </p:grpSpPr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F69EA368-9818-F7A0-D850-8A853F6B9089}"/>
                </a:ext>
              </a:extLst>
            </p:cNvPr>
            <p:cNvGrpSpPr/>
            <p:nvPr/>
          </p:nvGrpSpPr>
          <p:grpSpPr>
            <a:xfrm>
              <a:off x="3071337" y="3952953"/>
              <a:ext cx="4674592" cy="1584557"/>
              <a:chOff x="3071337" y="3952953"/>
              <a:chExt cx="4674592" cy="158455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51A3670-E4C9-F2C6-C4E9-CC4D2AF9C45F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50D97042-3784-E432-F162-CDA0B5F218CE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9EC13942-A43E-7F2E-B100-A8E7A89A63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Elbow Connector 450">
                  <a:extLst>
                    <a:ext uri="{FF2B5EF4-FFF2-40B4-BE49-F238E27FC236}">
                      <a16:creationId xmlns:a16="http://schemas.microsoft.com/office/drawing/2014/main" id="{F12E5A67-875D-CA87-3E30-CF09736129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0" name="Straight Arrow Connector 459">
                <a:extLst>
                  <a:ext uri="{FF2B5EF4-FFF2-40B4-BE49-F238E27FC236}">
                    <a16:creationId xmlns:a16="http://schemas.microsoft.com/office/drawing/2014/main" id="{82DA2877-81F2-55FC-2ACF-5DB55F6C1867}"/>
                  </a:ext>
                </a:extLst>
              </p:cNvPr>
              <p:cNvCxnSpPr/>
              <p:nvPr/>
            </p:nvCxnSpPr>
            <p:spPr>
              <a:xfrm>
                <a:off x="3071337" y="3952953"/>
                <a:ext cx="182880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ACE1F8B8-AF96-B579-646C-EEAB971100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91" y="3425699"/>
              <a:ext cx="1753043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486278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25006</TotalTime>
  <Words>1064</Words>
  <Application>Microsoft Macintosh PowerPoint</Application>
  <PresentationFormat>Widescreen</PresentationFormat>
  <Paragraphs>546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7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Lighting the JAL Datapath (7/7)</vt:lpstr>
      <vt:lpstr>Lighting the JAL Datapath (1/7)</vt:lpstr>
      <vt:lpstr>Lighting the JAL Datapath (2/7)</vt:lpstr>
      <vt:lpstr>Lighting the JAL Datapath (3/7)</vt:lpstr>
      <vt:lpstr>Lighting the JAL Datapath (4/7)</vt:lpstr>
      <vt:lpstr>Lighting the JAL Datapath (5/7)</vt:lpstr>
      <vt:lpstr>Lighting the JAL Datapath (6/7)</vt:lpstr>
      <vt:lpstr>Lighting the JAL Datapath (7/7)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908</cp:revision>
  <cp:lastPrinted>2022-09-30T17:03:13Z</cp:lastPrinted>
  <dcterms:created xsi:type="dcterms:W3CDTF">2022-09-05T20:39:51Z</dcterms:created>
  <dcterms:modified xsi:type="dcterms:W3CDTF">2026-03-26T00:25:26Z</dcterms:modified>
</cp:coreProperties>
</file>