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  <p:sldMasterId id="2147483709" r:id="rId2"/>
  </p:sldMasterIdLst>
  <p:notesMasterIdLst>
    <p:notesMasterId r:id="rId10"/>
  </p:notesMasterIdLst>
  <p:sldIdLst>
    <p:sldId id="1366" r:id="rId3"/>
    <p:sldId id="1367" r:id="rId4"/>
    <p:sldId id="1372" r:id="rId5"/>
    <p:sldId id="1371" r:id="rId6"/>
    <p:sldId id="1370" r:id="rId7"/>
    <p:sldId id="1369" r:id="rId8"/>
    <p:sldId id="1368" r:id="rId9"/>
  </p:sldIdLst>
  <p:sldSz cx="12192000" cy="6858000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223"/>
    <a:srgbClr val="00264A"/>
    <a:srgbClr val="00152A"/>
    <a:srgbClr val="002548"/>
    <a:srgbClr val="4991B2"/>
    <a:srgbClr val="000000"/>
    <a:srgbClr val="032141"/>
    <a:srgbClr val="D9E1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025"/>
    <p:restoredTop sz="94304"/>
  </p:normalViewPr>
  <p:slideViewPr>
    <p:cSldViewPr snapToGrid="0">
      <p:cViewPr varScale="1">
        <p:scale>
          <a:sx n="99" d="100"/>
          <a:sy n="99" d="100"/>
        </p:scale>
        <p:origin x="19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79AFB-556A-7647-8681-E8CCC214AEB4}" type="datetimeFigureOut">
              <a:rPr lang="en-US" smtClean="0"/>
              <a:t>3/25/26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562F5-9C85-F843-B903-B3B42F5C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7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481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402E6-20C2-87E5-64B8-369AA0853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6B626-495A-29B7-8A3C-8C8A42C5AB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76CFF-90BA-BE2C-F78B-15EFD75E8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DE652C-925A-9FA2-D957-E022F2620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424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589DE-DCD5-F6A2-6DE3-361B624D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9DF64-987C-6D50-2688-EBB0937BD0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4B3313-98DB-EE14-699E-7E7430C5C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8018D-739F-6ED9-C5DC-2041608318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63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B096-C11D-D549-4E43-CE02F8FEB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8C6BD-C089-1CE1-4398-ECD9A0E74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A2E24-673A-AC46-1EFA-F478F0F22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C107BC-DECF-CB49-B5F4-8CF3D4B7F6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881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3E177-457B-203F-9836-48F43DFB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7D0886-7CA6-01EB-1427-363AA1F7E1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D9ED1-95CF-154C-5227-6EADD282E1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7AF997-617F-E973-9C8E-5F2EA6383F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07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3DA06-017A-BC14-591A-2E6FDB53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F86B6-325E-9241-5FCA-12D66F5A6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383B2-9704-EFE0-B202-B8DFEAD4A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1CAB4-A82D-2892-CFEB-0F31F5451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663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84BB-F52A-5676-5F4B-203FFFDB4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22F94-FE15-E806-BC7A-939D1F1BD0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6CD0B-CF0B-1B49-EEFE-3D5B5332B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93794-9077-A47E-77AB-C286736FD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562F5-9C85-F843-B903-B3B42F5C4F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72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tiff"/><Relationship Id="rId4" Type="http://schemas.openxmlformats.org/officeDocument/2006/relationships/image" Target="../media/image9.jp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emf"/><Relationship Id="rId4" Type="http://schemas.openxmlformats.org/officeDocument/2006/relationships/image" Target="../media/image2.tiff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image" Target="../media/image11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.tiff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emf"/><Relationship Id="rId5" Type="http://schemas.openxmlformats.org/officeDocument/2006/relationships/image" Target="../media/image2.tiff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04D8-8C6A-A1BE-E710-691D034BA2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7B3F4E-7F7A-7010-DF2B-2B5FC40C0C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3635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185DB5B-BEBF-6B87-32BE-E3D2FAA3F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1021" y="4561558"/>
            <a:ext cx="7789961" cy="761999"/>
          </a:xfrm>
          <a:prstGeom prst="rect">
            <a:avLst/>
          </a:prstGeom>
        </p:spPr>
        <p:txBody>
          <a:bodyPr/>
          <a:lstStyle>
            <a:lvl1pPr algn="ctr">
              <a:defRPr sz="42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BD695780-6F13-8D58-9C18-35AACFB35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405076"/>
            <a:ext cx="6908800" cy="163284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>
                    <a:alpha val="99000"/>
                  </a:srgbClr>
                </a:solidFill>
                <a:effectLst/>
                <a:latin typeface="18 VAG Rounded Bold   07390" charset="0"/>
              </a:rPr>
              <a:t>CS61C</a:t>
            </a:r>
            <a:endParaRPr lang="en-US" sz="6400" b="1" dirty="0">
              <a:solidFill>
                <a:srgbClr val="4991B1">
                  <a:alpha val="99000"/>
                </a:srgbClr>
              </a:solidFill>
              <a:latin typeface="18 VAG Rounded Bold   07390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62D69298-76B5-35A4-3319-24FFE4F5C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1600" y="1859824"/>
            <a:ext cx="6908800" cy="154050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in</a:t>
            </a:r>
            <a:b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</a:br>
            <a:r>
              <a:rPr lang="en-US" sz="3333" b="1" dirty="0">
                <a:solidFill>
                  <a:schemeClr val="bg1">
                    <a:alpha val="99000"/>
                  </a:schemeClr>
                </a:solidFill>
                <a:latin typeface="18 VAG Rounded Bold   0739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bg2">
                    <a:alpha val="99000"/>
                  </a:schemeClr>
                </a:solidFill>
                <a:latin typeface="18 VAG Rounded Thin   55390" pitchFamily="2" charset="0"/>
              </a:rPr>
              <a:t>(a.k.a. Machine Structures)</a:t>
            </a:r>
            <a:endParaRPr lang="en-US" sz="3833" b="1" dirty="0">
              <a:solidFill>
                <a:schemeClr val="bg2">
                  <a:alpha val="99000"/>
                </a:schemeClr>
              </a:solidFill>
              <a:latin typeface="18 VAG Rounded Bold   07390" charset="0"/>
            </a:endParaRPr>
          </a:p>
        </p:txBody>
      </p:sp>
      <p:pic>
        <p:nvPicPr>
          <p:cNvPr id="16" name="Google Shape;23;p49">
            <a:extLst>
              <a:ext uri="{FF2B5EF4-FFF2-40B4-BE49-F238E27FC236}">
                <a16:creationId xmlns:a16="http://schemas.microsoft.com/office/drawing/2014/main" id="{34967360-50B3-A7B0-0715-41A94158E827}"/>
              </a:ext>
            </a:extLst>
          </p:cNvPr>
          <p:cNvPicPr preferRelativeResize="0"/>
          <p:nvPr/>
        </p:nvPicPr>
        <p:blipFill>
          <a:blip r:embed="rId2"/>
          <a:srcRect l="481" r="481"/>
          <a:stretch/>
        </p:blipFill>
        <p:spPr>
          <a:xfrm>
            <a:off x="8888173" y="410681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BECC42E-4CE3-4707-674B-71A0975151E3}"/>
              </a:ext>
            </a:extLst>
          </p:cNvPr>
          <p:cNvSpPr txBox="1"/>
          <p:nvPr/>
        </p:nvSpPr>
        <p:spPr>
          <a:xfrm>
            <a:off x="8410205" y="2493787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Assistant Teaching Professor</a:t>
            </a:r>
            <a:b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bg1">
                    <a:lumMod val="50000"/>
                    <a:alpha val="99000"/>
                  </a:schemeClr>
                </a:solidFill>
                <a:latin typeface="18 VAG Rounded Bold   07390"/>
              </a:rPr>
              <a:t>Lisa Yan</a:t>
            </a:r>
          </a:p>
        </p:txBody>
      </p:sp>
      <p:sp>
        <p:nvSpPr>
          <p:cNvPr id="19" name="Google Shape;24;p49">
            <a:extLst>
              <a:ext uri="{FF2B5EF4-FFF2-40B4-BE49-F238E27FC236}">
                <a16:creationId xmlns:a16="http://schemas.microsoft.com/office/drawing/2014/main" id="{55D34F2F-A07D-B6C8-15A2-8BEA5F388780}"/>
              </a:ext>
            </a:extLst>
          </p:cNvPr>
          <p:cNvSpPr/>
          <p:nvPr/>
        </p:nvSpPr>
        <p:spPr>
          <a:xfrm>
            <a:off x="3822337" y="6370191"/>
            <a:ext cx="4547326" cy="492388"/>
          </a:xfrm>
          <a:prstGeom prst="rect">
            <a:avLst/>
          </a:prstGeom>
          <a:gradFill>
            <a:gsLst>
              <a:gs pos="0">
                <a:srgbClr val="002A52"/>
              </a:gs>
              <a:gs pos="100000">
                <a:srgbClr val="003262"/>
              </a:gs>
            </a:gsLst>
            <a:lin ang="5400000" scaled="0"/>
          </a:gradFill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 b="1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rPr>
              <a:t>cs61c.org</a:t>
            </a:r>
            <a:r>
              <a:rPr lang="en-US" sz="2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21199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" name="Google Shape;19;p49">
            <a:extLst>
              <a:ext uri="{FF2B5EF4-FFF2-40B4-BE49-F238E27FC236}">
                <a16:creationId xmlns:a16="http://schemas.microsoft.com/office/drawing/2014/main" id="{6FB1CB93-C34B-732D-69A5-FDC99B477111}"/>
              </a:ext>
            </a:extLst>
          </p:cNvPr>
          <p:cNvSpPr/>
          <p:nvPr/>
        </p:nvSpPr>
        <p:spPr>
          <a:xfrm>
            <a:off x="3108960" y="5135309"/>
            <a:ext cx="5974080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7543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5540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8D4BA-5CFB-7F64-C19D-CFBCDCDDF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42475" y="909321"/>
            <a:ext cx="5998909" cy="5364480"/>
          </a:xfrm>
        </p:spPr>
        <p:txBody>
          <a:bodyPr anchor="ctr">
            <a:normAutofit/>
          </a:bodyPr>
          <a:lstStyle>
            <a:lvl1pPr marL="609585" indent="-531271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3600" b="0" i="0">
                <a:solidFill>
                  <a:schemeClr val="bg1"/>
                </a:solidFill>
                <a:latin typeface="18 VAG Rounded Light   02390" pitchFamily="2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5CEBC6-3272-877B-6FC0-88185C9300D1}"/>
              </a:ext>
            </a:extLst>
          </p:cNvPr>
          <p:cNvSpPr/>
          <p:nvPr/>
        </p:nvSpPr>
        <p:spPr>
          <a:xfrm>
            <a:off x="0" y="908051"/>
            <a:ext cx="5514021" cy="5365751"/>
          </a:xfrm>
          <a:prstGeom prst="rect">
            <a:avLst/>
          </a:prstGeom>
          <a:gradFill>
            <a:gsLst>
              <a:gs pos="0">
                <a:schemeClr val="tx1">
                  <a:alpha val="15000"/>
                </a:schemeClr>
              </a:gs>
              <a:gs pos="100000">
                <a:srgbClr val="3A7EA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0" i="0">
              <a:latin typeface="18 VAG Rounded Light   0239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C5CA34-43CE-D2B0-CA59-D41610FD01AD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A31750-A405-1B89-FEC0-D5EA9AD8CE8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6AF6151-774C-D88A-F797-71D61040C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437" y="886850"/>
            <a:ext cx="5181600" cy="5365751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78315" indent="0">
              <a:tabLst/>
              <a:defRPr sz="5867" b="1" i="0">
                <a:solidFill>
                  <a:schemeClr val="accent3">
                    <a:alpha val="99000"/>
                  </a:schemeClr>
                </a:solidFill>
                <a:latin typeface="18 VAG Rounded Bold   0739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Google Shape;19;p49">
            <a:extLst>
              <a:ext uri="{FF2B5EF4-FFF2-40B4-BE49-F238E27FC236}">
                <a16:creationId xmlns:a16="http://schemas.microsoft.com/office/drawing/2014/main" id="{EE6D3610-51E7-072A-C443-EB48D2CE05B3}"/>
              </a:ext>
            </a:extLst>
          </p:cNvPr>
          <p:cNvSpPr/>
          <p:nvPr/>
        </p:nvSpPr>
        <p:spPr>
          <a:xfrm>
            <a:off x="330438" y="5084098"/>
            <a:ext cx="4740068" cy="471948"/>
          </a:xfrm>
          <a:prstGeom prst="ellipse">
            <a:avLst/>
          </a:prstGeom>
          <a:solidFill>
            <a:srgbClr val="3A7EA2">
              <a:alpha val="16862"/>
            </a:srgbClr>
          </a:solidFill>
          <a:ln>
            <a:noFill/>
          </a:ln>
        </p:spPr>
        <p:txBody>
          <a:bodyPr spcFirstLastPara="1" wrap="square" lIns="108833" tIns="54400" rIns="108833" bIns="54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9062" b="0" i="0" u="none" strike="noStrike" cap="none">
              <a:solidFill>
                <a:schemeClr val="lt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02920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23AF8-3354-C1AF-87B5-7D4A7143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D4C7F-8368-7F6B-D89B-1288477CF3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8413" y="916710"/>
            <a:ext cx="5303520" cy="5260254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006F8F-A65B-D532-67B0-48E3513EB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933316"/>
            <a:ext cx="5394960" cy="5243648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77D10F-3A40-C609-3618-CF470B0B02F3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7E0520-96D2-C5AA-6269-0C246918494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543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11067-BA44-3904-7E43-138A62BA9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714379-5477-4D73-C7EF-823FDEF56496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6669C0-8787-EED5-07F5-111A4D70AA8F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115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51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79A3CF7-6031-BD55-66FF-DEF78D03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7465" y="2306249"/>
            <a:ext cx="8137073" cy="2245505"/>
          </a:xfrm>
        </p:spPr>
        <p:txBody>
          <a:bodyPr>
            <a:noAutofit/>
          </a:bodyPr>
          <a:lstStyle>
            <a:lvl1pPr algn="ctr">
              <a:defRPr sz="8533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830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75D6C36-AF3C-3D5D-85D0-B0BCB39B2FA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065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BD31BE-11B0-12C9-4F44-86656D6D03F8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2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9E1F49-FF31-2B00-2304-6BCA27806331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6AFDBD-60BE-5483-0C26-669A37732B99}"/>
              </a:ext>
            </a:extLst>
          </p:cNvPr>
          <p:cNvCxnSpPr/>
          <p:nvPr/>
        </p:nvCxnSpPr>
        <p:spPr>
          <a:xfrm>
            <a:off x="7620000" y="0"/>
            <a:ext cx="0" cy="685800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913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a20_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627AE-C995-6797-2C40-9C48BCC62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76199"/>
            <a:ext cx="10509504" cy="76809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64BA-0D42-6AAA-24D0-2B99AC909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0" y="898041"/>
            <a:ext cx="8572491" cy="52789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D4CD3E-7661-9ED1-E307-83D9CDBD2C60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EA16AC-3D5F-DAA1-4E0B-B5CF4BF5390A}"/>
              </a:ext>
            </a:extLst>
          </p:cNvPr>
          <p:cNvCxnSpPr>
            <a:cxnSpLocks/>
          </p:cNvCxnSpPr>
          <p:nvPr/>
        </p:nvCxnSpPr>
        <p:spPr>
          <a:xfrm>
            <a:off x="1115843" y="888611"/>
            <a:ext cx="10466559" cy="389"/>
          </a:xfrm>
          <a:prstGeom prst="line">
            <a:avLst/>
          </a:prstGeom>
          <a:ln w="19050">
            <a:solidFill>
              <a:schemeClr val="bg1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032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8B2A-FB40-E32F-5166-4622746C4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7CBE5D-916B-9810-03A4-1958ED6BB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4595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CE9ED49C-E0F6-3E47-BD59-EA863495A6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1F4736C-1B40-EF40-A4E6-C67F6BA9BB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BBAC4D5-0EE4-FD4C-8CC9-387D71F8E638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rgbClr val="E4DDD2"/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rgbClr val="E4DDD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D8CC368-03BC-234A-917E-B8B2D87214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6AA3AF-E757-5D40-AF18-590283A894E1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03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solidFill>
                  <a:srgbClr val="00BEE2"/>
                </a:solidFill>
                <a:latin typeface="VAG Rundschrift D Light" pitchFamily="2" charset="77"/>
              </a:defRPr>
            </a:lvl3pPr>
            <a:lvl4pPr marL="1685519" indent="-457189">
              <a:buClr>
                <a:srgbClr val="FFC117"/>
              </a:buClr>
              <a:buFont typeface="Arial" panose="020B0604020202020204" pitchFamily="34" charset="0"/>
              <a:buChar char="•"/>
              <a:defRPr sz="2400" b="0" i="0">
                <a:solidFill>
                  <a:srgbClr val="FFC117"/>
                </a:solidFill>
                <a:latin typeface="VAG Rundschrift D Light" pitchFamily="2" charset="77"/>
              </a:defRPr>
            </a:lvl4pPr>
            <a:lvl5pPr>
              <a:buClr>
                <a:srgbClr val="E4DDD2"/>
              </a:buClr>
              <a:defRPr b="0" i="0">
                <a:solidFill>
                  <a:srgbClr val="E4DDD2"/>
                </a:solidFill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8896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2677E839-A4BD-EF4E-B7C9-4C82DFEEEF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928127"/>
            <a:ext cx="3937000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33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928127"/>
            <a:ext cx="4000501" cy="5368340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9E74F-8295-8546-AB63-B09A36C3C5C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78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10502901" cy="5365751"/>
          </a:xfrm>
        </p:spPr>
        <p:txBody>
          <a:bodyPr/>
          <a:lstStyle>
            <a:lvl1pPr>
              <a:defRPr b="0" i="0">
                <a:latin typeface="VAG Rundschrift D Light" pitchFamily="2" charset="77"/>
              </a:defRPr>
            </a:lvl1pPr>
            <a:lvl2pPr>
              <a:defRPr b="0" i="0">
                <a:latin typeface="VAG Rundschrift D Light" pitchFamily="2" charset="77"/>
              </a:defRPr>
            </a:lvl2pPr>
            <a:lvl3pPr>
              <a:defRPr b="0" i="0">
                <a:latin typeface="VAG Rundschrift D Light" pitchFamily="2" charset="77"/>
              </a:defRPr>
            </a:lvl3pPr>
            <a:lvl4pPr>
              <a:defRPr b="0" i="0">
                <a:latin typeface="VAG Rundschrift D Light" pitchFamily="2" charset="77"/>
              </a:defRPr>
            </a:lvl4pPr>
            <a:lvl5pPr>
              <a:defRPr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69283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E29CF758-356F-D645-A544-8AD2373E33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825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5843" y="901825"/>
            <a:ext cx="4980157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889000"/>
            <a:ext cx="54229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18 VAG Rounded Black   0939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18 VAG Rounded Black   0939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18 VAG Rounded Black   0939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A0BEC86-E652-F848-AA3E-EC0AC5D44BB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7006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908050"/>
            <a:ext cx="8572501" cy="536575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4A448BC-C94B-E240-BBCC-5B2F3975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49531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food&#10;&#10;Description automatically generated">
            <a:extLst>
              <a:ext uri="{FF2B5EF4-FFF2-40B4-BE49-F238E27FC236}">
                <a16:creationId xmlns:a16="http://schemas.microsoft.com/office/drawing/2014/main" id="{8ECFEE2E-863C-C649-AF97-D7D700C3CC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600" y="889000"/>
            <a:ext cx="3937000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89600" y="889000"/>
            <a:ext cx="4000501" cy="5407467"/>
          </a:xfrm>
        </p:spPr>
        <p:txBody>
          <a:bodyPr/>
          <a:lstStyle>
            <a:lvl1pPr>
              <a:defRPr sz="3333" b="0" i="0">
                <a:latin typeface="VAG Rundschrift D Light" pitchFamily="2" charset="77"/>
              </a:defRPr>
            </a:lvl1pPr>
            <a:lvl2pPr>
              <a:defRPr sz="2833" b="0" i="0">
                <a:latin typeface="VAG Rundschrift D Light" pitchFamily="2" charset="77"/>
              </a:defRPr>
            </a:lvl2pPr>
            <a:lvl3pPr>
              <a:defRPr sz="2417" b="0" i="0">
                <a:latin typeface="VAG Rundschrift D Light" pitchFamily="2" charset="77"/>
              </a:defRPr>
            </a:lvl3pPr>
            <a:lvl4pPr>
              <a:defRPr sz="2167" b="0" i="0">
                <a:latin typeface="VAG Rundschrift D Light" pitchFamily="2" charset="77"/>
              </a:defRPr>
            </a:lvl4pPr>
            <a:lvl5pPr>
              <a:defRPr sz="2167" b="0" i="0">
                <a:latin typeface="VAG Rundschrift D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EA538D-CE12-4F4E-B8F9-BE50989C1758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solidFill>
                  <a:srgbClr val="E4DDD2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2AFCD5E-49BF-E247-8C97-949C07F042F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417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2DF9A1AA-6E36-A244-B9C8-150E2F1D41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38010211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food&#10;&#10;Description automatically generated">
            <a:extLst>
              <a:ext uri="{FF2B5EF4-FFF2-40B4-BE49-F238E27FC236}">
                <a16:creationId xmlns:a16="http://schemas.microsoft.com/office/drawing/2014/main" id="{68AA9D09-0281-BC43-ACED-6D4085FEB5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pic>
        <p:nvPicPr>
          <p:cNvPr id="15" name="Picture 14" descr="A picture containing light&#10;&#10;Description automatically generated">
            <a:extLst>
              <a:ext uri="{FF2B5EF4-FFF2-40B4-BE49-F238E27FC236}">
                <a16:creationId xmlns:a16="http://schemas.microsoft.com/office/drawing/2014/main" id="{019910D7-85CB-0247-9141-23A99452067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48BE3-3690-A64C-B81F-5D4836EAD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1" y="4561556"/>
            <a:ext cx="7823200" cy="762000"/>
          </a:xfrm>
        </p:spPr>
        <p:txBody>
          <a:bodyPr/>
          <a:lstStyle>
            <a:lvl1pPr algn="ctr">
              <a:defRPr>
                <a:solidFill>
                  <a:srgbClr val="FFC117"/>
                </a:solidFill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2742FAC-A915-9940-B071-1ACD580B8818}"/>
              </a:ext>
            </a:extLst>
          </p:cNvPr>
          <p:cNvSpPr/>
          <p:nvPr userDrawn="1"/>
        </p:nvSpPr>
        <p:spPr>
          <a:xfrm>
            <a:off x="3670301" y="5754635"/>
            <a:ext cx="7912099" cy="471948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 eaLnBrk="0" hangingPunct="0">
              <a:defRPr/>
            </a:pPr>
            <a:endParaRPr lang="en-US" sz="19062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7045E-1D2A-D347-9A70-A92ECBAE1DA8}"/>
              </a:ext>
            </a:extLst>
          </p:cNvPr>
          <p:cNvSpPr txBox="1"/>
          <p:nvPr userDrawn="1"/>
        </p:nvSpPr>
        <p:spPr>
          <a:xfrm>
            <a:off x="3083166" y="2494613"/>
            <a:ext cx="2222500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Teaching 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Dan Garcia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E8C054-0436-F542-9F61-8E0911ABF73E}"/>
              </a:ext>
            </a:extLst>
          </p:cNvPr>
          <p:cNvSpPr txBox="1"/>
          <p:nvPr userDrawn="1"/>
        </p:nvSpPr>
        <p:spPr>
          <a:xfrm>
            <a:off x="10318235" y="2493787"/>
            <a:ext cx="1672165" cy="861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UC Berkeley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Professor </a:t>
            </a:r>
            <a:b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</a:br>
            <a:r>
              <a:rPr lang="en-US" sz="1667" b="1" dirty="0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Bora </a:t>
            </a:r>
            <a:r>
              <a:rPr lang="en-US" sz="1667" b="1" dirty="0" err="1">
                <a:solidFill>
                  <a:schemeClr val="tx1">
                    <a:lumMod val="50000"/>
                  </a:schemeClr>
                </a:solidFill>
                <a:latin typeface="18 VAG Rounded Bold   07390"/>
              </a:rPr>
              <a:t>Nikolić</a:t>
            </a:r>
            <a:endParaRPr lang="en-US" sz="1667" b="1" dirty="0">
              <a:solidFill>
                <a:schemeClr val="tx1">
                  <a:lumMod val="50000"/>
                </a:schemeClr>
              </a:solidFill>
              <a:latin typeface="18 VAG Rounded Bold   0739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57237754-4208-E64E-8670-01EE7AED6B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/>
          <a:srcRect l="14185" t="1842" r="32155" b="47377"/>
          <a:stretch/>
        </p:blipFill>
        <p:spPr bwMode="auto">
          <a:xfrm>
            <a:off x="3512032" y="414398"/>
            <a:ext cx="1364768" cy="16905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D0B12-55F7-2546-8672-7E2D289F6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57" t="8236" r="5233" b="12909"/>
          <a:stretch/>
        </p:blipFill>
        <p:spPr>
          <a:xfrm>
            <a:off x="10521036" y="399773"/>
            <a:ext cx="1266560" cy="17051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4983A71A-E6AB-F34C-BE07-4CD0CE150AA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0129" y="1859888"/>
            <a:ext cx="6908800" cy="154038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75592" tIns="30237" rIns="75592" bIns="30237" anchor="ctr">
            <a:prstTxWarp prst="textNoShape">
              <a:avLst/>
            </a:prstTxWarp>
            <a:spAutoFit/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Great Ideas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in</a:t>
            </a:r>
            <a:b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</a:br>
            <a:r>
              <a:rPr lang="en-US" sz="3333" b="1" dirty="0">
                <a:solidFill>
                  <a:schemeClr val="tx1"/>
                </a:solidFill>
                <a:latin typeface="VAGRundschriftD" panose="00000500000000000000" pitchFamily="50" charset="0"/>
              </a:rPr>
              <a:t>Computer Architecture</a:t>
            </a:r>
          </a:p>
          <a:p>
            <a:pPr algn="ctr" eaLnBrk="0" hangingPunct="0">
              <a:lnSpc>
                <a:spcPct val="77000"/>
              </a:lnSpc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  <a:latin typeface="VAGRundschriftD" panose="00000500000000000000" pitchFamily="50" charset="0"/>
              </a:rPr>
              <a:t>(a.k.a. Machine Structures)</a:t>
            </a:r>
            <a:endParaRPr lang="en-US" sz="3833" b="1" dirty="0">
              <a:solidFill>
                <a:schemeClr val="bg2"/>
              </a:solidFill>
              <a:latin typeface="VAGRundschriftD" panose="00000500000000000000" pitchFamily="50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EB3944F9-06D2-8C43-B653-2C25027065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B45346C-6CDA-0242-B211-E679E89FE3E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A07AA5D-B271-D84F-A242-5CBE7971CFF9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1A36E3C-0B8E-D148-80CC-68FAAB4D55A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6BABD46-61F1-7C48-91F4-12BDB7C8B8CB}"/>
              </a:ext>
            </a:extLst>
          </p:cNvPr>
          <p:cNvSpPr/>
          <p:nvPr userDrawn="1"/>
        </p:nvSpPr>
        <p:spPr>
          <a:xfrm>
            <a:off x="6297061" y="6390958"/>
            <a:ext cx="264373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c</a:t>
            </a:r>
            <a:r>
              <a:rPr lang="en-U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s61c</a:t>
            </a:r>
            <a:r>
              <a:rPr lang="sr-Latn-RS" sz="1867" b="1" dirty="0">
                <a:solidFill>
                  <a:schemeClr val="tx1"/>
                </a:solidFill>
                <a:latin typeface="Courier" charset="0"/>
                <a:ea typeface="ＭＳ Ｐゴシック" charset="0"/>
                <a:cs typeface="Courier" charset="0"/>
                <a:sym typeface="Courier" charset="0"/>
              </a:rPr>
              <a:t>.org</a:t>
            </a:r>
            <a:r>
              <a:rPr lang="en-US" sz="2400" b="1" dirty="0">
                <a:solidFill>
                  <a:schemeClr val="tx1"/>
                </a:solidFill>
                <a:latin typeface="Helvetica" charset="0"/>
                <a:ea typeface="ＭＳ Ｐゴシック" charset="0"/>
                <a:cs typeface="Helvetica" charset="0"/>
                <a:sym typeface="Helvetica" charset="0"/>
              </a:rPr>
              <a:t> </a:t>
            </a:r>
            <a:endParaRPr lang="en-US" sz="21199" dirty="0">
              <a:solidFill>
                <a:schemeClr val="tx1"/>
              </a:solidFill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FC28AFEE-91A4-6C48-A147-EC214E5A8F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64531" y="405525"/>
            <a:ext cx="6908800" cy="163194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scene3d>
            <a:camera prst="orthographicFront"/>
            <a:lightRig rig="threePt" dir="t"/>
          </a:scene3d>
          <a:sp3d>
            <a:contourClr>
              <a:schemeClr val="bg1"/>
            </a:contourClr>
          </a:sp3d>
        </p:spPr>
        <p:txBody>
          <a:bodyPr wrap="square" lIns="75592" tIns="30237" rIns="75592" bIns="30237" anchor="ctr">
            <a:prstTxWarp prst="textNoShape">
              <a:avLst/>
            </a:prstTxWarp>
            <a:spAutoFit/>
            <a:sp3d extrusionH="25400">
              <a:bevelT w="38100" h="31750"/>
              <a:contourClr>
                <a:srgbClr val="4991B1"/>
              </a:contourClr>
            </a:sp3d>
          </a:bodyPr>
          <a:lstStyle/>
          <a:p>
            <a:pPr algn="ctr" eaLnBrk="0" hangingPunct="0">
              <a:lnSpc>
                <a:spcPct val="77000"/>
              </a:lnSpc>
            </a:pPr>
            <a:r>
              <a:rPr lang="en-US" sz="12800" dirty="0">
                <a:ln w="0"/>
                <a:solidFill>
                  <a:srgbClr val="4991B1"/>
                </a:solidFill>
                <a:effectLst/>
                <a:latin typeface="VAGRundschriftD" panose="00000500000000000000" pitchFamily="50" charset="0"/>
              </a:rPr>
              <a:t>CS61C</a:t>
            </a:r>
            <a:endParaRPr lang="en-US" sz="6400" b="1" dirty="0">
              <a:solidFill>
                <a:srgbClr val="4991B1"/>
              </a:solidFill>
              <a:latin typeface="VAGRundschriftD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991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VAGRundschriftD" panose="00000500000000000000" pitchFamily="50" charset="0"/>
              </a:defRPr>
            </a:lvl1pPr>
            <a:lvl2pPr>
              <a:defRPr>
                <a:latin typeface="VAGRundschriftD" panose="00000500000000000000" pitchFamily="50" charset="0"/>
              </a:defRPr>
            </a:lvl2pPr>
            <a:lvl3pPr>
              <a:defRPr>
                <a:latin typeface="VAGRundschriftD" panose="00000500000000000000" pitchFamily="50" charset="0"/>
              </a:defRPr>
            </a:lvl3pPr>
            <a:lvl4pPr>
              <a:defRPr>
                <a:latin typeface="VAGRundschriftD" panose="00000500000000000000" pitchFamily="50" charset="0"/>
              </a:defRPr>
            </a:lvl4pPr>
            <a:lvl5pPr>
              <a:defRPr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9972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8ED939BA-A982-714F-AC2A-BE41FDE657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picture containing light&#10;&#10;Description automatically generated">
            <a:extLst>
              <a:ext uri="{FF2B5EF4-FFF2-40B4-BE49-F238E27FC236}">
                <a16:creationId xmlns:a16="http://schemas.microsoft.com/office/drawing/2014/main" id="{EC63A20D-21AB-2B40-91E4-4FDA4EB93B4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0" y="889000"/>
            <a:ext cx="3937000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20000" y="889000"/>
            <a:ext cx="3971925" cy="5407467"/>
          </a:xfrm>
        </p:spPr>
        <p:txBody>
          <a:bodyPr/>
          <a:lstStyle>
            <a:lvl1pPr>
              <a:defRPr sz="3333">
                <a:latin typeface="VAGRundschriftD" panose="00000500000000000000" pitchFamily="50" charset="0"/>
              </a:defRPr>
            </a:lvl1pPr>
            <a:lvl2pPr>
              <a:defRPr sz="2833">
                <a:latin typeface="VAGRundschriftD" panose="00000500000000000000" pitchFamily="50" charset="0"/>
              </a:defRPr>
            </a:lvl2pPr>
            <a:lvl3pPr>
              <a:defRPr sz="2417">
                <a:latin typeface="VAGRundschriftD" panose="00000500000000000000" pitchFamily="50" charset="0"/>
              </a:defRPr>
            </a:lvl3pPr>
            <a:lvl4pPr>
              <a:defRPr sz="2167">
                <a:latin typeface="VAGRundschriftD" panose="00000500000000000000" pitchFamily="50" charset="0"/>
              </a:defRPr>
            </a:lvl4pPr>
            <a:lvl5pPr>
              <a:defRPr sz="2167">
                <a:latin typeface="VAGRundschriftD" panose="00000500000000000000" pitchFamily="50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Placeholder 21">
            <a:extLst>
              <a:ext uri="{FF2B5EF4-FFF2-40B4-BE49-F238E27FC236}">
                <a16:creationId xmlns:a16="http://schemas.microsoft.com/office/drawing/2014/main" id="{83907F55-8DA3-AB4E-B199-AF2531DB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>
            <a:lvl1pPr>
              <a:defRPr>
                <a:latin typeface="VAGRundschriftD" panose="00000500000000000000" pitchFamily="50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Rectangle 10">
            <a:extLst>
              <a:ext uri="{FF2B5EF4-FFF2-40B4-BE49-F238E27FC236}">
                <a16:creationId xmlns:a16="http://schemas.microsoft.com/office/drawing/2014/main" id="{844558A7-D2FB-5F4B-864B-BFC87E4F41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7"/>
                </a:solidFill>
                <a:latin typeface="VAGRundschriftD" panose="00000500000000000000" pitchFamily="50" charset="0"/>
                <a:ea typeface="+mn-ea"/>
                <a:cs typeface="+mn-cs"/>
              </a:rPr>
              <a:t>Introduction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8F52F5B9-E725-A74B-AAA1-88E65AD7B9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VAGRundschriftDLig" panose="00000400000000000000" pitchFamily="50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VAGRundschriftDLig" panose="00000400000000000000" pitchFamily="50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60B7DD-B895-2049-804B-344CFFDA4DD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67B7BEE-7519-024E-B9B3-6388E1716D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C76881-1B14-4D4F-83AB-0BD4F70F885A}"/>
              </a:ext>
            </a:extLst>
          </p:cNvPr>
          <p:cNvCxnSpPr>
            <a:cxnSpLocks/>
          </p:cNvCxnSpPr>
          <p:nvPr userDrawn="1"/>
        </p:nvCxnSpPr>
        <p:spPr>
          <a:xfrm>
            <a:off x="1115843" y="889000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F1BAD8DF-85B5-244D-B7EE-8DE77A729BC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1068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b Title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picture containing food&#10;&#10;Description automatically generated">
            <a:extLst>
              <a:ext uri="{FF2B5EF4-FFF2-40B4-BE49-F238E27FC236}">
                <a16:creationId xmlns:a16="http://schemas.microsoft.com/office/drawing/2014/main" id="{6BD88787-61C8-AE47-8735-AE6C83007A2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Picture 7" descr="A picture containing light&#10;&#10;Description automatically generated">
            <a:extLst>
              <a:ext uri="{FF2B5EF4-FFF2-40B4-BE49-F238E27FC236}">
                <a16:creationId xmlns:a16="http://schemas.microsoft.com/office/drawing/2014/main" id="{ADF33AB0-2DBB-E042-B8C0-EC348F7CC1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657600" y="2834640"/>
            <a:ext cx="7924800" cy="1508760"/>
          </a:xfrm>
        </p:spPr>
        <p:txBody>
          <a:bodyPr lIns="143685" anchor="ctr"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rgbClr val="D0940C"/>
              </a:contourClr>
            </a:sp3d>
          </a:bodyPr>
          <a:lstStyle>
            <a:lvl1pPr marL="0" indent="0" algn="ctr">
              <a:spcBef>
                <a:spcPts val="0"/>
              </a:spcBef>
              <a:buNone/>
              <a:defRPr sz="8417" b="1" cap="none" spc="0">
                <a:ln w="11430"/>
                <a:solidFill>
                  <a:srgbClr val="D0940C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VAGRundschriftD" panose="00000500000000000000" pitchFamily="50" charset="0"/>
              </a:defRPr>
            </a:lvl1pPr>
            <a:lvl2pPr marL="544245" indent="0" algn="ctr">
              <a:buNone/>
            </a:lvl2pPr>
            <a:lvl3pPr marL="1088490" indent="0" algn="ctr">
              <a:buNone/>
            </a:lvl3pPr>
            <a:lvl4pPr marL="1632735" indent="0" algn="ctr">
              <a:buNone/>
            </a:lvl4pPr>
            <a:lvl5pPr marL="2176980" indent="0" algn="ctr">
              <a:buNone/>
            </a:lvl5pPr>
            <a:lvl6pPr marL="2721224" indent="0" algn="ctr">
              <a:buNone/>
            </a:lvl6pPr>
            <a:lvl7pPr marL="3265469" indent="0" algn="ctr">
              <a:buNone/>
            </a:lvl7pPr>
            <a:lvl8pPr marL="3809714" indent="0" algn="ctr">
              <a:buNone/>
            </a:lvl8pPr>
            <a:lvl9pPr marL="4353959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</p:spTree>
    <p:extLst>
      <p:ext uri="{BB962C8B-B14F-4D97-AF65-F5344CB8AC3E}">
        <p14:creationId xmlns:p14="http://schemas.microsoft.com/office/powerpoint/2010/main" val="16543147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food&#10;&#10;Description automatically generated">
            <a:extLst>
              <a:ext uri="{FF2B5EF4-FFF2-40B4-BE49-F238E27FC236}">
                <a16:creationId xmlns:a16="http://schemas.microsoft.com/office/drawing/2014/main" id="{6C194DF9-C0AF-304B-88A9-02036DD406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228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F8288F7D-1E3A-1E47-9FDA-D20C05CD80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2756" y="681039"/>
            <a:ext cx="61383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5" name="Rectangle 4"/>
          <p:cNvSpPr/>
          <p:nvPr/>
        </p:nvSpPr>
        <p:spPr>
          <a:xfrm>
            <a:off x="357719" y="681039"/>
            <a:ext cx="381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6" name="Rectangle 5"/>
          <p:cNvSpPr/>
          <p:nvPr/>
        </p:nvSpPr>
        <p:spPr>
          <a:xfrm>
            <a:off x="332319" y="681039"/>
            <a:ext cx="12700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/>
          </a:p>
        </p:txBody>
      </p:sp>
      <p:sp>
        <p:nvSpPr>
          <p:cNvPr id="7" name="Rectangle 6"/>
          <p:cNvSpPr/>
          <p:nvPr/>
        </p:nvSpPr>
        <p:spPr>
          <a:xfrm>
            <a:off x="296333" y="681039"/>
            <a:ext cx="10584" cy="365125"/>
          </a:xfrm>
          <a:prstGeom prst="rect">
            <a:avLst/>
          </a:prstGeom>
          <a:solidFill>
            <a:srgbClr val="000000"/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8852" tIns="54425" rIns="108852" bIns="54425" anchor="ctr"/>
          <a:lstStyle/>
          <a:p>
            <a:pPr algn="ctr">
              <a:defRPr/>
            </a:pPr>
            <a:endParaRPr lang="en-US" sz="19062" dirty="0"/>
          </a:p>
        </p:txBody>
      </p:sp>
      <p:sp>
        <p:nvSpPr>
          <p:cNvPr id="11" name="Oval 10"/>
          <p:cNvSpPr/>
          <p:nvPr userDrawn="1"/>
        </p:nvSpPr>
        <p:spPr>
          <a:xfrm>
            <a:off x="3692918" y="5575709"/>
            <a:ext cx="7864084" cy="393291"/>
          </a:xfrm>
          <a:prstGeom prst="ellipse">
            <a:avLst/>
          </a:prstGeom>
          <a:solidFill>
            <a:schemeClr val="bg1">
              <a:alpha val="17000"/>
            </a:schemeClr>
          </a:solidFill>
          <a:ln>
            <a:noFill/>
          </a:ln>
          <a:effectLst>
            <a:softEdge rad="13970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6200" tIns="38100" rIns="76200" bIns="38100" anchor="ctr"/>
          <a:lstStyle/>
          <a:p>
            <a:pPr algn="ctr">
              <a:defRPr/>
            </a:pPr>
            <a:endParaRPr lang="en-US" sz="19062" dirty="0"/>
          </a:p>
        </p:txBody>
      </p:sp>
      <p:pic>
        <p:nvPicPr>
          <p:cNvPr id="12" name="Picture 11" descr="A picture containing light&#10;&#10;Description automatically generated">
            <a:extLst>
              <a:ext uri="{FF2B5EF4-FFF2-40B4-BE49-F238E27FC236}">
                <a16:creationId xmlns:a16="http://schemas.microsoft.com/office/drawing/2014/main" id="{3F85B7C0-ACB5-AB44-8C40-83F8FCB8A38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7133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19392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tif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5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image" Target="../media/image7.emf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image" Target="../media/image2.tiff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50000">
              <a:schemeClr val="tx1"/>
            </a:gs>
            <a:gs pos="100000">
              <a:srgbClr val="00326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Placeholder 18">
            <a:extLst>
              <a:ext uri="{FF2B5EF4-FFF2-40B4-BE49-F238E27FC236}">
                <a16:creationId xmlns:a16="http://schemas.microsoft.com/office/drawing/2014/main" id="{07444E4B-B667-204F-6CBC-6541042F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997" y="76200"/>
            <a:ext cx="10509504" cy="768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0BFD2F-B4A1-0BFE-9946-F9ACEA1C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413" y="916710"/>
            <a:ext cx="11332079" cy="528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Google Shape;13;p48">
            <a:extLst>
              <a:ext uri="{FF2B5EF4-FFF2-40B4-BE49-F238E27FC236}">
                <a16:creationId xmlns:a16="http://schemas.microsoft.com/office/drawing/2014/main" id="{86EC8A50-6ED8-8792-AC2D-624D27BA987D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9176" y="6362905"/>
            <a:ext cx="1264675" cy="389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FE450-8072-3EB0-9EC8-CEC906BCB0A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F0B3E7-42CF-CC16-BDE1-F34A834A2E4D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362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267" b="1" i="0" kern="1200">
          <a:solidFill>
            <a:schemeClr val="bg2">
              <a:alpha val="99099"/>
            </a:schemeClr>
          </a:solidFill>
          <a:latin typeface="18 VAG Rounded Bold   07390" pitchFamily="2" charset="0"/>
          <a:ea typeface="+mj-ea"/>
          <a:cs typeface="+mj-cs"/>
        </a:defRPr>
      </a:lvl1pPr>
    </p:titleStyle>
    <p:bodyStyle>
      <a:lvl1pPr marL="467772" indent="-383108" algn="l" defTabSz="914377" rtl="0" eaLnBrk="1" latinLnBrk="0" hangingPunct="1">
        <a:lnSpc>
          <a:spcPct val="100000"/>
        </a:lnSpc>
        <a:spcBef>
          <a:spcPts val="1000"/>
        </a:spcBef>
        <a:buClrTx/>
        <a:buSzPct val="95000"/>
        <a:buFont typeface="Wingdings" pitchFamily="2" charset="2"/>
        <a:buChar char="§"/>
        <a:tabLst/>
        <a:defRPr sz="3600" b="1" i="0" kern="1200">
          <a:ln>
            <a:noFill/>
          </a:ln>
          <a:solidFill>
            <a:schemeClr val="bg1">
              <a:alpha val="99000"/>
            </a:schemeClr>
          </a:solidFill>
          <a:latin typeface="18 VAG Rounded Bold   07390" pitchFamily="2" charset="0"/>
          <a:ea typeface="+mn-ea"/>
          <a:cs typeface="+mn-cs"/>
        </a:defRPr>
      </a:lvl1pPr>
      <a:lvl2pPr marL="768331" indent="-311143" algn="l" defTabSz="914377" rtl="0" eaLnBrk="1" latinLnBrk="0" hangingPunct="1">
        <a:lnSpc>
          <a:spcPct val="100000"/>
        </a:lnSpc>
        <a:spcBef>
          <a:spcPts val="500"/>
        </a:spcBef>
        <a:buClr>
          <a:schemeClr val="accent2"/>
        </a:buClr>
        <a:buSzPct val="100000"/>
        <a:buFont typeface="Wingdings" pitchFamily="2" charset="2"/>
        <a:buChar char="§"/>
        <a:tabLst/>
        <a:defRPr sz="3200" b="0" i="0" kern="1200">
          <a:solidFill>
            <a:schemeClr val="accent2"/>
          </a:solidFill>
          <a:latin typeface="18 VAG Rounded Light   02390" pitchFamily="2" charset="0"/>
          <a:ea typeface="+mn-ea"/>
          <a:cs typeface="+mn-cs"/>
        </a:defRPr>
      </a:lvl2pPr>
      <a:lvl3pPr marL="1066773" indent="-298443" algn="l" defTabSz="914377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Wingdings" pitchFamily="2" charset="2"/>
        <a:buChar char="§"/>
        <a:tabLst/>
        <a:defRPr sz="2800" b="0" i="0" kern="1200">
          <a:solidFill>
            <a:schemeClr val="accent1"/>
          </a:solidFill>
          <a:latin typeface="18 VAG Rounded Light   02390" pitchFamily="2" charset="0"/>
          <a:ea typeface="+mn-ea"/>
          <a:cs typeface="+mn-cs"/>
        </a:defRPr>
      </a:lvl3pPr>
      <a:lvl4pPr marL="1449881" indent="-298443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400" b="0" i="0" kern="1200">
          <a:solidFill>
            <a:schemeClr val="accent3"/>
          </a:solidFill>
          <a:latin typeface="18 VAG Rounded Light   02390" pitchFamily="2" charset="0"/>
          <a:ea typeface="+mn-ea"/>
          <a:cs typeface="+mn-cs"/>
        </a:defRPr>
      </a:lvl4pPr>
      <a:lvl5pPr marL="1763140" indent="-226478" algn="l" defTabSz="914377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2000" b="0" i="0" kern="1200">
          <a:solidFill>
            <a:schemeClr val="bg2"/>
          </a:solidFill>
          <a:latin typeface="18 VAG Rounded Light   0239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food&#10;&#10;Description automatically generated">
            <a:extLst>
              <a:ext uri="{FF2B5EF4-FFF2-40B4-BE49-F238E27FC236}">
                <a16:creationId xmlns:a16="http://schemas.microsoft.com/office/drawing/2014/main" id="{DD4C6C20-F48B-6B49-86FF-DB6B770C5747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Rectangle 10"/>
          <p:cNvSpPr>
            <a:spLocks noChangeArrowheads="1"/>
          </p:cNvSpPr>
          <p:nvPr userDrawn="1"/>
        </p:nvSpPr>
        <p:spPr bwMode="auto">
          <a:xfrm>
            <a:off x="3048000" y="6578929"/>
            <a:ext cx="9144000" cy="2918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ctr" eaLnBrk="0" hangingPunct="0">
              <a:defRPr/>
            </a:pPr>
            <a:r>
              <a:rPr lang="en-US" sz="1500" b="1" dirty="0">
                <a:solidFill>
                  <a:srgbClr val="FFC115"/>
                </a:solidFill>
                <a:latin typeface="VAGRundschriftD" panose="00000500000000000000" pitchFamily="50" charset="0"/>
                <a:ea typeface="+mn-ea"/>
                <a:cs typeface="+mn-cs"/>
              </a:rPr>
              <a:t>RISC-V</a:t>
            </a:r>
            <a:r>
              <a:rPr lang="en-US" sz="1500" b="1" dirty="0">
                <a:solidFill>
                  <a:srgbClr val="FFFF00"/>
                </a:solidFill>
                <a:latin typeface="VAGRundschriftD" panose="00000500000000000000" pitchFamily="50" charset="0"/>
                <a:ea typeface="+mn-ea"/>
                <a:cs typeface="+mn-cs"/>
              </a:rPr>
              <a:t> </a:t>
            </a:r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(</a:t>
            </a:r>
            <a:fld id="{F6F39CF2-87E7-FF4A-9C8E-A745CB692DE9}" type="slidenum">
              <a:rPr lang="en-US" sz="1500" b="1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pPr algn="ctr" eaLnBrk="0" hangingPunct="0">
                <a:defRPr/>
              </a:pPr>
              <a:t>‹#›</a:t>
            </a:fld>
            <a:r>
              <a:rPr lang="en-US" sz="1500" b="1" dirty="0">
                <a:solidFill>
                  <a:schemeClr val="tx1"/>
                </a:solidFill>
                <a:latin typeface="VAGRundschriftD" panose="00000500000000000000" pitchFamily="50" charset="0"/>
                <a:ea typeface="+mn-ea"/>
                <a:cs typeface="+mn-cs"/>
              </a:rPr>
              <a:t>)</a:t>
            </a:r>
          </a:p>
        </p:txBody>
      </p:sp>
      <p:cxnSp>
        <p:nvCxnSpPr>
          <p:cNvPr id="13" name="Straight Connector 12"/>
          <p:cNvCxnSpPr>
            <a:cxnSpLocks/>
          </p:cNvCxnSpPr>
          <p:nvPr userDrawn="1"/>
        </p:nvCxnSpPr>
        <p:spPr>
          <a:xfrm>
            <a:off x="1115843" y="888611"/>
            <a:ext cx="10466559" cy="389"/>
          </a:xfrm>
          <a:prstGeom prst="line">
            <a:avLst/>
          </a:prstGeom>
          <a:ln>
            <a:solidFill>
              <a:schemeClr val="tx2"/>
            </a:solidFill>
          </a:ln>
          <a:effectLst>
            <a:glow rad="101600">
              <a:srgbClr val="5F78A2">
                <a:alpha val="75000"/>
              </a:srgbClr>
            </a:glo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3048000" y="908050"/>
            <a:ext cx="8572501" cy="5365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0" rIns="130622" bIns="653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1"/>
          <p:cNvSpPr>
            <a:spLocks noChangeArrowheads="1"/>
          </p:cNvSpPr>
          <p:nvPr userDrawn="1"/>
        </p:nvSpPr>
        <p:spPr bwMode="auto">
          <a:xfrm>
            <a:off x="10871201" y="6248400"/>
            <a:ext cx="1320801" cy="24066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75592" tIns="30237" rIns="75592" bIns="30237">
            <a:prstTxWarp prst="textNoShape">
              <a:avLst/>
            </a:prstTxWarp>
            <a:spAutoFit/>
          </a:bodyPr>
          <a:lstStyle/>
          <a:p>
            <a:pPr algn="r" eaLnBrk="0" hangingPunct="0">
              <a:defRPr/>
            </a:pPr>
            <a:r>
              <a:rPr lang="en-US" sz="1167" b="0" i="0" dirty="0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Garcia, </a:t>
            </a:r>
            <a:r>
              <a:rPr lang="en-US" sz="1167" b="0" i="0" dirty="0" err="1">
                <a:solidFill>
                  <a:schemeClr val="tx1"/>
                </a:solidFill>
                <a:latin typeface="18 VAG Rounded Thin   55390" pitchFamily="2" charset="0"/>
                <a:ea typeface="+mn-ea"/>
                <a:cs typeface="+mn-cs"/>
              </a:rPr>
              <a:t>Nikolić</a:t>
            </a:r>
            <a:endParaRPr lang="en-US" sz="1167" b="0" i="0" dirty="0">
              <a:solidFill>
                <a:schemeClr val="tx1"/>
              </a:solidFill>
              <a:latin typeface="18 VAG Rounded Thin   55390" pitchFamily="2" charset="0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4926C7-7ABA-BC4B-B059-3F085BB916B3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11112283" y="6480099"/>
            <a:ext cx="1079717" cy="377901"/>
          </a:xfrm>
          <a:prstGeom prst="rect">
            <a:avLst/>
          </a:prstGeom>
        </p:spPr>
      </p:pic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117600" y="76200"/>
            <a:ext cx="10502901" cy="762000"/>
          </a:xfrm>
          <a:prstGeom prst="rect">
            <a:avLst/>
          </a:prstGeom>
        </p:spPr>
        <p:txBody>
          <a:bodyPr vert="horz" lIns="130622" tIns="65310" rIns="130622" bIns="6531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73723A-86A7-6746-8062-52657EB054C9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018141" y="6375400"/>
            <a:ext cx="1264675" cy="3894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154BFA1-742A-6040-9A02-17161CC49CF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rcRect/>
          <a:stretch/>
        </p:blipFill>
        <p:spPr>
          <a:xfrm>
            <a:off x="101600" y="762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521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5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267" kern="1200" spc="-119">
          <a:solidFill>
            <a:srgbClr val="E4DDD2"/>
          </a:solidFill>
          <a:latin typeface="18 VAG Rounded Bold   07390"/>
          <a:ea typeface="ＭＳ Ｐゴシック" charset="-128"/>
          <a:cs typeface="AppleGaramond Bd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833">
          <a:solidFill>
            <a:srgbClr val="C1EEFF"/>
          </a:solidFill>
          <a:latin typeface="18 VAG Rounded Bold   07390" charset="0"/>
          <a:ea typeface="ＭＳ Ｐゴシック" charset="-128"/>
          <a:cs typeface="ＭＳ Ｐゴシック" charset="-128"/>
        </a:defRPr>
      </a:lvl5pPr>
      <a:lvl6pPr marL="54424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6pPr>
      <a:lvl7pPr marL="108849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7pPr>
      <a:lvl8pPr marL="1632735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8pPr>
      <a:lvl9pPr marL="2176980" algn="l" rtl="0" fontAlgn="base">
        <a:spcBef>
          <a:spcPct val="0"/>
        </a:spcBef>
        <a:spcAft>
          <a:spcPct val="0"/>
        </a:spcAft>
        <a:defRPr sz="4833" b="1">
          <a:solidFill>
            <a:srgbClr val="C1EEFF"/>
          </a:solidFill>
          <a:latin typeface="Corbel" charset="0"/>
          <a:ea typeface="ＭＳ Ｐゴシック" charset="-128"/>
          <a:cs typeface="ＭＳ Ｐゴシック" charset="-128"/>
        </a:defRPr>
      </a:lvl9pPr>
    </p:titleStyle>
    <p:bodyStyle>
      <a:lvl1pPr marL="489442" indent="-408184" algn="l" rtl="0" eaLnBrk="0" fontAlgn="base" hangingPunct="0">
        <a:spcBef>
          <a:spcPts val="833"/>
        </a:spcBef>
        <a:spcAft>
          <a:spcPct val="0"/>
        </a:spcAft>
        <a:buClr>
          <a:srgbClr val="E4DDD2"/>
        </a:buClr>
        <a:buSzPct val="95000"/>
        <a:buFont typeface="Wingdings" pitchFamily="-1" charset="2"/>
        <a:buChar char=""/>
        <a:defRPr sz="3200" b="0" i="0" kern="1200">
          <a:solidFill>
            <a:schemeClr val="tx1"/>
          </a:solidFill>
          <a:latin typeface="VAG Rundschrift D Light" pitchFamily="2" charset="77"/>
          <a:ea typeface="ＭＳ Ｐゴシック" charset="-128"/>
          <a:cs typeface="VAG Rundschrift D Light" pitchFamily="2" charset="77"/>
        </a:defRPr>
      </a:lvl1pPr>
      <a:lvl2pPr marL="880619" indent="-340153" algn="l" rtl="0" eaLnBrk="0" fontAlgn="base" hangingPunct="0">
        <a:spcBef>
          <a:spcPct val="20000"/>
        </a:spcBef>
        <a:spcAft>
          <a:spcPct val="0"/>
        </a:spcAft>
        <a:buSzPct val="90000"/>
        <a:buFont typeface="Wingdings" pitchFamily="-1" charset="2"/>
        <a:buChar char=""/>
        <a:defRPr sz="2667" b="0" i="0" kern="1200">
          <a:solidFill>
            <a:srgbClr val="C5DBC3"/>
          </a:solidFill>
          <a:latin typeface="VAG Rundschrift D Light" pitchFamily="2" charset="77"/>
          <a:ea typeface="ＭＳ Ｐゴシック" charset="-128"/>
          <a:cs typeface="+mn-cs"/>
        </a:defRPr>
      </a:lvl2pPr>
      <a:lvl3pPr marL="1184868" indent="-272123" algn="l" rtl="0" eaLnBrk="0" fontAlgn="base" hangingPunct="0">
        <a:spcBef>
          <a:spcPct val="20000"/>
        </a:spcBef>
        <a:spcAft>
          <a:spcPct val="0"/>
        </a:spcAft>
        <a:buFont typeface="Wingdings 2" pitchFamily="-1" charset="2"/>
        <a:buChar char=""/>
        <a:defRPr sz="2667" b="0" i="0" kern="1200">
          <a:solidFill>
            <a:srgbClr val="00BEE2"/>
          </a:solidFill>
          <a:latin typeface="VAG Rundschrift D Light" pitchFamily="2" charset="77"/>
          <a:ea typeface="ＭＳ Ｐゴシック" charset="-128"/>
          <a:cs typeface="+mn-cs"/>
        </a:defRPr>
      </a:lvl3pPr>
      <a:lvl4pPr marL="1685519" indent="-457189" algn="l" rtl="0" eaLnBrk="0" fontAlgn="base" hangingPunct="0">
        <a:spcBef>
          <a:spcPct val="20000"/>
        </a:spcBef>
        <a:spcAft>
          <a:spcPct val="0"/>
        </a:spcAft>
        <a:buClr>
          <a:srgbClr val="FFC000"/>
        </a:buClr>
        <a:buFont typeface="Arial" panose="020B0604020202020204" pitchFamily="34" charset="0"/>
        <a:buChar char="•"/>
        <a:defRPr sz="2500" b="0" i="0" kern="1200">
          <a:solidFill>
            <a:srgbClr val="FFC117"/>
          </a:solidFill>
          <a:latin typeface="VAG Rundschrift D Light" pitchFamily="2" charset="77"/>
          <a:ea typeface="ＭＳ Ｐゴシック" charset="-128"/>
          <a:cs typeface="+mn-cs"/>
        </a:defRPr>
      </a:lvl4pPr>
      <a:lvl5pPr marL="1763128" indent="-249446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 2" pitchFamily="-1" charset="2"/>
        <a:buChar char=""/>
        <a:defRPr sz="2400" b="0" i="0" kern="1200">
          <a:solidFill>
            <a:srgbClr val="E4DDD2"/>
          </a:solidFill>
          <a:latin typeface="VAG Rundschrift D Light" pitchFamily="2" charset="77"/>
          <a:ea typeface="ＭＳ Ｐゴシック" charset="-128"/>
          <a:cs typeface="+mn-cs"/>
        </a:defRPr>
      </a:lvl5pPr>
      <a:lvl6pPr marL="2035476" indent="-25035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2264058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7pPr>
      <a:lvl8pPr marL="2492642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8pPr>
      <a:lvl9pPr marL="2721224" indent="-217699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442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8849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3273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7698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72122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6546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80971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35395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roup 510">
            <a:extLst>
              <a:ext uri="{FF2B5EF4-FFF2-40B4-BE49-F238E27FC236}">
                <a16:creationId xmlns:a16="http://schemas.microsoft.com/office/drawing/2014/main" id="{E1B827A5-0028-9266-378B-1E8A84649D9D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18B9E3CB-244B-B006-EE28-B9D50297604E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ACD28E05-C034-31A0-7369-BF7F97090823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146" name="Elbow Connector 145">
                  <a:extLst>
                    <a:ext uri="{FF2B5EF4-FFF2-40B4-BE49-F238E27FC236}">
                      <a16:creationId xmlns:a16="http://schemas.microsoft.com/office/drawing/2014/main" id="{CF508825-405C-994E-41A5-F4028FB01A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D68B8B9B-FC0C-710A-E9F4-A56FFF7BC6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DA1817A4-D0BE-3E1F-AFFF-90B4D8B887D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854E6E3-3276-5CB7-249E-A8D0FB105F3B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FC264CAE-2F6A-F436-D4CA-778648F35A2A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1A730E6D-3012-D2DA-B27B-F65855C31B7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26009D7D-0980-8A2C-1EC1-3B9BDE18B19A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A3C4D1F2-C34C-67FE-8B8A-54F12DD92C2A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8ECFF129-4EF4-A99A-4AC0-678C483BFF59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542881D0-E006-5FD1-06B4-BF7FDE875101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DB1CA216-A44B-94A2-491B-0FE076CC9699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C4CABF1C-C840-9F3E-AB67-F1D6561813BC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E4D1DEAE-7AAB-4FA5-9AC7-CEF254DF6C1E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63182A8-AAC2-5CFD-2ED1-D6AE1F38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dirty="0"/>
              <a:t> Datapath (6/6)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06A984C2-C1BE-5F6D-FBBD-BEB503CEC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50D48F20-2317-959C-0E0D-67B0974EEDE2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4FDE1979-E809-7A50-A64F-A7DC871340D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3F319D4-E9C9-BF79-1D0B-B024CF36D456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EFECB578-3A21-E891-8D71-0213F089D1C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BB69EA9-5AFD-ECF3-6FBC-565768226B6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B7F7F169-A5F4-56F1-6936-D7E5E795DF1A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5C8CA32-3065-E6B7-1BD4-077B2DB839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CC9BC0A6-4DFD-877B-775C-BD92FA021900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CB4FC43-FB1E-DAD9-6933-1031DF7B151C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06C5600C-FF32-7B65-A838-616535BD3D13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205D2502-C217-CFAD-90DA-7224BAC69EC5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795E669-F7FD-51D5-9708-7B3C9BD34CCE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A5D422CF-1692-106D-093A-8F6E171C79D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29E1759E-8C1A-B8F6-C0AE-84288FE3023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1177FA1-F44B-D412-678F-D0996FE371E5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FEB16DF6-43AA-9A5F-FFF9-30CB1A3DA5D6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D9AC5A45-167B-FAFC-8F95-7FB83C097F1E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6BC64DA7-A1B1-1E33-61B5-D83764BAC155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A49D0FB0-BFA2-EDA4-4ABE-999F6FEBA857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67A46396-A71B-E5C3-E2EC-583B4A603C9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2D1A0F8A-F1AA-0736-73BB-5204DAFA85B2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98CA2B2E-5BEF-6E19-FC37-311D08B845B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B01F1A18-F34F-006C-C71D-DCC3DF9FCB76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245940B4-83F7-A371-DDED-84DC79891141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F1F7DB0-6CD9-15D8-A9C7-594A704DE0B1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FE738B2C-2C36-2578-E323-38E7D6FA373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60DDE42-432D-6CCE-975F-C92E5D285C26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C7F68ECD-ACAD-374E-B7B5-00E15FD21DCB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08456E4-D4F5-2EA1-FF19-789AA5C3F8DA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908607ED-5082-B8EB-0CB6-ED344CA1BE73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424B80CA-05F9-1646-30DD-53D39995ABBD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77D15A79-CBAA-3476-E953-9E88EC542CA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0435E35-829A-9B0E-3C1B-8AC96951ACA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38A11AD-8791-608A-0552-C121A94FF645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C66CA67-38E7-34E8-E7FC-AAD1AEB5858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E0A5376-D330-42E2-FB65-5A8544619591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356B3A68-0F26-F67A-1004-D091F831F6E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8C12DBEE-9119-E687-12AE-4F54DD2F914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296AC102-0DC9-9CA8-A46D-84AEF8599F88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C2019ECA-1D43-2798-7640-624AE67C748A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A1D8640-1BD8-BEED-DD26-8BB1044FBB16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27B03F4-4F70-EB67-2FC8-0AEE5100B90D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EECC671-A924-2356-B7DC-DE13636CBDA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A7E8C0-8665-164F-DB94-DAE69967F440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ADA092F-D4E9-20EF-B62D-834B9B1CF63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D784A5C8-32E2-3AA1-3DDB-295CDDAE88B9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2DED7013-C5E9-CBB1-99CD-9964AAD09670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A55CBC4E-3F99-6A1A-ED53-27D7DCB45B96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E192C444-756E-E8CF-390A-6E0B4FE752FD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66292F7A-6202-ABC8-7BBE-EE2DB8DD49CA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19745264-D758-7058-338A-8FE0A2DA62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7E10B256-ADFC-8E2C-6C6F-6E4DBEC36AB1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EC90E192-1621-0F41-7C51-B3D1435DC511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0B84DDB6-BD95-C1CE-FF79-AD196961DC6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D2BD06BC-7A4A-85C8-A85B-E9F3AEAD7C8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F4442EF-7773-4AC3-344F-B93A2F318AB3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00D96AA0-7597-8224-59E9-1D8FB270A8D9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9E730C79-AAC2-7A21-158E-0E25313D56F3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2CC95B9F-5DF4-D7FA-AEA7-3A8533F0CD4C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FD1E69A0-9944-8D40-E6A1-E6D049015EEA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D5574E08-8C14-422C-BD9C-969F4F3B25C2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2E54D0A-9FBB-BD56-7769-DC00BEB2FC6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C1D377E-FE43-1B1D-FCF0-12F1B82B4052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E390CF13-3728-8277-3D3E-B31B8898A532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ABE00C5-6753-0E18-2457-6761BCF0A196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05891022-9DF5-AB96-D32B-08916867D915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B5F21712-74F9-1B1C-C348-211340BF727D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7322C1B-FFBE-A7F0-2BCE-481B27FF43B3}"/>
              </a:ext>
            </a:extLst>
          </p:cNvPr>
          <p:cNvSpPr txBox="1"/>
          <p:nvPr/>
        </p:nvSpPr>
        <p:spPr>
          <a:xfrm>
            <a:off x="7468738" y="1158485"/>
            <a:ext cx="2042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Add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!</a:t>
            </a:r>
            <a:endParaRPr lang="en-US" sz="1800" b="1" dirty="0">
              <a:solidFill>
                <a:schemeClr val="accent1">
                  <a:alpha val="99000"/>
                </a:schemeClr>
              </a:solidFill>
              <a:latin typeface="18 VAG Rounded Bold   07390" pitchFamily="2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97B8F45-783A-ECA8-8A7C-0F8D612BA8C3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EEB7AC3D-F7B5-2878-6B12-AD8895F7842C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DE938227-1E4D-9C95-BFDC-595B19E389B1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50CB0154-72BF-EC38-CA63-C0C6A1FBAE95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5E2B3D3E-7682-F6FD-4010-CC6BCDC1F9BA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1A0214-681F-7409-9A09-701DE5E4ADB9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38BD6DEE-2119-DDDA-ED90-711DC47906FF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57150">
              <a:solidFill>
                <a:schemeClr val="accent2"/>
              </a:solidFill>
              <a:headEnd type="oval" w="sm" len="sm"/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8E35E02-7B31-605D-BC82-D3D2423ACFA8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32504" cy="0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87C2C05C-2DF5-890B-5F14-3C0A3D285CF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rapezoid 27">
            <a:extLst>
              <a:ext uri="{FF2B5EF4-FFF2-40B4-BE49-F238E27FC236}">
                <a16:creationId xmlns:a16="http://schemas.microsoft.com/office/drawing/2014/main" id="{CBB7A598-38A3-6EE9-3137-FA7DCD4BFDE2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23B0CF9-6BE5-CD53-11E0-4B63CB2F3089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8440C0-C4D4-43EC-3E1E-97DFB5400CFF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result to destination register.</a:t>
            </a:r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78306CA0-9DBF-9A49-070E-12105F094FE0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ED5E7B9B-D91D-08D7-26A8-D4B29CAF35F3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D0080F0-D1CF-C989-3CE0-565222553FF4}"/>
              </a:ext>
            </a:extLst>
          </p:cNvPr>
          <p:cNvGrpSpPr/>
          <p:nvPr/>
        </p:nvGrpSpPr>
        <p:grpSpPr>
          <a:xfrm>
            <a:off x="7709119" y="3492839"/>
            <a:ext cx="575756" cy="173786"/>
            <a:chOff x="7709119" y="3492839"/>
            <a:chExt cx="575756" cy="173786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3B403547-8024-D528-BE55-F8D0A72FFA27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366165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2C05D947-D72A-2E3A-1657-E8EFC18B085B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2731F4FB-ACFE-68E1-F31E-1595CDC99DF5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AAFB8A-BF6B-FBC5-BAD8-AC231C90AE2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AA9DB575-D50E-0787-E6E8-42A9B0BE55E1}"/>
              </a:ext>
            </a:extLst>
          </p:cNvPr>
          <p:cNvGrpSpPr/>
          <p:nvPr/>
        </p:nvGrpSpPr>
        <p:grpSpPr>
          <a:xfrm>
            <a:off x="7694555" y="4427043"/>
            <a:ext cx="599285" cy="120728"/>
            <a:chOff x="7694555" y="4427043"/>
            <a:chExt cx="599285" cy="12072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A56F2BA7-89B1-712D-92FD-C552BDDE3D1E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88" y="4427043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BB52F45-54E5-ACE9-7652-44374F13AE97}"/>
                </a:ext>
              </a:extLst>
            </p:cNvPr>
            <p:cNvSpPr/>
            <p:nvPr/>
          </p:nvSpPr>
          <p:spPr>
            <a:xfrm>
              <a:off x="7694555" y="4433106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CC64648A-6D5D-B8CE-4472-D2958316914F}"/>
              </a:ext>
            </a:extLst>
          </p:cNvPr>
          <p:cNvGrpSpPr/>
          <p:nvPr/>
        </p:nvGrpSpPr>
        <p:grpSpPr>
          <a:xfrm>
            <a:off x="3062789" y="3429000"/>
            <a:ext cx="4683140" cy="2108511"/>
            <a:chOff x="3062789" y="3429000"/>
            <a:chExt cx="4683140" cy="210851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AC9280C9-8705-FE31-A29B-92D0A180BEB1}"/>
                </a:ext>
              </a:extLst>
            </p:cNvPr>
            <p:cNvGrpSpPr/>
            <p:nvPr/>
          </p:nvGrpSpPr>
          <p:grpSpPr>
            <a:xfrm>
              <a:off x="3191225" y="3962069"/>
              <a:ext cx="4554704" cy="1575442"/>
              <a:chOff x="3191225" y="3962068"/>
              <a:chExt cx="4554704" cy="1575442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6859A7D4-4B41-753B-AED5-CEF0F7A4A572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927A43FC-A6AE-A936-4E54-5BB5FA7ED24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Elbow Connector 54">
                <a:extLst>
                  <a:ext uri="{FF2B5EF4-FFF2-40B4-BE49-F238E27FC236}">
                    <a16:creationId xmlns:a16="http://schemas.microsoft.com/office/drawing/2014/main" id="{D996A961-72CD-DFEA-01EB-1A7467C251EB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8F2828D2-EC47-DC05-ACC6-4712B8A696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F673E0C-CB34-184C-F312-F95BA0037BBE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29A7A7E1-099C-D965-1DD5-209275019FDD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AC57104-93C2-83D2-A26D-7B18F104DA23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E9D1D0FA-0375-E15C-8EA7-5ABCE99296D5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0867C412-2F83-0487-A345-D1D5EF87AD48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86" name="Elbow Connector 185">
                    <a:extLst>
                      <a:ext uri="{FF2B5EF4-FFF2-40B4-BE49-F238E27FC236}">
                        <a16:creationId xmlns:a16="http://schemas.microsoft.com/office/drawing/2014/main" id="{8AD08C62-00DE-0245-758D-876DB7A08F6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Arrow Connector 186">
                    <a:extLst>
                      <a:ext uri="{FF2B5EF4-FFF2-40B4-BE49-F238E27FC236}">
                        <a16:creationId xmlns:a16="http://schemas.microsoft.com/office/drawing/2014/main" id="{72228489-5A0B-F9E7-0477-D0CD9F359D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Group 187">
                    <a:extLst>
                      <a:ext uri="{FF2B5EF4-FFF2-40B4-BE49-F238E27FC236}">
                        <a16:creationId xmlns:a16="http://schemas.microsoft.com/office/drawing/2014/main" id="{89890168-31F1-634C-726D-6E4F5FDA9197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91" name="Elbow Connector 190">
                      <a:extLst>
                        <a:ext uri="{FF2B5EF4-FFF2-40B4-BE49-F238E27FC236}">
                          <a16:creationId xmlns:a16="http://schemas.microsoft.com/office/drawing/2014/main" id="{A2BDD8B9-F354-3CF1-F118-6E2C9A0216B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Straight Connector 255">
                      <a:extLst>
                        <a:ext uri="{FF2B5EF4-FFF2-40B4-BE49-F238E27FC236}">
                          <a16:creationId xmlns:a16="http://schemas.microsoft.com/office/drawing/2014/main" id="{2A033013-748E-BAAB-EE60-BBFDA8CFFF0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3EC0AE04-3662-F208-DBD5-B160CBC2F69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Elbow Connector 189">
                    <a:extLst>
                      <a:ext uri="{FF2B5EF4-FFF2-40B4-BE49-F238E27FC236}">
                        <a16:creationId xmlns:a16="http://schemas.microsoft.com/office/drawing/2014/main" id="{72616E5B-41D5-1CC0-F052-1C10498D15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737617F3-A494-7F4C-35BB-EDC832D4EA2E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AF8FF394-17DA-F32D-2465-0303BAECD2D8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accent2"/>
                  </a:solidFill>
                  <a:latin typeface="18 VAG Rounded Light   02390" pitchFamily="2" charset="0"/>
                </a:endParaRPr>
              </a:p>
            </p:txBody>
          </p: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50DF4B95-0892-575C-1A48-4C5BA0CFF6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1A49667-0EB6-6D29-7049-E2B096D6A526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80CE1A0-9074-E400-7BB4-53A7B592BCA4}"/>
              </a:ext>
            </a:extLst>
          </p:cNvPr>
          <p:cNvGrpSpPr/>
          <p:nvPr/>
        </p:nvGrpSpPr>
        <p:grpSpPr>
          <a:xfrm>
            <a:off x="3772163" y="2375192"/>
            <a:ext cx="7370064" cy="1050473"/>
            <a:chOff x="3772163" y="2375192"/>
            <a:chExt cx="7370064" cy="105047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83D1FC1-E260-2A73-4A51-131AEFFF04A5}"/>
                </a:ext>
              </a:extLst>
            </p:cNvPr>
            <p:cNvGrpSpPr/>
            <p:nvPr/>
          </p:nvGrpSpPr>
          <p:grpSpPr>
            <a:xfrm>
              <a:off x="3772163" y="2375192"/>
              <a:ext cx="7370064" cy="1031999"/>
              <a:chOff x="3772163" y="2375192"/>
              <a:chExt cx="7370064" cy="1031999"/>
            </a:xfrm>
            <a:effectLst>
              <a:glow rad="101600">
                <a:srgbClr val="011223">
                  <a:alpha val="75938"/>
                </a:srgbClr>
              </a:glow>
            </a:effectLst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4A62AA1F-4EB6-EB82-B7F9-4A4C62D116EE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A553723-E6AC-9D35-BAA2-6466BA75AD31}"/>
                  </a:ext>
                </a:extLst>
              </p:cNvPr>
              <p:cNvCxnSpPr/>
              <p:nvPr/>
            </p:nvCxnSpPr>
            <p:spPr>
              <a:xfrm>
                <a:off x="3772163" y="2384802"/>
                <a:ext cx="7370064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Elbow Connector 19">
                <a:extLst>
                  <a:ext uri="{FF2B5EF4-FFF2-40B4-BE49-F238E27FC236}">
                    <a16:creationId xmlns:a16="http://schemas.microsoft.com/office/drawing/2014/main" id="{066B0775-AD78-A1B4-E1E0-B1F24D02CC9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17058" y="2375192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60177967-83B4-560F-3957-8606A12161C4}"/>
                </a:ext>
              </a:extLst>
            </p:cNvPr>
            <p:cNvSpPr/>
            <p:nvPr/>
          </p:nvSpPr>
          <p:spPr>
            <a:xfrm>
              <a:off x="10485120" y="3403600"/>
              <a:ext cx="416560" cy="22065"/>
            </a:xfrm>
            <a:custGeom>
              <a:avLst/>
              <a:gdLst>
                <a:gd name="connsiteX0" fmla="*/ 0 w 416560"/>
                <a:gd name="connsiteY0" fmla="*/ 10160 h 22065"/>
                <a:gd name="connsiteX1" fmla="*/ 264160 w 416560"/>
                <a:gd name="connsiteY1" fmla="*/ 10160 h 22065"/>
                <a:gd name="connsiteX2" fmla="*/ 365760 w 416560"/>
                <a:gd name="connsiteY2" fmla="*/ 20320 h 22065"/>
                <a:gd name="connsiteX3" fmla="*/ 416560 w 416560"/>
                <a:gd name="connsiteY3" fmla="*/ 0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560" h="22065">
                  <a:moveTo>
                    <a:pt x="0" y="10160"/>
                  </a:moveTo>
                  <a:cubicBezTo>
                    <a:pt x="133935" y="36947"/>
                    <a:pt x="-21356" y="10160"/>
                    <a:pt x="264160" y="10160"/>
                  </a:cubicBezTo>
                  <a:cubicBezTo>
                    <a:pt x="298196" y="10160"/>
                    <a:pt x="331893" y="16933"/>
                    <a:pt x="365760" y="20320"/>
                  </a:cubicBezTo>
                  <a:cubicBezTo>
                    <a:pt x="411046" y="8998"/>
                    <a:pt x="396526" y="20034"/>
                    <a:pt x="416560" y="0"/>
                  </a:cubicBez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05464E1-F139-E00C-D99E-CCA4D3BAD982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CD7D030-6A30-295C-3E50-EEE396292DF0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B4FC401-F400-CBE8-0BEF-057E5B725F90}"/>
              </a:ext>
            </a:extLst>
          </p:cNvPr>
          <p:cNvSpPr txBox="1"/>
          <p:nvPr/>
        </p:nvSpPr>
        <p:spPr>
          <a:xfrm>
            <a:off x="1240668" y="6480818"/>
            <a:ext cx="4092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(unselected data lines omitted from lighting)</a:t>
            </a:r>
          </a:p>
        </p:txBody>
      </p: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9C65BEA1-CE8F-C95C-050D-C2D3F778FD20}"/>
              </a:ext>
            </a:extLst>
          </p:cNvPr>
          <p:cNvGrpSpPr/>
          <p:nvPr/>
        </p:nvGrpSpPr>
        <p:grpSpPr>
          <a:xfrm>
            <a:off x="451516" y="5516420"/>
            <a:ext cx="10447307" cy="565283"/>
            <a:chOff x="451516" y="5516420"/>
            <a:chExt cx="10447307" cy="565283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2000C3DB-EA0F-B383-7B78-CA219CC6DBC8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0D0C1867-1FFD-F311-31BB-7C2A4E3DB4AD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0C50DC52-0F5B-A5D9-9E37-1B1B86911C65}"/>
                </a:ext>
              </a:extLst>
            </p:cNvPr>
            <p:cNvSpPr txBox="1"/>
            <p:nvPr/>
          </p:nvSpPr>
          <p:spPr>
            <a:xfrm>
              <a:off x="451516" y="5552421"/>
              <a:ext cx="1199367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not taken(0)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10C17E1C-2723-F6B2-97E8-4F2AA237F5BD}"/>
                </a:ext>
              </a:extLst>
            </p:cNvPr>
            <p:cNvSpPr txBox="1"/>
            <p:nvPr/>
          </p:nvSpPr>
          <p:spPr>
            <a:xfrm>
              <a:off x="4062897" y="5543912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U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66660797-1C09-0D4D-9492-EA1715187C9D}"/>
                </a:ext>
              </a:extLst>
            </p:cNvPr>
            <p:cNvSpPr txBox="1"/>
            <p:nvPr/>
          </p:nvSpPr>
          <p:spPr>
            <a:xfrm>
              <a:off x="5333604" y="5546001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67289C38-C319-F43A-8D81-5206A22E3BF4}"/>
                </a:ext>
              </a:extLst>
            </p:cNvPr>
            <p:cNvSpPr txBox="1"/>
            <p:nvPr/>
          </p:nvSpPr>
          <p:spPr>
            <a:xfrm>
              <a:off x="6409181" y="5547570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ADDC12E8-EF0E-44BA-0F21-4C3B08ACB47C}"/>
                </a:ext>
              </a:extLst>
            </p:cNvPr>
            <p:cNvSpPr txBox="1"/>
            <p:nvPr/>
          </p:nvSpPr>
          <p:spPr>
            <a:xfrm>
              <a:off x="7558332" y="5516420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B18CA9D7-172B-E7B2-1C54-6F561B06E959}"/>
                </a:ext>
              </a:extLst>
            </p:cNvPr>
            <p:cNvSpPr txBox="1"/>
            <p:nvPr/>
          </p:nvSpPr>
          <p:spPr>
            <a:xfrm>
              <a:off x="10252492" y="5549046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B389A4B5-F4D8-40A3-E8B9-2B1347344EB5}"/>
                </a:ext>
              </a:extLst>
            </p:cNvPr>
            <p:cNvSpPr txBox="1"/>
            <p:nvPr/>
          </p:nvSpPr>
          <p:spPr>
            <a:xfrm>
              <a:off x="9285659" y="5547570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20260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/>
      <p:bldP spid="37" grpId="0"/>
      <p:bldP spid="38" grpId="0"/>
      <p:bldP spid="23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3D119-1ABF-637D-BB2C-001C825AD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roup 510">
            <a:extLst>
              <a:ext uri="{FF2B5EF4-FFF2-40B4-BE49-F238E27FC236}">
                <a16:creationId xmlns:a16="http://schemas.microsoft.com/office/drawing/2014/main" id="{D2EF9A16-872B-E3D9-D864-79F8179C909D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66D17D00-809C-EB90-FC1F-775062185A49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8D7DDEF6-EC2E-5E77-F35C-8026AB016521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146" name="Elbow Connector 145">
                  <a:extLst>
                    <a:ext uri="{FF2B5EF4-FFF2-40B4-BE49-F238E27FC236}">
                      <a16:creationId xmlns:a16="http://schemas.microsoft.com/office/drawing/2014/main" id="{EA0F19A5-2442-4DCB-1ABD-909B14FAE8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EC6E6D22-EAC9-BB18-F784-3AC5FE6552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9AA9A8B7-A575-7F63-FE37-A9448030EAE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6CC556CA-E507-54B5-267D-46117F3EAC81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9EDA0769-EFDC-785D-7645-DA06A5E10E60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0D31F1C0-8D03-C5DF-D9DC-25F181D7F5F5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10D6B7AE-B6EC-EAF9-8E51-7946B39B60C9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DAE70E2F-ECF0-B3CE-E7BD-C7F780F6E599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95731971-0816-FDD0-9756-AFE9E364825E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C5F4D51F-A8B4-DCDF-757A-1299575E40AE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46FC27A0-3691-0514-78A0-824E6D458D4B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6A0D6C40-AEA3-4565-3655-6FA948FDE0E5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3F78B08F-69A9-AC98-0A04-C5403BE427D3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427807-599D-1C88-4D34-0039B814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dirty="0"/>
              <a:t> Datapath (1/6)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7D22487F-2925-39CE-0650-5C08C1C6C0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2A61986E-3E9C-9DC2-FA88-6DDCC784ABAC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C1A12A7A-BDB4-9215-61A3-BBEF7745C073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EFA0ABCA-BA4B-89D8-0E6E-1388010C9A6A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CF57AF33-E277-31B0-A96F-982B035E86A8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09EF39A2-F35D-4CC4-EBFA-74FE4B28B19B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13A9E9BF-E1DE-A335-93F1-39D776CE5C48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3BF960F9-6336-783F-9E32-A028871A8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80291F76-1428-9B53-17A7-9C5BF692F07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FA2652AB-6588-FB51-70B3-52309CEAD86E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74453A12-2904-6430-3CE4-3C20E22897CF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F6AB5F9A-5B8C-5788-383D-F5E8A67DBFBC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65D3103B-F194-300A-1B5D-64805A0A965A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E9DDF88-96D5-C1B6-BB5C-3D815A7551B6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B2B07D4D-6CFA-8645-73B3-EB169BB7F2D1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A9F4580D-8E50-B191-36E7-3F8EB9081E39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911ABCFA-7255-77F1-6F8F-78524729F2EA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E4E517BC-8E8A-BB30-4748-48E1B2F936B0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F228932-64EF-7102-A00D-915323B4D67D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B762BF70-6A81-BC39-7392-63015418A6F3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249A0917-0F47-901B-F72B-73142310638F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9E533017-7F68-B350-BFFE-27BE42E99DCD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F8BCB2BD-FCC9-0DCD-568D-12227B3739AA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5FFD6193-62F6-8BDF-03EA-8A4ACC17234A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A1FE7BC3-9C6B-D2A3-AEFF-172C1081DC38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FF5E48DC-80F6-A816-E1DD-4329F1D7473D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5797F955-641B-0947-822B-971F20254F08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BE783FAA-FE01-57FA-2E1F-F654967DDF35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8223BAAD-53DB-1A3D-B80F-5F863B5E0C45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529773C3-9455-F302-AA65-FAE2AF27EF3B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EAA675D9-9EB7-8EAF-B929-0528CDC5739D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5A93EBC1-FA95-69BB-F8F8-BA7D8B1F7044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4407340A-CE0F-0EE3-143C-7B63E6AACA30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D7BE735B-A74E-224D-88B1-E16E6B862AF1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41EFF7D-4CB0-77ED-D8CF-AC9CFC099073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A134E31-F44F-90F0-6E52-F5E4AE620BBD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D2C8096C-F264-F3E6-BB8A-8B8E7A3B4BC0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CB8F90D5-69D0-EC05-4B75-00D56AE9AA11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61BED8D5-9E58-D8BD-0628-28502DFACE60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0DA20DC4-FD92-43B1-B47B-0D83E1EDA94F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9A0CE8C6-2B7C-ECC2-63FB-F7C496C33B4C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CF263-1C66-F66B-C552-62D1F32C206A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46B36E8-ED84-46CF-40DD-85B50C473345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8A6D0DC-1B5E-4794-56FC-80111B85363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41111BD-B187-BEC1-591D-48286AF66AD9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81282C83-A14A-7687-606D-E190FFCC91AB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CFC7787F-BCB5-4BB3-B814-37528A9517AB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4216DA5C-111E-5936-03B8-D53122C0DBA6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8AEEE546-D61D-0058-8995-E2D632FC339E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21C77371-959D-51AD-1D22-4A5BBDA85905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222078DA-B58B-0CAC-6566-2A0A0C6BF977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70F31229-2763-74FB-26B2-ACF4FD0D365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12D6902C-2046-C245-9E99-4500909F7CF5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8ADF115C-71B1-F828-1E39-37877775BC30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D255CF81-9B17-56E7-BFC9-E89CB2D7E76E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87C0198F-F66D-8E6B-DA08-CB47B12EA10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25EF66EC-CCFA-62EE-0A40-65EA0F21F106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21421722-D477-5E13-BC5D-68EFB157441C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B8A3CDC6-435B-62FB-14D6-9A988310BC39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97547A3A-6F5B-7DF3-9DD8-5DB54ADB8C2F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210C5C2-99DF-0531-C9BC-A5B318997DA6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F47F335-3EBB-1F4D-91D8-7828AE95EAE7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165860FD-8C1B-A479-BDAB-1F09C2315E1A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A6461B19-D3D9-56E7-6BBA-F49429718C2B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8E3641E8-8893-8F1B-C3A9-8B9B6011FA2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DCD9561-EA0E-EBCF-AF92-BAFAF7C2F56B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7789340F-E7F1-DD00-3018-A1860C0C8157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6D192D98-1E29-F5FD-B9D9-069898C5CBB3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39FB1233-BD1C-7F85-3AA5-0D5DF6187FC1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060D7277-2DF4-071C-5BC7-1B5B808E32C2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44DF8290-BB11-B0D6-A52F-6AFD4307B7E6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F22F7D11-FDD2-4E8E-069E-CACEC5E67263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4FAA6C87-09F1-F208-2B90-54754112CBA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sp>
        <p:nvSpPr>
          <p:cNvPr id="28" name="Trapezoid 27">
            <a:extLst>
              <a:ext uri="{FF2B5EF4-FFF2-40B4-BE49-F238E27FC236}">
                <a16:creationId xmlns:a16="http://schemas.microsoft.com/office/drawing/2014/main" id="{86A9A508-188C-DD22-2A11-9FA81CA6F1F2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0FE29D43-E598-479B-18EE-4CF5827CC08F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33FBFB3B-F871-93B0-1607-F8AB20485D6F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9F35E5-475F-A8AD-9ABE-09C71E6B48B4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52AF6-8D0E-D818-A147-48DBF9D4F87F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BBB990-833D-CB41-1ED3-2EB8FAA50998}"/>
              </a:ext>
            </a:extLst>
          </p:cNvPr>
          <p:cNvSpPr txBox="1"/>
          <p:nvPr/>
        </p:nvSpPr>
        <p:spPr>
          <a:xfrm>
            <a:off x="1240668" y="6480818"/>
            <a:ext cx="4092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(unselected data lines omitted from lighting)</a:t>
            </a:r>
          </a:p>
        </p:txBody>
      </p:sp>
    </p:spTree>
    <p:extLst>
      <p:ext uri="{BB962C8B-B14F-4D97-AF65-F5344CB8AC3E}">
        <p14:creationId xmlns:p14="http://schemas.microsoft.com/office/powerpoint/2010/main" val="1190341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D95D3-7CA1-2806-44D5-596EE09F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roup 510">
            <a:extLst>
              <a:ext uri="{FF2B5EF4-FFF2-40B4-BE49-F238E27FC236}">
                <a16:creationId xmlns:a16="http://schemas.microsoft.com/office/drawing/2014/main" id="{32CDA9ED-6BB3-8D38-AC64-4EEE8C1582E3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8003C338-55A8-E964-8645-92F847867A5B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9C8DBA86-5CFA-EA24-56E7-0FB1E9E2BF5F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146" name="Elbow Connector 145">
                  <a:extLst>
                    <a:ext uri="{FF2B5EF4-FFF2-40B4-BE49-F238E27FC236}">
                      <a16:creationId xmlns:a16="http://schemas.microsoft.com/office/drawing/2014/main" id="{099F926D-1A4D-5DC0-5F6F-EC71F40C2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0485A5E5-9275-B791-E2B1-83E1EA2DA9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F49A94AC-B680-1BE5-44D7-55AC8865F18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C1DDF69-7D96-A663-D925-279CB6D0FDB7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7B30B573-96C3-0051-FEE3-B33035C696D8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6A216041-88BA-B41C-F603-E02CAA0F622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B14F21C9-30CE-194D-FD0D-2C6FE6824EBA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3811CBFF-A69A-DB64-EA20-B16A6299F0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537EDCE3-3A09-9261-ADE8-72592954AD1A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B8DC1D02-CF26-6400-C341-EB876D541C25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0C1E25F8-42D3-F0B1-54AD-9390F72C1F63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D2F6470D-53AA-88BD-E927-8035AC4D1984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82CA0653-82B5-C0E2-EAAD-42240ABAF92F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7B5F0DD-B6BE-91B3-3588-C834C5963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dirty="0"/>
              <a:t> Datapath (2/6)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6BC9BB07-0463-3108-2BD7-178222378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604E396B-C9B7-F047-15DA-1B98C72958E0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38CAA962-778B-7149-D3DF-DB4FF9C32D40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02F6FAC9-0859-1697-4CD0-DA8AB1B479BE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338DD925-9C40-42F1-211F-8C9AE1354F33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7B1C434E-092E-B732-8716-F78964C93B8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6D4184EF-F97B-91B4-0566-4D998C87F401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66645A9F-97F0-143E-2D92-BBBDA35177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92E03B33-7080-F0F1-B48F-8C48C223C929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81D03B5A-608C-8B58-1957-B4F07C547A19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D26D1539-4044-96FE-D682-294F76517F38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06180F85-36B5-718C-9EA2-8ED653EB28CD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955EC1B3-08E6-809A-0BF2-31F5E6011332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FAE3E6B2-61C9-B388-962B-B12E0746A728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F029AA6F-A326-697A-9C91-CB95C188901A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306B74E7-D3AC-8A9D-26D8-2D5DC52939C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8EE64E0-6C7A-06C5-D043-A9B82E4B0B95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6F31A197-96B7-BFB2-9256-BCE58DED752D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46A2739A-2A9B-156E-FA7D-EB28F1E96B33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E41B11A4-532A-B392-3584-DBDA3D91D479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9885381F-A666-09F0-FA7A-16236C319ED6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E0452326-51E1-7418-779C-8497C663058C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55A129C3-E89F-0E9F-C33B-775C8A5311E4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1C04CA1C-6C8F-4C96-F99F-AB4975F1D34F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061A59C6-DAD8-6D65-B259-151FD76A0295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65C21ECD-9E30-D3FA-4AF5-FE92D5823EF7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CFFFA242-BEE2-7980-0C43-779BEB7C5274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F1AC5ABD-4ED6-0585-6AA2-ADB773BFE13E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10F4519C-82F9-5960-A949-B17361EF144F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BE6794A0-78DF-847B-9E1D-25EDC7AB63D6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AA55BFC0-70EA-B52F-C932-4633410BBD1F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B4C64EE6-AC86-C7DD-5075-016A9465B643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B8E5BE04-4853-01D9-7068-4F95EC9CF38D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CF564FFB-D813-A48B-3589-E6303C63AFA6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F25378A0-A488-7F53-836D-BA165DE9A0C7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D46E94DC-E171-6BE2-582E-E4FD54987DCB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3CDD41B1-1278-99D9-A9D9-BFC64410A816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7B41A35-B8E9-B37F-05C0-BC383C358789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018FE0BB-73E6-0A5D-A26B-AE009B3BC18D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ABC5B77E-05B8-513B-8822-62B1B0668495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E0DD1F3A-DEE7-55B4-F270-05E7B6D68A6E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EDEE36-89A1-4732-1C16-4F1D84891C7D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9479C14-E48E-B0E3-0462-FC5ADE553FF9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614A346-10B6-A020-F1C7-F9FED41E60EB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98FEA90-D514-8683-9218-C8CCC076B0C8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27AACE64-82E9-050E-FEAD-3148ABC7875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EADFA85A-79A6-6224-B48E-46385D3BCC4E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11594350-3A2D-1468-7017-E0AC51D49099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0E18815B-3DF5-BFC7-DA3C-AC634F47ED47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FCDC039F-5002-C618-423B-281D340F71C0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08EFDEA1-4D78-AC0C-775A-BFABA85C4A85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54F8F218-B3DE-5D62-053B-36FBC1AF3F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768EA98E-50CA-34BB-A0BC-BB9E7F7B70BD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7DFE144D-CE07-787E-7DC6-21BDD3A9A814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B5F54435-A679-E798-9361-689A4B2C68E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EEE1EDBA-734A-A51F-F5E2-62345ABB19A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F972A3E9-85C9-F898-062C-E057A8DDE032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AE1EE1E1-02E2-E334-FD2E-EB46CE9EB0EA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B0EC6981-814E-5A3A-46C7-6A6BB0D581FF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66AA7F86-50C5-55A3-C99B-7BA95DC77BA5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05ED0FD-0673-871E-9DBE-B168F7C10DED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F7CE372-EFD4-BD0A-FE04-BF54163178F0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B9254A4B-DCFA-65AF-C10B-0034C885D5DD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1CF1589D-B9A3-6E65-3A2C-BB9B528C3AA5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9521972C-519D-8D81-4861-D62556E14A0F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51AB737-BA05-04CE-F8D5-06E1825D3016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812C6DB5-682C-4B3C-769B-DA8CB27C13E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F1C97575-E81E-AC04-D5C0-AA7AA7D6DA04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C0BF50CE-D853-9374-E2BB-D97E85AD0F6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AEC85ECC-762E-BBAA-3503-5E54BED140B3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434F31DB-528D-314E-67A2-86E7FBDD747A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8A95AF75-B94D-D44A-AF14-E848AD14CE0B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F926BA32-8D3E-D558-1243-63BD80370619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F8AECD4-3D3E-A15E-2841-9E6879A94AE9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E02FD0BB-59A9-73B7-791B-D84BE6220055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57150">
              <a:solidFill>
                <a:schemeClr val="accent2"/>
              </a:solidFill>
              <a:headEnd type="oval" w="sm" len="sm"/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B6502F1-9B9A-BA11-4A0F-319F5370E5C3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32504" cy="0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353C83C8-A610-7A05-794C-DCB51D3F00C0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rapezoid 27">
            <a:extLst>
              <a:ext uri="{FF2B5EF4-FFF2-40B4-BE49-F238E27FC236}">
                <a16:creationId xmlns:a16="http://schemas.microsoft.com/office/drawing/2014/main" id="{239F2F24-C809-1F7E-9AAB-965E681E7589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DD4DA74-85AE-111E-467B-F1F73B0A55AA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AC1DE877-9F66-7A49-6554-0B678CF84041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266FBB0C-BA92-812F-8B9C-F34E894D1384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01031-499F-8F6F-17FD-C76025011ECB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235430F-C961-F546-B02D-A727E16B37B5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B50B1206-32FF-BEB7-E968-2DB9A6CA40B6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00A7E9F9-9646-9ADD-3B50-4D6E7C429062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9E716F3E-C6B3-27A5-3CA9-175A9A866581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E6B01246-B1F3-42A2-5AD6-AA896B75B340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86" name="Elbow Connector 185">
                    <a:extLst>
                      <a:ext uri="{FF2B5EF4-FFF2-40B4-BE49-F238E27FC236}">
                        <a16:creationId xmlns:a16="http://schemas.microsoft.com/office/drawing/2014/main" id="{F5C3CB95-EB8E-36A2-9F71-9FB9129560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Arrow Connector 186">
                    <a:extLst>
                      <a:ext uri="{FF2B5EF4-FFF2-40B4-BE49-F238E27FC236}">
                        <a16:creationId xmlns:a16="http://schemas.microsoft.com/office/drawing/2014/main" id="{853F3334-0B74-4275-3E53-774C4A7D52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Group 187">
                    <a:extLst>
                      <a:ext uri="{FF2B5EF4-FFF2-40B4-BE49-F238E27FC236}">
                        <a16:creationId xmlns:a16="http://schemas.microsoft.com/office/drawing/2014/main" id="{9C487216-B39A-E9BB-AE9C-193EEE291285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91" name="Elbow Connector 190">
                      <a:extLst>
                        <a:ext uri="{FF2B5EF4-FFF2-40B4-BE49-F238E27FC236}">
                          <a16:creationId xmlns:a16="http://schemas.microsoft.com/office/drawing/2014/main" id="{90BF5A92-4887-2AE8-8BDC-35B5757E10D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Straight Connector 255">
                      <a:extLst>
                        <a:ext uri="{FF2B5EF4-FFF2-40B4-BE49-F238E27FC236}">
                          <a16:creationId xmlns:a16="http://schemas.microsoft.com/office/drawing/2014/main" id="{B7D94296-CDFB-0463-A35B-E6D23589D8F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61C38807-E32F-91FD-B4A5-A202824AFB0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Elbow Connector 189">
                    <a:extLst>
                      <a:ext uri="{FF2B5EF4-FFF2-40B4-BE49-F238E27FC236}">
                        <a16:creationId xmlns:a16="http://schemas.microsoft.com/office/drawing/2014/main" id="{1D2DFA8C-99CB-5670-59E7-4BFDC471CA8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C0676129-6B20-E1EC-EC11-0E4CED22267B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4411645-6AED-5694-DF9D-72F98EC83DA6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accent2"/>
                  </a:solidFill>
                  <a:latin typeface="18 VAG Rounded Light   02390" pitchFamily="2" charset="0"/>
                </a:endParaRPr>
              </a:p>
            </p:txBody>
          </p: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A63844EA-727E-9B7F-120F-32DEDBEDFE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2DC2F04-16B5-5A3E-B24A-666253477695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9C06F4-0A53-137F-6E81-3DB6DB1CE2ED}"/>
              </a:ext>
            </a:extLst>
          </p:cNvPr>
          <p:cNvSpPr txBox="1"/>
          <p:nvPr/>
        </p:nvSpPr>
        <p:spPr>
          <a:xfrm>
            <a:off x="1240668" y="6480818"/>
            <a:ext cx="4092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(unselected data lines omitted from lighting)</a:t>
            </a:r>
          </a:p>
        </p:txBody>
      </p:sp>
    </p:spTree>
    <p:extLst>
      <p:ext uri="{BB962C8B-B14F-4D97-AF65-F5344CB8AC3E}">
        <p14:creationId xmlns:p14="http://schemas.microsoft.com/office/powerpoint/2010/main" val="358590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14F04-428B-7E93-B262-239D3A28F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roup 510">
            <a:extLst>
              <a:ext uri="{FF2B5EF4-FFF2-40B4-BE49-F238E27FC236}">
                <a16:creationId xmlns:a16="http://schemas.microsoft.com/office/drawing/2014/main" id="{42E0395F-FE78-01DA-79F7-0B956B53AF99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532FAB30-7BE6-D382-74D3-FE8564D1DF84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D277F564-DEC4-E819-4D6A-EE0C6488BA12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146" name="Elbow Connector 145">
                  <a:extLst>
                    <a:ext uri="{FF2B5EF4-FFF2-40B4-BE49-F238E27FC236}">
                      <a16:creationId xmlns:a16="http://schemas.microsoft.com/office/drawing/2014/main" id="{525FB64F-1036-712F-AF81-81EC243A01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EBA3223A-1D6F-7F56-7EC2-511D39058B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5A3F7D6C-8449-55AE-1023-6F563C4137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AF1B3456-FBBD-29A9-E927-2126CA80245A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B0DFD35F-4E96-6946-2CE2-9F981D905334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7609BB34-A95F-39A3-D0D3-7BE122D066D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4BA8E5C6-5684-3E83-9D2C-41548AABFDC4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ADBF8FD0-BE33-9CF6-AA59-2E6AB4892F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854E6ADC-C16C-27E9-F2E2-D25B69C3A9C7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BB4CA911-94D2-08C7-E9F6-7DBBEDAB6B0B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FDE66733-FCC4-AD61-16AF-BCE99610DD1E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97E2B9F-C2FF-6B7E-7DB7-FAFEB14DD209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A1596AA3-B77D-AB6F-9B37-332EBD0C2EB8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891EA7B-ACAE-5D6B-52C4-100A69017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dirty="0"/>
              <a:t> Datapath (3/6)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4A059D6C-2C2B-1BB7-1BFA-EBAB1158008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46595019-0878-1368-D3EF-98C6E80247BF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0F9C63EE-BEE9-DB23-848F-29D25397F0C3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CEFDDCBC-091D-5FB1-FB23-392B15266923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75B4B7CB-3026-7BE8-EE42-E8CB588E2E32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B9D4D99C-04D5-211E-89F4-4D165369AE21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24A023E3-0EB5-4157-BB58-57BE9612E749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12093DB-5CF1-4847-34E9-76AA5BB083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E5262070-6848-89E7-BB88-21248F07DABC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6814015-0DC0-65B9-0EE6-52BDC9EF1091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5485B808-4F6B-022A-4158-DCA80D0D30CC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B1B26D07-ACFE-8832-8BF2-D5550414C3B4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0A813083-D756-0170-F611-66B405A2313F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D6833BA2-2764-9DC3-2ED9-B5C98E0831ED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549AD2CC-1018-1C85-8F9C-0F2CD95211E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F8D419F1-A280-7C3D-725D-EEA918815890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168863AD-389C-AB63-F0BD-0DED7CB8B25E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8E2215CC-79FC-83FF-7D02-BF946E117791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AA4D9E75-7053-3750-E982-65CD569F6915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8259A27B-DD1C-3031-C701-3B34B2487A7C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81CAC3ED-6737-BF80-EE7C-81D49473E939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45289D93-8587-60F4-85D6-3E8E7119F4B6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736EB425-6247-39F2-2FB8-D181FA591B8D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AF96CECC-FE15-E9BD-1254-EE25410BD0B8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447D26AF-E283-9995-4CAB-33352E91C9BA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5336F560-4081-4158-B765-0061D1B2450B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F32EF6B8-187F-EC35-98C2-88136A6C6D6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6D86458D-3359-735D-ADEE-68081C638BD7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AF33C65E-071E-B791-EF4F-67A4BE5A2A24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11E7AAA2-3667-07D9-A0D9-F4910F58803D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F975CACB-1029-B1E6-5FAD-4158CE7CE6D7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93152F68-6EB9-5463-5C8C-984ED323512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F12C3F3-D7EF-D5D5-58E1-F233A975AA7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23AB6065-C56E-6773-6EC2-0C7975F35BDF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DBB35BAD-6E7B-D09E-88BD-6AF5AC9DACC4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7F0FFCC-A52B-E8C3-7857-B9D5E58F6253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6B8651DD-A747-DD93-A364-68F510AD9830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3ECF858B-1CCD-8B23-1731-3057CA9B32D3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B1E4B5F5-0FEC-A959-9A87-B387880813C1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4DC6B8E6-2849-17EB-93BC-E614D28D83DA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8E6BCC66-26E4-8920-8367-1CD5458F549B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C8CF71-0FED-339D-F339-48FA5D3ACC7C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3AD500-EBEC-B6E6-3F90-E529B1A7C956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6489C33-42E3-F37E-8C9B-AA0BF6793378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C60D1A5-F073-3552-C120-FC204F9C66FE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83231E8-D6D8-F0AD-0504-41FB055EB4E9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42A6C335-E0E3-3F37-4CEA-CDCF163675C2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49D65264-C11B-B7CD-BA33-8A4A6C5164E6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20D8130A-640C-ACEE-0189-25270E04AC2A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EAF8E8DA-A833-616E-7B86-412719B99E21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4DC14824-A5C8-2292-0FE0-4CE2DAC468A3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AD902382-09E4-9DAD-8A67-F82F6CE701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9ACA218E-94A3-89C8-2626-45AA340537F3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382F1183-0C33-91EA-91E1-0AC1E23B36BB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E5ABFE9E-BD4A-B22D-924E-F27BC1EB4BFA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018F9774-107A-E8E4-AF74-FB27BE478C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787C027D-7C18-F0A9-645C-83FF1ACA156E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804C425A-CE13-A074-0A9E-14D6447C4B97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ED42C7DB-E381-91D3-7241-4A15F420477E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BD62546-3EAB-7A4E-96D6-1826F2881973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0D9E46DA-65B2-4FC6-47F4-F1ABE722E3CB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CBE4829E-E4FE-826A-E452-A878AE3E5167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4CB8FA1C-5DF8-78E3-D82E-CA9C2FEA3292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CB89885-C0E2-7B35-3177-D0ACD676D3D2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F3EDC591-699F-D79F-DF23-F86D97CF77C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0C47366-884E-8865-C4F2-E75D6E89C3CA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C33FD190-6D25-477A-E799-F37D66027A7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0C762E22-000D-5594-3E0E-4D058F45F7A7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BC3A48AC-4DED-AF4F-0782-DA08DFD9B52D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3C1D5D73-683E-E0BA-6F6A-4283FDBD9850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A4E71536-D4E9-A137-F669-DD71BAA728FB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492E7C2F-731C-2056-EB13-9D7885EC1E61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968F417-B59D-0661-8113-3795F06F3967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51E477-C653-E941-2F23-2728D01405C1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7E0EACCF-D22A-F67A-35B9-C94D0AFB4FE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57150">
              <a:solidFill>
                <a:schemeClr val="accent2"/>
              </a:solidFill>
              <a:headEnd type="oval" w="sm" len="sm"/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DA08DD8-2755-C4DB-3D67-ADAFBB8D7EA9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32504" cy="0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2A948326-AA81-700B-653F-AA8755D15DC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rapezoid 27">
            <a:extLst>
              <a:ext uri="{FF2B5EF4-FFF2-40B4-BE49-F238E27FC236}">
                <a16:creationId xmlns:a16="http://schemas.microsoft.com/office/drawing/2014/main" id="{F0CFBEAF-DE90-E21C-50C4-D40AC637274E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95224D-BA06-DE22-5FEE-F3189A818DBD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09134FE4-A842-06B6-8EE4-0FA9E27C86BC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BEAB3B77-6CB9-ED18-D18D-54BB6B38B2F1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63FFD-C7AD-36EB-BCF1-1B02F10DBEDF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E1714393-CBCC-2AE0-55BF-640926531C80}"/>
              </a:ext>
            </a:extLst>
          </p:cNvPr>
          <p:cNvGrpSpPr/>
          <p:nvPr/>
        </p:nvGrpSpPr>
        <p:grpSpPr>
          <a:xfrm>
            <a:off x="3062789" y="3429000"/>
            <a:ext cx="4683140" cy="2108511"/>
            <a:chOff x="3062789" y="3429000"/>
            <a:chExt cx="4683140" cy="210851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CA05219-C6B5-29D4-4726-43262B8DDC11}"/>
                </a:ext>
              </a:extLst>
            </p:cNvPr>
            <p:cNvGrpSpPr/>
            <p:nvPr/>
          </p:nvGrpSpPr>
          <p:grpSpPr>
            <a:xfrm>
              <a:off x="3191225" y="3962069"/>
              <a:ext cx="4554704" cy="1575442"/>
              <a:chOff x="3191225" y="3962068"/>
              <a:chExt cx="4554704" cy="1575442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1BD59B56-5B8B-17FD-3684-F0B5FB83073E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A2ECD99A-AE76-0AEE-6775-10533825700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Elbow Connector 54">
                <a:extLst>
                  <a:ext uri="{FF2B5EF4-FFF2-40B4-BE49-F238E27FC236}">
                    <a16:creationId xmlns:a16="http://schemas.microsoft.com/office/drawing/2014/main" id="{8BDC7A2E-985C-696C-3364-754AD203ED3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9DF251FB-6B4F-CC6C-7668-AD492F97FD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51CC367B-CC35-2DAE-D220-F25446091F91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9DE70CD-C794-C9FA-327F-C014A383236F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F5FA2233-F280-9C98-E71E-27D87F53CE8E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19E676CA-6164-8E0B-2BB7-414A0985AD8E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9F1FDB67-DECE-DDCB-9FFF-032F0264888E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86" name="Elbow Connector 185">
                    <a:extLst>
                      <a:ext uri="{FF2B5EF4-FFF2-40B4-BE49-F238E27FC236}">
                        <a16:creationId xmlns:a16="http://schemas.microsoft.com/office/drawing/2014/main" id="{24627C0E-6FE5-E09C-AD86-8C05F2D3CBB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Arrow Connector 186">
                    <a:extLst>
                      <a:ext uri="{FF2B5EF4-FFF2-40B4-BE49-F238E27FC236}">
                        <a16:creationId xmlns:a16="http://schemas.microsoft.com/office/drawing/2014/main" id="{B5E805CE-4D05-AE05-A7D7-2EB0050B6C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Group 187">
                    <a:extLst>
                      <a:ext uri="{FF2B5EF4-FFF2-40B4-BE49-F238E27FC236}">
                        <a16:creationId xmlns:a16="http://schemas.microsoft.com/office/drawing/2014/main" id="{DBB1E269-3317-9BFF-9071-A559C5A312D1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91" name="Elbow Connector 190">
                      <a:extLst>
                        <a:ext uri="{FF2B5EF4-FFF2-40B4-BE49-F238E27FC236}">
                          <a16:creationId xmlns:a16="http://schemas.microsoft.com/office/drawing/2014/main" id="{2C69C4CC-63D3-C44D-5A0B-DC630A385A4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Straight Connector 255">
                      <a:extLst>
                        <a:ext uri="{FF2B5EF4-FFF2-40B4-BE49-F238E27FC236}">
                          <a16:creationId xmlns:a16="http://schemas.microsoft.com/office/drawing/2014/main" id="{EA982724-235A-4EBD-074C-CC3385E1F5B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700BE23B-5DA4-1390-CCDF-24CC50C9D34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Elbow Connector 189">
                    <a:extLst>
                      <a:ext uri="{FF2B5EF4-FFF2-40B4-BE49-F238E27FC236}">
                        <a16:creationId xmlns:a16="http://schemas.microsoft.com/office/drawing/2014/main" id="{B2E0FA1B-8A0C-2860-B345-C233BEA2398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C2EEA5F8-23E4-D5DA-9EF5-A856371C5272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909AF116-CD16-17DD-621C-E84C8A42AE4C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accent2"/>
                  </a:solidFill>
                  <a:latin typeface="18 VAG Rounded Light   02390" pitchFamily="2" charset="0"/>
                </a:endParaRPr>
              </a:p>
            </p:txBody>
          </p: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28296717-6036-D9CF-9F22-BCE3757EB8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BC55C8A-1EA1-FC1F-564B-D39DF73F0EB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A6C741-F3F6-4538-A52F-18A370B7DD9A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5F3022-37D1-DDB8-6A07-2E3AD773B851}"/>
              </a:ext>
            </a:extLst>
          </p:cNvPr>
          <p:cNvSpPr txBox="1"/>
          <p:nvPr/>
        </p:nvSpPr>
        <p:spPr>
          <a:xfrm>
            <a:off x="1240668" y="6480818"/>
            <a:ext cx="4092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(unselected data lines omitted from lighting)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88298-6A18-404C-B322-4935A0971337}"/>
              </a:ext>
            </a:extLst>
          </p:cNvPr>
          <p:cNvSpPr txBox="1"/>
          <p:nvPr/>
        </p:nvSpPr>
        <p:spPr>
          <a:xfrm>
            <a:off x="4062897" y="5543912"/>
            <a:ext cx="817853" cy="5136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600" dirty="0" err="1">
                <a:solidFill>
                  <a:schemeClr val="accent3"/>
                </a:solidFill>
                <a:latin typeface="18 VAG Rounded Light   02390" pitchFamily="2" charset="0"/>
              </a:rPr>
              <a:t>ImmSel</a:t>
            </a:r>
            <a:endParaRPr lang="en-US" sz="1600" dirty="0">
              <a:solidFill>
                <a:schemeClr val="accent3"/>
              </a:solidFill>
              <a:latin typeface="18 VAG Rounded Light   02390" pitchFamily="2" charset="0"/>
            </a:endParaRPr>
          </a:p>
          <a:p>
            <a:pPr algn="ctr">
              <a:lnSpc>
                <a:spcPct val="85000"/>
              </a:lnSpc>
            </a:pPr>
            <a:r>
              <a:rPr lang="en-US" sz="1600" dirty="0">
                <a:solidFill>
                  <a:schemeClr val="accent5"/>
                </a:solidFill>
                <a:latin typeface="18 VAG Rounded Light   02390" pitchFamily="2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3644348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81CD7-A7C0-5E30-9ABC-1F17953F3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roup 510">
            <a:extLst>
              <a:ext uri="{FF2B5EF4-FFF2-40B4-BE49-F238E27FC236}">
                <a16:creationId xmlns:a16="http://schemas.microsoft.com/office/drawing/2014/main" id="{4D4A05FB-570F-43B0-6EAB-AA9D0A60C97C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BE01E715-7AAB-6C4C-8E2D-FB8145F6CB8B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C5EF0A3C-2129-73B2-E9D4-228F3B57D40D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146" name="Elbow Connector 145">
                  <a:extLst>
                    <a:ext uri="{FF2B5EF4-FFF2-40B4-BE49-F238E27FC236}">
                      <a16:creationId xmlns:a16="http://schemas.microsoft.com/office/drawing/2014/main" id="{671D52A8-46E9-64E0-E976-65ED1E7DC0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52DDD064-E48D-4E76-5A80-D235C6294E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D9A738C2-4A08-9F8A-22D1-913EBD5D5B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7999DF05-A549-EC32-E589-48AB27ED763B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2EC3207D-806E-E2F8-F4EF-AC79CB23FBB5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D255C9F1-6A10-34A3-A750-7BF912F7DB2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3515957C-5477-D921-547D-67D34EBBF9F5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08AC0812-5E67-E650-58F4-31770BCF2F3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27443F5A-A5A7-FDEB-9251-B90085FE288E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9E7AE83A-A893-6DB7-C16D-1D655384045B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C7174150-301F-DDC4-0106-739AA53FA68D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41935778-B2AC-935D-96DE-F1F5943B4004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92A17EC7-6503-899D-B66C-EFC0BE0A1F41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BA4AAE43-B0C1-7316-E3E1-1B0B4B9E8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dirty="0"/>
              <a:t> Datapath (4/6)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38CD91DD-F842-504C-C555-9AD4ADD93C3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A513378C-E512-5373-01CD-1643A4730451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293DF2C2-2A18-3A85-1809-D768BF27504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F9503C48-3DDF-7C7E-3834-C3A20BF23BFD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0DB5B67D-B45E-3550-EBEF-21DA20CB1D09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E4630E1D-E227-93B9-66C3-E7B550B6DA76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D0335D7A-78A7-656F-EE60-19B81F88FFAD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A609D7BB-EC8A-41DD-83F4-763638478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DA7F8BC1-1FDD-766B-D958-3CCEA17126EA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F20937B-11DF-250F-A26A-B1087C4180C7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A4A00B46-6268-BBCA-B6C6-B513C99E1AC5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A1477AEA-A8B8-EE63-603B-D2ED709E35B9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69E5BAD2-C928-83AB-1E1C-DA88144D18B0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6C8D73B3-83CB-ECDB-41C8-C720E74B8A7A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C48DC9B0-6B73-4ACD-BF8D-6ECE566386E8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D21EF302-D4F6-6968-5937-DF28AECA5076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4599C019-01B6-CBC3-3539-4169419A005F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93E3D5BD-4227-04A0-AEAD-32203116BEFC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D5FC571F-1056-9C5F-F188-358E697BA7AB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6CC28A5-AEF9-E8F7-B747-E9795B8A9151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C3FBDA1A-E653-941B-F212-D3FD93E0C970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5D58BE15-1653-E989-7EEB-F94ACBE1CFBD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9E649FCE-EB02-C292-5BE8-4943554DCE00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73303D15-BFA9-14F0-32CD-40FE5D44D2D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193B993A-2B75-850F-DA8E-E0A98EBAEF26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D3BD79A4-C0BE-4886-143C-2BFCAA1C2716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0EB9C36-3AB1-FD6D-9E75-E787331F80E3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C566B5B5-D20E-7F87-0902-01F1057D72E0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A43F358C-4510-1D80-DBE1-079D5C8F8021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D0601DBF-FC9D-5743-FB71-1A5558B47250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2CFA88B7-E535-4690-ED09-AD686F18CE4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0FE44F45-A2A7-0A78-463D-44089DEC59F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9392DCCB-2C19-96A5-3428-C9F1A35C1F2C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72284A49-AC66-2A0E-0C21-FB89E1A754D8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71E87EE5-F2A8-A82A-7EF7-1921C5FDDE0B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479E18EB-BAF6-C1B9-F8C4-1BE764A750B2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9AD3B6BC-E6E3-2474-EAE1-FDBB06250086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63E3BACB-EADE-9E7D-0DD7-1527C5486586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3D46D102-8F33-0165-D85C-971A6D95F6E7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69C0F3BF-43AD-AC88-8F89-0DE3D858D292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AB4E15C2-347F-58A6-37E6-D95D79305190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6A5405-C7A2-B4E2-0A47-737256708201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EFE1C96-B59C-DB7E-F840-EA1531530124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50C71C0-35D5-FBDB-4E82-934356FA5C7F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D0BDC32-18FB-4C9B-193C-38FD7B2812A9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B56F85DB-77B0-FB31-8BC4-0BEFF4C566C0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B519669E-95DA-A47B-0460-E463A26265A9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92D73FF9-F245-951A-32B7-54E150D6D607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DE94C0FC-6E89-149F-3C40-04530C7435CD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B85A3606-D1B0-8339-3369-EDD875E20EFB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1D3BA45B-6FF5-102D-6BBD-CABCEFC9ED9B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1757E218-64C1-BF0B-F492-FA38454729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A7DBB3A8-860D-3E80-9A21-46E38C099EB1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4EA4143-4511-4381-2CDB-B252D06E0265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547110BF-C8B5-57BA-0F6C-1EAC0F00E15B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1CDB7294-17BB-50A8-9C4B-0959B1689A8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5A4579E7-74E6-4D71-B3EF-7BE3027DD14C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F77CD3DB-E1BB-094F-F046-824B44E53183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5446FE2E-6417-7001-D94D-1B07D4A04591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D0549244-938E-9B1F-C652-D1F2F42F10AA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B578D21-4495-78C2-8FA5-1DE753EE8AE1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A6160B6A-811A-0BEB-03B8-DBF85C6CBEAF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E555300F-8AF8-4DBE-D6F9-249A3A4D1D5E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7C4F0447-6B44-C7F8-53E7-F6CC2833F627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B1D4C50E-C46B-24E8-A587-CCE8A9278CC5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F6A8C2DB-AE0E-B655-6F9D-CA0826C551E8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B5F31740-E987-BDF4-2896-E829A19CC284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E2B2C494-C0C9-CAD3-5E97-F3BEA3BEF7F3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F5A1696-4F54-A3D6-C63D-2C8597D01C57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96537922-0887-6F77-3055-C50BE6497379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7742C98E-A5E7-C3E9-F213-93AC47BD5607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32450AC1-120B-39F0-8358-DB53C0B324DF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25DCE1B3-B557-641D-906C-43AACCF6E2DE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07C326-8724-AB56-6EA4-99EE11067C1C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6F8F7CBF-D3B7-13D9-5866-44CA6E8D5DEC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57150">
              <a:solidFill>
                <a:schemeClr val="accent2"/>
              </a:solidFill>
              <a:headEnd type="oval" w="sm" len="sm"/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65D09F-324E-F358-4B22-CF119B8EAE3B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32504" cy="0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75FA46FD-D25D-C42D-E1BA-F982DC6B4EEA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rapezoid 27">
            <a:extLst>
              <a:ext uri="{FF2B5EF4-FFF2-40B4-BE49-F238E27FC236}">
                <a16:creationId xmlns:a16="http://schemas.microsoft.com/office/drawing/2014/main" id="{9083866F-E2FF-5F65-B1C4-EFA192A0186C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E808CD-EC73-B4EA-ABAD-33344F699577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60D2D4BB-7E21-FBFD-B1E4-0DEC5EA2E36C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E6EA8AF0-FDF6-9D34-1718-3FD22897F53A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58B03-A3CB-9B4B-F7DF-841A26EA654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4951AE07-FAA7-4610-CB61-7CADA63E3DC1}"/>
              </a:ext>
            </a:extLst>
          </p:cNvPr>
          <p:cNvGrpSpPr/>
          <p:nvPr/>
        </p:nvGrpSpPr>
        <p:grpSpPr>
          <a:xfrm>
            <a:off x="3062789" y="3429000"/>
            <a:ext cx="4683140" cy="2108511"/>
            <a:chOff x="3062789" y="3429000"/>
            <a:chExt cx="4683140" cy="210851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1AC3A516-056E-B15A-B292-474298BC1E7A}"/>
                </a:ext>
              </a:extLst>
            </p:cNvPr>
            <p:cNvGrpSpPr/>
            <p:nvPr/>
          </p:nvGrpSpPr>
          <p:grpSpPr>
            <a:xfrm>
              <a:off x="3191225" y="3962069"/>
              <a:ext cx="4554704" cy="1575442"/>
              <a:chOff x="3191225" y="3962068"/>
              <a:chExt cx="4554704" cy="1575442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823E93FD-341A-2887-EBCF-8EBE3A9A9057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431C7604-9460-0BAE-A107-0CE70B45170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Elbow Connector 54">
                <a:extLst>
                  <a:ext uri="{FF2B5EF4-FFF2-40B4-BE49-F238E27FC236}">
                    <a16:creationId xmlns:a16="http://schemas.microsoft.com/office/drawing/2014/main" id="{93AEF559-DCCA-808F-39A4-510DC8E1A08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92E40760-EECF-6E1E-7B21-C98D2BCC33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2FA30899-120B-5FA8-00AD-43F8041B2632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5C1646C8-FBF6-28EF-8272-7FC8718BCA53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2A62CA1-C467-C6A1-6ED6-524F5D1BF537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8588B14D-D22A-5EC7-67AE-467441B2C8AB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BAAA788E-BAE4-12C3-87B4-C0F3D0FC49D2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86" name="Elbow Connector 185">
                    <a:extLst>
                      <a:ext uri="{FF2B5EF4-FFF2-40B4-BE49-F238E27FC236}">
                        <a16:creationId xmlns:a16="http://schemas.microsoft.com/office/drawing/2014/main" id="{7535CD8B-EF35-8C54-C6DD-A3993929EDE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Arrow Connector 186">
                    <a:extLst>
                      <a:ext uri="{FF2B5EF4-FFF2-40B4-BE49-F238E27FC236}">
                        <a16:creationId xmlns:a16="http://schemas.microsoft.com/office/drawing/2014/main" id="{3A4F7D2E-D38C-BCD6-3345-2C78081EB5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Group 187">
                    <a:extLst>
                      <a:ext uri="{FF2B5EF4-FFF2-40B4-BE49-F238E27FC236}">
                        <a16:creationId xmlns:a16="http://schemas.microsoft.com/office/drawing/2014/main" id="{3E8C5F1D-4870-0982-7A13-80F82CFC5100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91" name="Elbow Connector 190">
                      <a:extLst>
                        <a:ext uri="{FF2B5EF4-FFF2-40B4-BE49-F238E27FC236}">
                          <a16:creationId xmlns:a16="http://schemas.microsoft.com/office/drawing/2014/main" id="{E1FEDF79-4848-9B55-8489-500CFDDC982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Straight Connector 255">
                      <a:extLst>
                        <a:ext uri="{FF2B5EF4-FFF2-40B4-BE49-F238E27FC236}">
                          <a16:creationId xmlns:a16="http://schemas.microsoft.com/office/drawing/2014/main" id="{5278242F-EAF1-D955-D0A2-C2F19FB28C9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87683E71-3BCB-A109-2127-DA9AD84E6CD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Elbow Connector 189">
                    <a:extLst>
                      <a:ext uri="{FF2B5EF4-FFF2-40B4-BE49-F238E27FC236}">
                        <a16:creationId xmlns:a16="http://schemas.microsoft.com/office/drawing/2014/main" id="{67FE2B3B-1F51-48DD-593B-1D45FB78A2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5330B771-2CD8-D76F-B137-CFEB42809E48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EA86A5BD-D3D0-A330-3DCE-95CD62A739BB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accent2"/>
                  </a:solidFill>
                  <a:latin typeface="18 VAG Rounded Light   02390" pitchFamily="2" charset="0"/>
                </a:endParaRPr>
              </a:p>
            </p:txBody>
          </p: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023C4C4F-1FB3-6293-C36B-FDFBE8600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6FB28E6-8358-4485-C733-B66D9921BFB8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A8A88C-AB6F-1A7C-0598-03542557BF2B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91FE2C-CAAB-DC04-3F2D-F56D83941B4F}"/>
              </a:ext>
            </a:extLst>
          </p:cNvPr>
          <p:cNvSpPr txBox="1"/>
          <p:nvPr/>
        </p:nvSpPr>
        <p:spPr>
          <a:xfrm>
            <a:off x="1240668" y="6480818"/>
            <a:ext cx="4092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(unselected data lines omitted from lighting)</a:t>
            </a:r>
          </a:p>
        </p:txBody>
      </p: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63D31394-E529-3514-B5CC-F99E148AC556}"/>
              </a:ext>
            </a:extLst>
          </p:cNvPr>
          <p:cNvGrpSpPr/>
          <p:nvPr/>
        </p:nvGrpSpPr>
        <p:grpSpPr>
          <a:xfrm>
            <a:off x="451516" y="5516420"/>
            <a:ext cx="10447307" cy="565283"/>
            <a:chOff x="451516" y="5516420"/>
            <a:chExt cx="10447307" cy="565283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0E66771-E5BC-9D12-626E-37806A55878C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3FE6D90-F8A4-D3E2-09D1-93DB07EECFFB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2F56BD51-3D78-C167-4E1D-0421DBC29C33}"/>
                </a:ext>
              </a:extLst>
            </p:cNvPr>
            <p:cNvSpPr txBox="1"/>
            <p:nvPr/>
          </p:nvSpPr>
          <p:spPr>
            <a:xfrm>
              <a:off x="451516" y="5552421"/>
              <a:ext cx="1199367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not taken(0)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FCF5EEA1-3951-FC13-2FD5-0610C914479E}"/>
                </a:ext>
              </a:extLst>
            </p:cNvPr>
            <p:cNvSpPr txBox="1"/>
            <p:nvPr/>
          </p:nvSpPr>
          <p:spPr>
            <a:xfrm>
              <a:off x="4062897" y="5543912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U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B26029A2-BC76-6092-CE7B-9FD880DDB7C3}"/>
                </a:ext>
              </a:extLst>
            </p:cNvPr>
            <p:cNvSpPr txBox="1"/>
            <p:nvPr/>
          </p:nvSpPr>
          <p:spPr>
            <a:xfrm>
              <a:off x="5333604" y="5546001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1436679C-2D98-8B64-AFA6-77972CEBD972}"/>
                </a:ext>
              </a:extLst>
            </p:cNvPr>
            <p:cNvSpPr txBox="1"/>
            <p:nvPr/>
          </p:nvSpPr>
          <p:spPr>
            <a:xfrm>
              <a:off x="6409181" y="5547570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7F990A36-9391-4AAF-3839-A8F796B48A45}"/>
                </a:ext>
              </a:extLst>
            </p:cNvPr>
            <p:cNvSpPr txBox="1"/>
            <p:nvPr/>
          </p:nvSpPr>
          <p:spPr>
            <a:xfrm>
              <a:off x="7558332" y="5516420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B14F508B-DFFC-E36A-2C49-C1329D9CC5DF}"/>
                </a:ext>
              </a:extLst>
            </p:cNvPr>
            <p:cNvSpPr txBox="1"/>
            <p:nvPr/>
          </p:nvSpPr>
          <p:spPr>
            <a:xfrm>
              <a:off x="10252492" y="5549046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BF57B70A-255D-0C87-1233-F8BDA836AD9F}"/>
                </a:ext>
              </a:extLst>
            </p:cNvPr>
            <p:cNvSpPr txBox="1"/>
            <p:nvPr/>
          </p:nvSpPr>
          <p:spPr>
            <a:xfrm>
              <a:off x="9285659" y="5547570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3754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5748C-0664-10B1-BC66-39D0A882B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roup 510">
            <a:extLst>
              <a:ext uri="{FF2B5EF4-FFF2-40B4-BE49-F238E27FC236}">
                <a16:creationId xmlns:a16="http://schemas.microsoft.com/office/drawing/2014/main" id="{1C1D3DB1-D0D8-6170-DE67-A6400E336C72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D10FCDF0-CF77-A020-BF1C-0E1CA0AC88E7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CFC8AC2F-79A5-C87A-E4F8-5ECF841A998B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146" name="Elbow Connector 145">
                  <a:extLst>
                    <a:ext uri="{FF2B5EF4-FFF2-40B4-BE49-F238E27FC236}">
                      <a16:creationId xmlns:a16="http://schemas.microsoft.com/office/drawing/2014/main" id="{3089311F-0FA9-4C14-000A-185B8BFA66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C1B04E91-63CC-7D90-714A-09D594469A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399F8ACD-3CA3-9A87-F189-58EA4612052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587293B-772C-F63E-FB95-15827689BADE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4DFE0B7A-20AA-9B75-DC8A-5A56579F500E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8C8D6FEF-5100-35DF-28BD-44CBE3A87D8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52503BEE-8FBC-B8A3-0DCE-4102B00E21E4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6113FC41-C20C-AEB3-5E8C-761F8A559B4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1A136FCD-2EFB-B01E-1332-6972A0CE25E5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14B8E117-14EB-8B15-C657-21FDAEEFFB76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B407533C-D3ED-1078-7BFE-5337951949E7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11CF9AFA-502D-B0FA-B104-C0A20103B1F8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5064AFE-C2FA-97E0-B94C-78C82417C00F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F276547-889C-5B3F-E52F-89512850D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dirty="0"/>
              <a:t> Datapath (5/6)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4A4B2F24-373F-BE0A-5FF5-F598CEBBB224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0D6337A7-3E05-719C-D5A4-3038689ED73A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7A59A0EA-BCEB-1898-0F75-EAD3F3E48B17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DC0A843B-9185-0382-DF29-1924F05A80DD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151556EB-B543-24D8-695B-E159ECDC8095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1C40053F-0AE1-9C63-0C03-54B51513CAE4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91C35AE3-5730-7250-70E1-9D16609832F6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C3EAA9FD-D3E1-C97C-2429-0899EA0F5D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7C63F773-32B5-5ADB-333B-391A1715E55A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4E638DC0-55B2-B6D8-D682-FD22C2060EB2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81CAADCA-DAAF-9558-16E6-65E372E12ED1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BF512116-E4FB-666B-E6D0-C828437F427A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3407F9F-60E8-9B48-AAE5-D16BE2D6CA9F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56A5C971-D1A6-A0C7-727F-783B5BFD0A78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7526F52A-357C-EB1D-511A-F3A63FEA82BD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80583B82-B584-ECAD-F75C-B7B78D832D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1E0DBC2D-67FC-0F17-74D6-9F8DAEAA2D0B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FB87C462-2CBB-2253-58A8-10B5728C0B05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049DB63-4B3C-E85C-AEA5-3BEA489D90A8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9B79420E-B6D3-25C4-C06D-8EE66BEFAC06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1AC138AA-EC67-B588-CD7F-4A5026D1B884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55E7E33B-446F-31CB-0FDF-BAC483F0F69F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0D2BFA81-B8D3-8BC5-F572-854F2F90A0AD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6C7E9CD1-2AEA-B57F-82A2-0B9AB4A497E2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5F8BCDE1-B755-2938-3AF7-CECCE9E3888F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48657FE2-76C1-0EBE-0F67-8ECEC0127025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8D3FF906-4148-7CAB-6B95-6CE3FC622B5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DCE2025C-2826-2D55-9B15-E6CC4F69B6AB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B522076D-8A71-B8AA-D709-983F5B3E9990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9AD173B0-7D46-8315-1D7D-60E85B63A371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35CD52EE-17B1-D14B-E42A-D85A0E45CD91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C01ACE72-9889-B6D3-CD64-960941DA94E7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E814E573-55C8-62AD-4DBC-0367EB1EA664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35564065-0993-016C-2954-078D36387BF8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A281EFCB-576A-24F0-1F42-7C7455EFE500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E1CBFC42-0CEF-80EC-8EA2-C18005F71716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E7C4E08D-C97E-8855-61EA-0919782BB7F8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23511C91-EB87-A74B-46BA-FFD48C9A033B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7C916D91-D94F-1A53-417D-21362D338DAA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1B5F34DA-5586-54AE-33E0-7550CEB2B6AE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4EE402BF-07DA-4EA1-1D19-868C0BA65241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6A9962-4A21-8B54-71D1-CEBC8014C89D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18B1B9A-8F07-9EA3-1FF8-E69278501B28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90DCB6F-4B39-A1C3-8A01-DD7A9449D615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95370D-9423-33F0-C3D4-59FB099E622F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927010FD-6FD4-9436-ADEA-CB6DDD9A18CF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7E878DC2-8309-FDCE-EC30-8020E551779A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C2BCE55A-7607-BA03-2589-000CB01CC7CE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DF8608F0-ADFF-A64C-7843-F2B7F075BEC6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E52F02DF-C36C-ED37-4E3F-6C0BDBE5D964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BF360A07-4113-881A-F908-2575C9B7347E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7E4DE259-97E3-36D7-3BE3-AC26034478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69259442-FB9C-1B04-C5B4-F1B7C88F53EF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C961F529-4AF9-F953-0850-F132DE57CFB5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0B15B228-54ED-9D6B-3F78-9F8795432470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0AD76AD7-C74F-482D-20B6-DCC6A236131D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6CB22C15-5306-D4B0-FEDE-BD5F33DA0BEE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A1898D9A-D183-7E7C-3EFE-AAFC5548B4AE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337F25B7-E8F4-B290-6F75-6705413328E1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304BA8FA-B525-61FC-CC80-B65FBE68D01E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E8191D5-F544-FC73-8F97-D6FDD67AA16D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B9E7326-7005-BEA2-6CB8-9C03128039B3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2C9CA1EA-753E-E28C-DE63-38D12AC88EFB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4BF5229C-FB25-252B-17BE-033FD5F021B1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3715C5AE-E32E-1BAD-1EB8-4630329A0C1E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77FC35A-AB94-B560-FBCC-DE9E362102A2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D9947FEA-2F66-1A5B-1BE5-2A92BEF1E84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276B92D0-CF1A-ED14-B310-AD0FD7F9CBB4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C7770E4-64AA-DB23-0291-95DFFE51AE73}"/>
              </a:ext>
            </a:extLst>
          </p:cNvPr>
          <p:cNvSpPr txBox="1"/>
          <p:nvPr/>
        </p:nvSpPr>
        <p:spPr>
          <a:xfrm>
            <a:off x="7468738" y="1158485"/>
            <a:ext cx="2042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Add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!</a:t>
            </a:r>
            <a:endParaRPr lang="en-US" sz="1800" b="1" dirty="0">
              <a:solidFill>
                <a:schemeClr val="accent1">
                  <a:alpha val="99000"/>
                </a:schemeClr>
              </a:solidFill>
              <a:latin typeface="18 VAG Rounded Bold   07390" pitchFamily="2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241B99B-1119-13AC-35E7-4442A7F78972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EE04FCE-C6AE-0D3F-5460-E8FB01130884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EBAABA58-AFE0-C6EC-5296-F88B673EC7AE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7CDBA998-2F90-BE6C-7D02-EAC81992E424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C669E735-97BE-D096-95D1-38820A53BB36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C5FBB6F-A57B-DD22-79A1-4C4CA793858A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6A3B1163-0105-54A7-E06A-BA0DF4F80657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57150">
              <a:solidFill>
                <a:schemeClr val="accent2"/>
              </a:solidFill>
              <a:headEnd type="oval" w="sm" len="sm"/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6781EF7-D576-C4A3-76EA-D6A355C7BFF4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32504" cy="0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3E33373A-A4F6-DD9F-D76A-62C63F5B031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rapezoid 27">
            <a:extLst>
              <a:ext uri="{FF2B5EF4-FFF2-40B4-BE49-F238E27FC236}">
                <a16:creationId xmlns:a16="http://schemas.microsoft.com/office/drawing/2014/main" id="{2F4912BA-AF24-B7CC-B0E2-D823B138C3D0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C9CE82E-49F8-65A8-506D-B91880933B2C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ADB6C026-E9A6-59F8-B9EA-D8D7156690CE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F60C9BCC-0329-8D8C-08BD-F4A36543CC28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3CA5D8A-2F14-D099-F1B3-B42553A3FB47}"/>
              </a:ext>
            </a:extLst>
          </p:cNvPr>
          <p:cNvGrpSpPr/>
          <p:nvPr/>
        </p:nvGrpSpPr>
        <p:grpSpPr>
          <a:xfrm>
            <a:off x="7709119" y="3492839"/>
            <a:ext cx="575756" cy="173786"/>
            <a:chOff x="7709119" y="3492839"/>
            <a:chExt cx="575756" cy="173786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0559892-DCF9-82C9-4B15-81470C21EFF8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366165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E4C8C292-F134-1948-465C-F5C5A8C6B5AA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AA804854-FE7E-49E8-4FC8-D89AF4EA739D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6D729C-686B-1E86-CA3F-9C8F2A151AB7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75C0A7BA-1008-687A-BB89-02CF24BE2258}"/>
              </a:ext>
            </a:extLst>
          </p:cNvPr>
          <p:cNvGrpSpPr/>
          <p:nvPr/>
        </p:nvGrpSpPr>
        <p:grpSpPr>
          <a:xfrm>
            <a:off x="7694555" y="4427043"/>
            <a:ext cx="599285" cy="120728"/>
            <a:chOff x="7694555" y="4427043"/>
            <a:chExt cx="599285" cy="12072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DE67CF4A-F7D7-AADA-0DCC-AB695B2D48F5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88" y="4427043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1E4E1EB6-F3CE-E9C0-1B75-130B85611E43}"/>
                </a:ext>
              </a:extLst>
            </p:cNvPr>
            <p:cNvSpPr/>
            <p:nvPr/>
          </p:nvSpPr>
          <p:spPr>
            <a:xfrm>
              <a:off x="7694555" y="4433106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9126D10E-DB13-189F-32ED-D26870322194}"/>
              </a:ext>
            </a:extLst>
          </p:cNvPr>
          <p:cNvGrpSpPr/>
          <p:nvPr/>
        </p:nvGrpSpPr>
        <p:grpSpPr>
          <a:xfrm>
            <a:off x="3062789" y="3429000"/>
            <a:ext cx="4683140" cy="2108511"/>
            <a:chOff x="3062789" y="3429000"/>
            <a:chExt cx="4683140" cy="210851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82A7CDAB-90D7-2D74-1FB7-DB0093A9CA44}"/>
                </a:ext>
              </a:extLst>
            </p:cNvPr>
            <p:cNvGrpSpPr/>
            <p:nvPr/>
          </p:nvGrpSpPr>
          <p:grpSpPr>
            <a:xfrm>
              <a:off x="3191225" y="3962069"/>
              <a:ext cx="4554704" cy="1575442"/>
              <a:chOff x="3191225" y="3962068"/>
              <a:chExt cx="4554704" cy="1575442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53436421-2CA6-7537-620B-8AC3297751D5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519BCE38-7EDC-B327-9964-CDF70121129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Elbow Connector 54">
                <a:extLst>
                  <a:ext uri="{FF2B5EF4-FFF2-40B4-BE49-F238E27FC236}">
                    <a16:creationId xmlns:a16="http://schemas.microsoft.com/office/drawing/2014/main" id="{03BF881F-AA3A-A07A-E359-9EE4DDE01C0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50B103DD-6F4F-2E1B-284E-0006338412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810B0AE-7789-DBA5-03F5-BC9626E929DF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0888CFE9-1323-DB77-877D-32ACA9C0AC73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18DABB96-CEC4-DCE9-1E22-FEBA44CE8C7E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7D121508-B5F4-1580-BABB-4CFCCE0580B1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87793408-DB05-B538-CBD1-895478169496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86" name="Elbow Connector 185">
                    <a:extLst>
                      <a:ext uri="{FF2B5EF4-FFF2-40B4-BE49-F238E27FC236}">
                        <a16:creationId xmlns:a16="http://schemas.microsoft.com/office/drawing/2014/main" id="{AF7AEE2F-7668-D00A-302D-A0EB0024783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Arrow Connector 186">
                    <a:extLst>
                      <a:ext uri="{FF2B5EF4-FFF2-40B4-BE49-F238E27FC236}">
                        <a16:creationId xmlns:a16="http://schemas.microsoft.com/office/drawing/2014/main" id="{2E7F896F-5650-0427-9409-8BA2662BC9E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Group 187">
                    <a:extLst>
                      <a:ext uri="{FF2B5EF4-FFF2-40B4-BE49-F238E27FC236}">
                        <a16:creationId xmlns:a16="http://schemas.microsoft.com/office/drawing/2014/main" id="{5D1C0D03-E8FD-6349-6A55-C715800E3411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91" name="Elbow Connector 190">
                      <a:extLst>
                        <a:ext uri="{FF2B5EF4-FFF2-40B4-BE49-F238E27FC236}">
                          <a16:creationId xmlns:a16="http://schemas.microsoft.com/office/drawing/2014/main" id="{6EF02DEC-3689-0BCD-FDAE-C7BAB1EB30D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Straight Connector 255">
                      <a:extLst>
                        <a:ext uri="{FF2B5EF4-FFF2-40B4-BE49-F238E27FC236}">
                          <a16:creationId xmlns:a16="http://schemas.microsoft.com/office/drawing/2014/main" id="{77675EF1-B239-105A-012A-050707FB937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C40BE4F3-5A89-6DB6-911B-FCF588AD353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Elbow Connector 189">
                    <a:extLst>
                      <a:ext uri="{FF2B5EF4-FFF2-40B4-BE49-F238E27FC236}">
                        <a16:creationId xmlns:a16="http://schemas.microsoft.com/office/drawing/2014/main" id="{5892A0C0-33E8-95CD-06BD-847988E844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5052D439-6905-81C6-E33E-37F4F99E0DE6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2793CE4E-7A78-455B-F7D8-0C59788790DA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accent2"/>
                  </a:solidFill>
                  <a:latin typeface="18 VAG Rounded Light   02390" pitchFamily="2" charset="0"/>
                </a:endParaRPr>
              </a:p>
            </p:txBody>
          </p: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0547CE98-83D6-2912-7764-56C1102DAE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0C69FCF-A851-B8B2-EA9D-AF1C962CD41B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777799-DE72-4900-2E3C-BF48507F53F9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48054FF-475C-DBEF-81B5-E105F1D5C86C}"/>
              </a:ext>
            </a:extLst>
          </p:cNvPr>
          <p:cNvSpPr txBox="1"/>
          <p:nvPr/>
        </p:nvSpPr>
        <p:spPr>
          <a:xfrm>
            <a:off x="1240668" y="6480818"/>
            <a:ext cx="4092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(unselected data lines omitted from lighting)</a:t>
            </a:r>
          </a:p>
        </p:txBody>
      </p: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C36E2D66-77FE-7AF5-7366-4820DED9221E}"/>
              </a:ext>
            </a:extLst>
          </p:cNvPr>
          <p:cNvGrpSpPr/>
          <p:nvPr/>
        </p:nvGrpSpPr>
        <p:grpSpPr>
          <a:xfrm>
            <a:off x="451516" y="5516420"/>
            <a:ext cx="10447307" cy="565283"/>
            <a:chOff x="451516" y="5516420"/>
            <a:chExt cx="10447307" cy="565283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4ED2F7A8-2A7D-F085-45B3-6E4C4928B96D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1512D23B-04CE-B686-FA0D-ED8485F2D881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EF7B7838-A573-454B-2E82-6024C69BE3DC}"/>
                </a:ext>
              </a:extLst>
            </p:cNvPr>
            <p:cNvSpPr txBox="1"/>
            <p:nvPr/>
          </p:nvSpPr>
          <p:spPr>
            <a:xfrm>
              <a:off x="451516" y="5552421"/>
              <a:ext cx="1199367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not taken(0)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93B66D7B-3DD7-686C-E404-8F8A2B29C2A0}"/>
                </a:ext>
              </a:extLst>
            </p:cNvPr>
            <p:cNvSpPr txBox="1"/>
            <p:nvPr/>
          </p:nvSpPr>
          <p:spPr>
            <a:xfrm>
              <a:off x="4062897" y="5543912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U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6DC9B7CC-B0E3-ABA3-5B03-A2F888863BF5}"/>
                </a:ext>
              </a:extLst>
            </p:cNvPr>
            <p:cNvSpPr txBox="1"/>
            <p:nvPr/>
          </p:nvSpPr>
          <p:spPr>
            <a:xfrm>
              <a:off x="5333604" y="5546001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7FE5E1C6-9241-2808-0075-F55429340EC4}"/>
                </a:ext>
              </a:extLst>
            </p:cNvPr>
            <p:cNvSpPr txBox="1"/>
            <p:nvPr/>
          </p:nvSpPr>
          <p:spPr>
            <a:xfrm>
              <a:off x="6409181" y="5547570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260C5309-85D1-8249-ECB6-60D965EE549A}"/>
                </a:ext>
              </a:extLst>
            </p:cNvPr>
            <p:cNvSpPr txBox="1"/>
            <p:nvPr/>
          </p:nvSpPr>
          <p:spPr>
            <a:xfrm>
              <a:off x="7558332" y="5516420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2651CC86-E631-AB14-FADA-B54D2494F9CC}"/>
                </a:ext>
              </a:extLst>
            </p:cNvPr>
            <p:cNvSpPr txBox="1"/>
            <p:nvPr/>
          </p:nvSpPr>
          <p:spPr>
            <a:xfrm>
              <a:off x="10252492" y="5549046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371792D3-951B-EA21-9C9E-69D6294B9168}"/>
                </a:ext>
              </a:extLst>
            </p:cNvPr>
            <p:cNvSpPr txBox="1"/>
            <p:nvPr/>
          </p:nvSpPr>
          <p:spPr>
            <a:xfrm>
              <a:off x="9285659" y="5547570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11373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B4A3C-255C-5CD5-687F-961673AA2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roup 510">
            <a:extLst>
              <a:ext uri="{FF2B5EF4-FFF2-40B4-BE49-F238E27FC236}">
                <a16:creationId xmlns:a16="http://schemas.microsoft.com/office/drawing/2014/main" id="{192974D7-F791-9D34-C4AA-2FE4A386D460}"/>
              </a:ext>
            </a:extLst>
          </p:cNvPr>
          <p:cNvGrpSpPr/>
          <p:nvPr/>
        </p:nvGrpSpPr>
        <p:grpSpPr>
          <a:xfrm>
            <a:off x="669619" y="2248996"/>
            <a:ext cx="2712208" cy="1271016"/>
            <a:chOff x="669619" y="2248996"/>
            <a:chExt cx="2712208" cy="1271016"/>
          </a:xfrm>
        </p:grpSpPr>
        <p:grpSp>
          <p:nvGrpSpPr>
            <p:cNvPr id="136" name="Group 135">
              <a:extLst>
                <a:ext uri="{FF2B5EF4-FFF2-40B4-BE49-F238E27FC236}">
                  <a16:creationId xmlns:a16="http://schemas.microsoft.com/office/drawing/2014/main" id="{436A8586-873F-744A-0F37-57B4368AE53A}"/>
                </a:ext>
              </a:extLst>
            </p:cNvPr>
            <p:cNvGrpSpPr/>
            <p:nvPr/>
          </p:nvGrpSpPr>
          <p:grpSpPr>
            <a:xfrm>
              <a:off x="669619" y="2260284"/>
              <a:ext cx="2712208" cy="1242570"/>
              <a:chOff x="669619" y="2260284"/>
              <a:chExt cx="2712208" cy="1242570"/>
            </a:xfrm>
          </p:grpSpPr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D6081B5F-4DE2-4385-B687-F5C1AA44538C}"/>
                  </a:ext>
                </a:extLst>
              </p:cNvPr>
              <p:cNvGrpSpPr/>
              <p:nvPr/>
            </p:nvGrpSpPr>
            <p:grpSpPr>
              <a:xfrm>
                <a:off x="675203" y="2260284"/>
                <a:ext cx="2706624" cy="477526"/>
                <a:chOff x="675203" y="2260284"/>
                <a:chExt cx="2706624" cy="477526"/>
              </a:xfrm>
            </p:grpSpPr>
            <p:cxnSp>
              <p:nvCxnSpPr>
                <p:cNvPr id="146" name="Elbow Connector 145">
                  <a:extLst>
                    <a:ext uri="{FF2B5EF4-FFF2-40B4-BE49-F238E27FC236}">
                      <a16:creationId xmlns:a16="http://schemas.microsoft.com/office/drawing/2014/main" id="{E0A06620-4EE4-DE58-7848-14C5C74D5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2999590" y="2363686"/>
                  <a:ext cx="477525" cy="270723"/>
                </a:xfrm>
                <a:prstGeom prst="bentConnector3">
                  <a:avLst>
                    <a:gd name="adj1" fmla="val -2954"/>
                  </a:avLst>
                </a:prstGeom>
                <a:ln w="28575">
                  <a:solidFill>
                    <a:schemeClr val="bg1"/>
                  </a:solidFill>
                  <a:tailEnd type="oval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DF39B231-CD7B-78A6-2D38-AB2B88261E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75203" y="2260284"/>
                  <a:ext cx="2706624" cy="1985"/>
                </a:xfrm>
                <a:prstGeom prst="line">
                  <a:avLst/>
                </a:prstGeom>
                <a:ln w="28575">
                  <a:solidFill>
                    <a:schemeClr val="bg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31177939-85F7-6246-474F-BFFF6CB474F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69619" y="3502852"/>
                <a:ext cx="274320" cy="2"/>
              </a:xfrm>
              <a:prstGeom prst="straightConnector1">
                <a:avLst/>
              </a:prstGeom>
              <a:ln w="28575">
                <a:solidFill>
                  <a:schemeClr val="bg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14BCD9D-E304-20D6-0308-294283329084}"/>
                </a:ext>
              </a:extLst>
            </p:cNvPr>
            <p:cNvCxnSpPr/>
            <p:nvPr/>
          </p:nvCxnSpPr>
          <p:spPr>
            <a:xfrm flipH="1">
              <a:off x="675203" y="2248996"/>
              <a:ext cx="0" cy="1271016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Group 500">
            <a:extLst>
              <a:ext uri="{FF2B5EF4-FFF2-40B4-BE49-F238E27FC236}">
                <a16:creationId xmlns:a16="http://schemas.microsoft.com/office/drawing/2014/main" id="{679FD00B-DDDC-A660-68FE-6D415D03F3DA}"/>
              </a:ext>
            </a:extLst>
          </p:cNvPr>
          <p:cNvGrpSpPr/>
          <p:nvPr/>
        </p:nvGrpSpPr>
        <p:grpSpPr>
          <a:xfrm>
            <a:off x="1773109" y="2965993"/>
            <a:ext cx="673038" cy="703576"/>
            <a:chOff x="1780532" y="2965993"/>
            <a:chExt cx="673038" cy="703576"/>
          </a:xfrm>
        </p:grpSpPr>
        <p:cxnSp>
          <p:nvCxnSpPr>
            <p:cNvPr id="502" name="Elbow Connector 501">
              <a:extLst>
                <a:ext uri="{FF2B5EF4-FFF2-40B4-BE49-F238E27FC236}">
                  <a16:creationId xmlns:a16="http://schemas.microsoft.com/office/drawing/2014/main" id="{6EEC2492-CE50-244C-76DC-04A114A41EB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30481" y="3046480"/>
              <a:ext cx="703576" cy="542602"/>
            </a:xfrm>
            <a:prstGeom prst="bentConnector3">
              <a:avLst>
                <a:gd name="adj1" fmla="val 100542"/>
              </a:avLst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6E081832-64A4-97CD-B85A-8FC3391D9C03}"/>
                </a:ext>
              </a:extLst>
            </p:cNvPr>
            <p:cNvCxnSpPr>
              <a:cxnSpLocks/>
            </p:cNvCxnSpPr>
            <p:nvPr/>
          </p:nvCxnSpPr>
          <p:spPr>
            <a:xfrm>
              <a:off x="1780532" y="3655540"/>
              <a:ext cx="130436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58" name="Elbow Connector 457">
            <a:extLst>
              <a:ext uri="{FF2B5EF4-FFF2-40B4-BE49-F238E27FC236}">
                <a16:creationId xmlns:a16="http://schemas.microsoft.com/office/drawing/2014/main" id="{91161A08-24AB-1431-9B60-B9E2B1161887}"/>
              </a:ext>
            </a:extLst>
          </p:cNvPr>
          <p:cNvCxnSpPr>
            <a:cxnSpLocks/>
          </p:cNvCxnSpPr>
          <p:nvPr/>
        </p:nvCxnSpPr>
        <p:spPr>
          <a:xfrm rot="16200000" flipH="1">
            <a:off x="9863617" y="2465646"/>
            <a:ext cx="887961" cy="477237"/>
          </a:xfrm>
          <a:prstGeom prst="bentConnector3">
            <a:avLst>
              <a:gd name="adj1" fmla="val 99200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0" name="Straight Connector 459">
            <a:extLst>
              <a:ext uri="{FF2B5EF4-FFF2-40B4-BE49-F238E27FC236}">
                <a16:creationId xmlns:a16="http://schemas.microsoft.com/office/drawing/2014/main" id="{36B9BD48-A32B-5BEA-3185-362EEF15200F}"/>
              </a:ext>
            </a:extLst>
          </p:cNvPr>
          <p:cNvCxnSpPr>
            <a:cxnSpLocks/>
          </p:cNvCxnSpPr>
          <p:nvPr/>
        </p:nvCxnSpPr>
        <p:spPr>
          <a:xfrm>
            <a:off x="3368069" y="2260284"/>
            <a:ext cx="6711696" cy="0"/>
          </a:xfrm>
          <a:prstGeom prst="line">
            <a:avLst/>
          </a:prstGeom>
          <a:ln w="28575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FFDC4661-0FCF-76F5-F542-677BE8D07492}"/>
              </a:ext>
            </a:extLst>
          </p:cNvPr>
          <p:cNvCxnSpPr>
            <a:cxnSpLocks/>
          </p:cNvCxnSpPr>
          <p:nvPr/>
        </p:nvCxnSpPr>
        <p:spPr>
          <a:xfrm>
            <a:off x="6985475" y="4381734"/>
            <a:ext cx="0" cy="1184173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8" name="Straight Arrow Connector 477">
            <a:extLst>
              <a:ext uri="{FF2B5EF4-FFF2-40B4-BE49-F238E27FC236}">
                <a16:creationId xmlns:a16="http://schemas.microsoft.com/office/drawing/2014/main" id="{0F9891A4-59AD-0A85-8E63-811994C96301}"/>
              </a:ext>
            </a:extLst>
          </p:cNvPr>
          <p:cNvCxnSpPr>
            <a:cxnSpLocks/>
          </p:cNvCxnSpPr>
          <p:nvPr/>
        </p:nvCxnSpPr>
        <p:spPr>
          <a:xfrm>
            <a:off x="7198463" y="4391981"/>
            <a:ext cx="0" cy="1173926"/>
          </a:xfrm>
          <a:prstGeom prst="straightConnector1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B2F8A48B-387A-E776-574C-83E59B00E6BF}"/>
              </a:ext>
            </a:extLst>
          </p:cNvPr>
          <p:cNvCxnSpPr>
            <a:cxnSpLocks/>
          </p:cNvCxnSpPr>
          <p:nvPr/>
        </p:nvCxnSpPr>
        <p:spPr>
          <a:xfrm rot="10800000" flipH="1">
            <a:off x="4808959" y="4530234"/>
            <a:ext cx="2936970" cy="596712"/>
          </a:xfrm>
          <a:prstGeom prst="bentConnector3">
            <a:avLst>
              <a:gd name="adj1" fmla="val 92537"/>
            </a:avLst>
          </a:prstGeom>
          <a:ln w="28575">
            <a:solidFill>
              <a:schemeClr val="bg1"/>
            </a:solidFill>
            <a:tailEnd type="triangle" w="lg" len="lg"/>
          </a:ln>
          <a:effectLst>
            <a:glow rad="63500">
              <a:srgbClr val="00264A">
                <a:alpha val="92000"/>
              </a:srgb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Arrow Connector 425">
            <a:extLst>
              <a:ext uri="{FF2B5EF4-FFF2-40B4-BE49-F238E27FC236}">
                <a16:creationId xmlns:a16="http://schemas.microsoft.com/office/drawing/2014/main" id="{27F4D708-984B-7E4F-9819-1799B79DE6CC}"/>
              </a:ext>
            </a:extLst>
          </p:cNvPr>
          <p:cNvCxnSpPr>
            <a:cxnSpLocks/>
          </p:cNvCxnSpPr>
          <p:nvPr/>
        </p:nvCxnSpPr>
        <p:spPr>
          <a:xfrm>
            <a:off x="7983123" y="4427042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7999564-1434-F987-804C-A3ADF7A5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tabLst>
                <a:tab pos="10280650" algn="r"/>
              </a:tabLst>
            </a:pPr>
            <a:r>
              <a:rPr lang="en-US" dirty="0"/>
              <a:t>Lighting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AUIPC</a:t>
            </a:r>
            <a:r>
              <a:rPr lang="en-US" dirty="0"/>
              <a:t> Datapath (6/6)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Line 86">
            <a:extLst>
              <a:ext uri="{FF2B5EF4-FFF2-40B4-BE49-F238E27FC236}">
                <a16:creationId xmlns:a16="http://schemas.microsoft.com/office/drawing/2014/main" id="{6F7FF318-5217-34C8-58AA-FA3EEE497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2643" y="2384802"/>
            <a:ext cx="7082471" cy="11296"/>
          </a:xfrm>
          <a:prstGeom prst="line">
            <a:avLst/>
          </a:prstGeom>
          <a:noFill/>
          <a:ln w="28575" cap="rnd">
            <a:solidFill>
              <a:schemeClr val="bg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125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AG Rundschrift D Light"/>
              <a:ea typeface="ＭＳ Ｐゴシック" pitchFamily="-1" charset="-128"/>
            </a:endParaRPr>
          </a:p>
        </p:txBody>
      </p:sp>
      <p:sp>
        <p:nvSpPr>
          <p:cNvPr id="319" name="Freeform 318">
            <a:extLst>
              <a:ext uri="{FF2B5EF4-FFF2-40B4-BE49-F238E27FC236}">
                <a16:creationId xmlns:a16="http://schemas.microsoft.com/office/drawing/2014/main" id="{C0B53A3C-9EB3-D13F-5443-2B0A438CC2D6}"/>
              </a:ext>
            </a:extLst>
          </p:cNvPr>
          <p:cNvSpPr>
            <a:spLocks/>
          </p:cNvSpPr>
          <p:nvPr/>
        </p:nvSpPr>
        <p:spPr>
          <a:xfrm>
            <a:off x="8279464" y="3549544"/>
            <a:ext cx="581729" cy="1053232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endParaRPr lang="en-US" sz="16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r">
              <a:spcBef>
                <a:spcPts val="600"/>
              </a:spcBef>
              <a:spcAft>
                <a:spcPts val="600"/>
              </a:spcAft>
            </a:pPr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ALU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</p:txBody>
      </p:sp>
      <p:sp>
        <p:nvSpPr>
          <p:cNvPr id="320" name="Rounded Rectangle 319">
            <a:extLst>
              <a:ext uri="{FF2B5EF4-FFF2-40B4-BE49-F238E27FC236}">
                <a16:creationId xmlns:a16="http://schemas.microsoft.com/office/drawing/2014/main" id="{D8D5E92F-1102-7BD9-3F5B-C14BEC0D91C6}"/>
              </a:ext>
            </a:extLst>
          </p:cNvPr>
          <p:cNvSpPr/>
          <p:nvPr/>
        </p:nvSpPr>
        <p:spPr>
          <a:xfrm>
            <a:off x="6623312" y="3477823"/>
            <a:ext cx="723547" cy="890604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bg1"/>
                </a:solidFill>
                <a:latin typeface="18 VAG Rounded Light   02390" pitchFamily="2" charset="0"/>
              </a:rPr>
              <a:t>Branch Comp.</a:t>
            </a:r>
          </a:p>
        </p:txBody>
      </p:sp>
      <p:sp>
        <p:nvSpPr>
          <p:cNvPr id="324" name="Freeform 323">
            <a:extLst>
              <a:ext uri="{FF2B5EF4-FFF2-40B4-BE49-F238E27FC236}">
                <a16:creationId xmlns:a16="http://schemas.microsoft.com/office/drawing/2014/main" id="{2742EEA8-140D-80CD-9D09-94A0D52A965B}"/>
              </a:ext>
            </a:extLst>
          </p:cNvPr>
          <p:cNvSpPr>
            <a:spLocks/>
          </p:cNvSpPr>
          <p:nvPr/>
        </p:nvSpPr>
        <p:spPr>
          <a:xfrm>
            <a:off x="2458278" y="2385959"/>
            <a:ext cx="644039" cy="714015"/>
          </a:xfrm>
          <a:custGeom>
            <a:avLst/>
            <a:gdLst>
              <a:gd name="connsiteX0" fmla="*/ 0 w 1793965"/>
              <a:gd name="connsiteY0" fmla="*/ 0 h 4650377"/>
              <a:gd name="connsiteX1" fmla="*/ 0 w 1793965"/>
              <a:gd name="connsiteY1" fmla="*/ 1898469 h 4650377"/>
              <a:gd name="connsiteX2" fmla="*/ 478971 w 1793965"/>
              <a:gd name="connsiteY2" fmla="*/ 2333897 h 4650377"/>
              <a:gd name="connsiteX3" fmla="*/ 0 w 1793965"/>
              <a:gd name="connsiteY3" fmla="*/ 2778034 h 4650377"/>
              <a:gd name="connsiteX4" fmla="*/ 0 w 1793965"/>
              <a:gd name="connsiteY4" fmla="*/ 4650377 h 4650377"/>
              <a:gd name="connsiteX5" fmla="*/ 1793965 w 1793965"/>
              <a:gd name="connsiteY5" fmla="*/ 3666309 h 4650377"/>
              <a:gd name="connsiteX6" fmla="*/ 1793965 w 1793965"/>
              <a:gd name="connsiteY6" fmla="*/ 984069 h 4650377"/>
              <a:gd name="connsiteX7" fmla="*/ 0 w 1793965"/>
              <a:gd name="connsiteY7" fmla="*/ 0 h 4650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3965" h="4650377">
                <a:moveTo>
                  <a:pt x="0" y="0"/>
                </a:moveTo>
                <a:lnTo>
                  <a:pt x="0" y="1898469"/>
                </a:lnTo>
                <a:lnTo>
                  <a:pt x="478971" y="2333897"/>
                </a:lnTo>
                <a:lnTo>
                  <a:pt x="0" y="2778034"/>
                </a:lnTo>
                <a:lnTo>
                  <a:pt x="0" y="4650377"/>
                </a:lnTo>
                <a:lnTo>
                  <a:pt x="1793965" y="3666309"/>
                </a:lnTo>
                <a:lnTo>
                  <a:pt x="1793965" y="984069"/>
                </a:lnTo>
                <a:lnTo>
                  <a:pt x="0" y="0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rtlCol="0" anchor="ctr"/>
          <a:lstStyle/>
          <a:p>
            <a:pPr algn="r"/>
            <a:r>
              <a:rPr lang="en-US" sz="1600" dirty="0">
                <a:solidFill>
                  <a:schemeClr val="bg1"/>
                </a:solidFill>
                <a:latin typeface="18 VAG Rounded Light   02390" pitchFamily="2" charset="0"/>
              </a:rPr>
              <a:t>add</a:t>
            </a:r>
          </a:p>
        </p:txBody>
      </p:sp>
      <p:sp>
        <p:nvSpPr>
          <p:cNvPr id="327" name="Isosceles Triangle 59">
            <a:extLst>
              <a:ext uri="{FF2B5EF4-FFF2-40B4-BE49-F238E27FC236}">
                <a16:creationId xmlns:a16="http://schemas.microsoft.com/office/drawing/2014/main" id="{A2984DCC-864A-6D31-D60F-DAD48F7F3690}"/>
              </a:ext>
            </a:extLst>
          </p:cNvPr>
          <p:cNvSpPr>
            <a:spLocks noChangeAspect="1"/>
          </p:cNvSpPr>
          <p:nvPr/>
        </p:nvSpPr>
        <p:spPr>
          <a:xfrm>
            <a:off x="5943281" y="4428532"/>
            <a:ext cx="182880" cy="142528"/>
          </a:xfrm>
          <a:prstGeom prst="triangle">
            <a:avLst/>
          </a:prstGeom>
          <a:noFill/>
          <a:ln w="28575" cap="flat" cmpd="sng" algn="ctr">
            <a:solidFill>
              <a:schemeClr val="bg1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sp>
        <p:nvSpPr>
          <p:cNvPr id="329" name="Isosceles Triangle 59">
            <a:extLst>
              <a:ext uri="{FF2B5EF4-FFF2-40B4-BE49-F238E27FC236}">
                <a16:creationId xmlns:a16="http://schemas.microsoft.com/office/drawing/2014/main" id="{431F0226-A867-E711-CDE1-5E313EF59EA3}"/>
              </a:ext>
            </a:extLst>
          </p:cNvPr>
          <p:cNvSpPr/>
          <p:nvPr/>
        </p:nvSpPr>
        <p:spPr>
          <a:xfrm>
            <a:off x="9886099" y="4540637"/>
            <a:ext cx="182880" cy="172777"/>
          </a:xfrm>
          <a:prstGeom prst="triangle">
            <a:avLst/>
          </a:prstGeom>
          <a:noFill/>
          <a:ln w="28575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18 VAG Rounded Light   02390" pitchFamily="2" charset="0"/>
            </a:endParaRPr>
          </a:p>
        </p:txBody>
      </p: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CFDB7168-66FB-E46F-8D9F-0DB150A915A4}"/>
              </a:ext>
            </a:extLst>
          </p:cNvPr>
          <p:cNvGrpSpPr/>
          <p:nvPr/>
        </p:nvGrpSpPr>
        <p:grpSpPr>
          <a:xfrm>
            <a:off x="1430760" y="3270286"/>
            <a:ext cx="349772" cy="747357"/>
            <a:chOff x="959047" y="3126189"/>
            <a:chExt cx="415675" cy="914792"/>
          </a:xfrm>
        </p:grpSpPr>
        <p:sp>
          <p:nvSpPr>
            <p:cNvPr id="331" name="Rectangle 330">
              <a:extLst>
                <a:ext uri="{FF2B5EF4-FFF2-40B4-BE49-F238E27FC236}">
                  <a16:creationId xmlns:a16="http://schemas.microsoft.com/office/drawing/2014/main" id="{995AA246-DC33-2E0E-0550-6F36470A3E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59047" y="3126189"/>
              <a:ext cx="415675" cy="914792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itchFamily="-1" charset="-128"/>
                  <a:cs typeface="Courier New" panose="02070309020205020404" pitchFamily="49" charset="0"/>
                </a:rPr>
                <a:t>PC</a:t>
              </a:r>
            </a:p>
          </p:txBody>
        </p:sp>
        <p:sp>
          <p:nvSpPr>
            <p:cNvPr id="332" name="Isosceles Triangle 58">
              <a:extLst>
                <a:ext uri="{FF2B5EF4-FFF2-40B4-BE49-F238E27FC236}">
                  <a16:creationId xmlns:a16="http://schemas.microsoft.com/office/drawing/2014/main" id="{543B89BE-B1BF-91E3-6DA3-6513AA62780B}"/>
                </a:ext>
              </a:extLst>
            </p:cNvPr>
            <p:cNvSpPr/>
            <p:nvPr/>
          </p:nvSpPr>
          <p:spPr>
            <a:xfrm>
              <a:off x="1069894" y="3868203"/>
              <a:ext cx="221693" cy="172777"/>
            </a:xfrm>
            <a:prstGeom prst="triangle">
              <a:avLst/>
            </a:prstGeom>
            <a:noFill/>
            <a:ln w="28575" cap="flat" cmpd="sng" algn="ctr">
              <a:solidFill>
                <a:schemeClr val="bg1"/>
              </a:solidFill>
              <a:prstDash val="soli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18 VAG Rounded Light   02390" pitchFamily="2" charset="0"/>
              </a:endParaRPr>
            </a:p>
          </p:txBody>
        </p:sp>
      </p:grpSp>
      <p:cxnSp>
        <p:nvCxnSpPr>
          <p:cNvPr id="375" name="Elbow Connector 374">
            <a:extLst>
              <a:ext uri="{FF2B5EF4-FFF2-40B4-BE49-F238E27FC236}">
                <a16:creationId xmlns:a16="http://schemas.microsoft.com/office/drawing/2014/main" id="{1EEE9576-4913-C7A3-5D72-51D1BA6418CB}"/>
              </a:ext>
            </a:extLst>
          </p:cNvPr>
          <p:cNvCxnSpPr>
            <a:cxnSpLocks/>
          </p:cNvCxnSpPr>
          <p:nvPr/>
        </p:nvCxnSpPr>
        <p:spPr>
          <a:xfrm flipV="1">
            <a:off x="3059473" y="3420761"/>
            <a:ext cx="1734699" cy="530538"/>
          </a:xfrm>
          <a:prstGeom prst="bentConnector3">
            <a:avLst>
              <a:gd name="adj1" fmla="val 17787"/>
            </a:avLst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Straight Arrow Connector 375">
            <a:extLst>
              <a:ext uri="{FF2B5EF4-FFF2-40B4-BE49-F238E27FC236}">
                <a16:creationId xmlns:a16="http://schemas.microsoft.com/office/drawing/2014/main" id="{6BDAD4E3-4128-C8D8-51A4-C85D60748729}"/>
              </a:ext>
            </a:extLst>
          </p:cNvPr>
          <p:cNvCxnSpPr/>
          <p:nvPr/>
        </p:nvCxnSpPr>
        <p:spPr>
          <a:xfrm>
            <a:off x="3357586" y="3685070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7" name="Straight Arrow Connector 376">
            <a:extLst>
              <a:ext uri="{FF2B5EF4-FFF2-40B4-BE49-F238E27FC236}">
                <a16:creationId xmlns:a16="http://schemas.microsoft.com/office/drawing/2014/main" id="{7CBA0766-53D4-4CE2-01F2-5CA809A893B3}"/>
              </a:ext>
            </a:extLst>
          </p:cNvPr>
          <p:cNvCxnSpPr/>
          <p:nvPr/>
        </p:nvCxnSpPr>
        <p:spPr>
          <a:xfrm>
            <a:off x="3357586" y="3951299"/>
            <a:ext cx="1452348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16C72DA8-75CC-E917-671B-BFC1222AAEF6}"/>
              </a:ext>
            </a:extLst>
          </p:cNvPr>
          <p:cNvCxnSpPr/>
          <p:nvPr/>
        </p:nvCxnSpPr>
        <p:spPr>
          <a:xfrm>
            <a:off x="3190630" y="3951299"/>
            <a:ext cx="0" cy="1575442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Straight Arrow Connector 386">
            <a:extLst>
              <a:ext uri="{FF2B5EF4-FFF2-40B4-BE49-F238E27FC236}">
                <a16:creationId xmlns:a16="http://schemas.microsoft.com/office/drawing/2014/main" id="{73E3CC73-F72D-2825-5D39-EF39FFB196C9}"/>
              </a:ext>
            </a:extLst>
          </p:cNvPr>
          <p:cNvCxnSpPr>
            <a:cxnSpLocks/>
          </p:cNvCxnSpPr>
          <p:nvPr/>
        </p:nvCxnSpPr>
        <p:spPr>
          <a:xfrm flipV="1">
            <a:off x="3187909" y="5013221"/>
            <a:ext cx="914400" cy="0"/>
          </a:xfrm>
          <a:prstGeom prst="straightConnector1">
            <a:avLst/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Straight Arrow Connector 392">
            <a:extLst>
              <a:ext uri="{FF2B5EF4-FFF2-40B4-BE49-F238E27FC236}">
                <a16:creationId xmlns:a16="http://schemas.microsoft.com/office/drawing/2014/main" id="{46183C9D-2FEF-ECCA-67D2-B6865D13CA2A}"/>
              </a:ext>
            </a:extLst>
          </p:cNvPr>
          <p:cNvCxnSpPr>
            <a:cxnSpLocks/>
          </p:cNvCxnSpPr>
          <p:nvPr/>
        </p:nvCxnSpPr>
        <p:spPr>
          <a:xfrm flipV="1">
            <a:off x="6246033" y="3676635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Elbow Connector 398">
            <a:extLst>
              <a:ext uri="{FF2B5EF4-FFF2-40B4-BE49-F238E27FC236}">
                <a16:creationId xmlns:a16="http://schemas.microsoft.com/office/drawing/2014/main" id="{69F26648-D76A-2611-0EE5-C79EF07351F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31628" y="3034682"/>
            <a:ext cx="94632" cy="1367664"/>
          </a:xfrm>
          <a:prstGeom prst="bentConnector4">
            <a:avLst>
              <a:gd name="adj1" fmla="val -456294"/>
              <a:gd name="adj2" fmla="val 76963"/>
            </a:avLst>
          </a:prstGeom>
          <a:ln w="28575">
            <a:solidFill>
              <a:schemeClr val="bg1"/>
            </a:solidFill>
            <a:headEnd type="oval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5" name="TextBox 404">
            <a:extLst>
              <a:ext uri="{FF2B5EF4-FFF2-40B4-BE49-F238E27FC236}">
                <a16:creationId xmlns:a16="http://schemas.microsoft.com/office/drawing/2014/main" id="{210C8AAD-6004-2360-87CD-A7B791F01874}"/>
              </a:ext>
            </a:extLst>
          </p:cNvPr>
          <p:cNvSpPr txBox="1"/>
          <p:nvPr/>
        </p:nvSpPr>
        <p:spPr>
          <a:xfrm>
            <a:off x="6349656" y="3011006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R[rs1]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66" name="Group 465">
            <a:extLst>
              <a:ext uri="{FF2B5EF4-FFF2-40B4-BE49-F238E27FC236}">
                <a16:creationId xmlns:a16="http://schemas.microsoft.com/office/drawing/2014/main" id="{7A7F7330-9E97-AA9B-268B-3CD6C8C14BAB}"/>
              </a:ext>
            </a:extLst>
          </p:cNvPr>
          <p:cNvGrpSpPr/>
          <p:nvPr/>
        </p:nvGrpSpPr>
        <p:grpSpPr>
          <a:xfrm>
            <a:off x="9120628" y="3586419"/>
            <a:ext cx="1021734" cy="1127284"/>
            <a:chOff x="9120628" y="3586419"/>
            <a:chExt cx="1021734" cy="1127284"/>
          </a:xfrm>
        </p:grpSpPr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E4BB2D77-335E-9093-F088-3AA80481ADF0}"/>
                </a:ext>
              </a:extLst>
            </p:cNvPr>
            <p:cNvSpPr/>
            <p:nvPr/>
          </p:nvSpPr>
          <p:spPr>
            <a:xfrm>
              <a:off x="9120628" y="3586419"/>
              <a:ext cx="1021734" cy="112728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b"/>
            <a:lstStyle/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>
                  <a:solidFill>
                    <a:schemeClr val="bg1"/>
                  </a:solidFill>
                  <a:latin typeface="18 VAG Rounded Light   02390" pitchFamily="2" charset="0"/>
                </a:rPr>
                <a:t>	</a:t>
              </a: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rdata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400" i="1" dirty="0" err="1">
                  <a:solidFill>
                    <a:schemeClr val="bg1"/>
                  </a:solidFill>
                  <a:latin typeface="18 VAG Rounded Light   02390" pitchFamily="2" charset="0"/>
                </a:rPr>
                <a:t>addr</a:t>
              </a:r>
              <a:endParaRPr lang="en-US" sz="1400" i="1" dirty="0">
                <a:solidFill>
                  <a:schemeClr val="bg1"/>
                </a:solidFill>
                <a:latin typeface="18 VAG Rounded Light   02390" pitchFamily="2" charset="0"/>
              </a:endParaRPr>
            </a:p>
            <a:p>
              <a:pPr algn="r">
                <a:spcBef>
                  <a:spcPts val="400"/>
                </a:spcBef>
                <a:tabLst>
                  <a:tab pos="1249363" algn="r"/>
                </a:tabLst>
              </a:pPr>
              <a:r>
                <a:rPr lang="en-US" sz="16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DMEM</a:t>
              </a:r>
            </a:p>
            <a:p>
              <a:pPr>
                <a:spcBef>
                  <a:spcPts val="400"/>
                </a:spcBef>
                <a:spcAft>
                  <a:spcPts val="400"/>
                </a:spcAft>
                <a:tabLst>
                  <a:tab pos="1249363" algn="r"/>
                </a:tabLst>
              </a:pPr>
              <a:r>
                <a:rPr lang="en-US" sz="1200" i="1" dirty="0" err="1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wdata</a:t>
              </a:r>
              <a:r>
                <a:rPr lang="en-US" sz="1600" i="1" dirty="0">
                  <a:solidFill>
                    <a:schemeClr val="bg1"/>
                  </a:solidFill>
                  <a:latin typeface="18 VAG ROUNDED LIGHT   02390" pitchFamily="2" charset="0"/>
                  <a:cs typeface="Courier New" panose="02070309020205020404" pitchFamily="49" charset="0"/>
                </a:rPr>
                <a:t> </a:t>
              </a:r>
              <a:endParaRPr lang="en-US" sz="1200" i="1" dirty="0">
                <a:solidFill>
                  <a:schemeClr val="bg1"/>
                </a:solidFill>
                <a:latin typeface="18 VAG ROUNDED LIGHT   02390" pitchFamily="2" charset="0"/>
                <a:cs typeface="Courier New" panose="02070309020205020404" pitchFamily="49" charset="0"/>
              </a:endParaRPr>
            </a:p>
          </p:txBody>
        </p:sp>
        <p:sp>
          <p:nvSpPr>
            <p:cNvPr id="419" name="Rectangle 418">
              <a:extLst>
                <a:ext uri="{FF2B5EF4-FFF2-40B4-BE49-F238E27FC236}">
                  <a16:creationId xmlns:a16="http://schemas.microsoft.com/office/drawing/2014/main" id="{12C2DD75-0F27-9924-7AE3-419898F4FA2A}"/>
                </a:ext>
              </a:extLst>
            </p:cNvPr>
            <p:cNvSpPr/>
            <p:nvPr/>
          </p:nvSpPr>
          <p:spPr>
            <a:xfrm>
              <a:off x="9120628" y="4444602"/>
              <a:ext cx="165031" cy="191496"/>
            </a:xfrm>
            <a:prstGeom prst="rect">
              <a:avLst/>
            </a:prstGeom>
            <a:noFill/>
            <a:ln w="28575">
              <a:noFill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2000" dirty="0">
                <a:solidFill>
                  <a:schemeClr val="bg1"/>
                </a:solidFill>
                <a:latin typeface="18 VAG Rounded Light   02390" pitchFamily="2" charset="0"/>
              </a:endParaRPr>
            </a:p>
          </p:txBody>
        </p:sp>
      </p:grpSp>
      <p:cxnSp>
        <p:nvCxnSpPr>
          <p:cNvPr id="427" name="Straight Arrow Connector 426">
            <a:extLst>
              <a:ext uri="{FF2B5EF4-FFF2-40B4-BE49-F238E27FC236}">
                <a16:creationId xmlns:a16="http://schemas.microsoft.com/office/drawing/2014/main" id="{9BFB4BBC-3117-D89A-13F5-9B41BFCC9635}"/>
              </a:ext>
            </a:extLst>
          </p:cNvPr>
          <p:cNvCxnSpPr>
            <a:cxnSpLocks/>
          </p:cNvCxnSpPr>
          <p:nvPr/>
        </p:nvCxnSpPr>
        <p:spPr>
          <a:xfrm>
            <a:off x="7983123" y="3661650"/>
            <a:ext cx="301752" cy="149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Straight Arrow Connector 444">
            <a:extLst>
              <a:ext uri="{FF2B5EF4-FFF2-40B4-BE49-F238E27FC236}">
                <a16:creationId xmlns:a16="http://schemas.microsoft.com/office/drawing/2014/main" id="{AFB062E9-BA55-FBD4-E219-64AFF7F12E9B}"/>
              </a:ext>
            </a:extLst>
          </p:cNvPr>
          <p:cNvCxnSpPr>
            <a:cxnSpLocks/>
          </p:cNvCxnSpPr>
          <p:nvPr/>
        </p:nvCxnSpPr>
        <p:spPr>
          <a:xfrm flipV="1">
            <a:off x="1043816" y="3915845"/>
            <a:ext cx="0" cy="162163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Straight Arrow Connector 448">
            <a:extLst>
              <a:ext uri="{FF2B5EF4-FFF2-40B4-BE49-F238E27FC236}">
                <a16:creationId xmlns:a16="http://schemas.microsoft.com/office/drawing/2014/main" id="{30D0E2C6-E6E6-7F2C-D829-5882DD9B8A38}"/>
              </a:ext>
            </a:extLst>
          </p:cNvPr>
          <p:cNvCxnSpPr>
            <a:cxnSpLocks/>
          </p:cNvCxnSpPr>
          <p:nvPr/>
        </p:nvCxnSpPr>
        <p:spPr>
          <a:xfrm flipV="1">
            <a:off x="9596488" y="4736341"/>
            <a:ext cx="0" cy="80114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TextBox 453">
            <a:extLst>
              <a:ext uri="{FF2B5EF4-FFF2-40B4-BE49-F238E27FC236}">
                <a16:creationId xmlns:a16="http://schemas.microsoft.com/office/drawing/2014/main" id="{09689618-B8D5-E349-7796-1EB64873DFDC}"/>
              </a:ext>
            </a:extLst>
          </p:cNvPr>
          <p:cNvSpPr txBox="1"/>
          <p:nvPr/>
        </p:nvSpPr>
        <p:spPr>
          <a:xfrm>
            <a:off x="1442540" y="4120124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56" name="Straight Connector 455">
            <a:extLst>
              <a:ext uri="{FF2B5EF4-FFF2-40B4-BE49-F238E27FC236}">
                <a16:creationId xmlns:a16="http://schemas.microsoft.com/office/drawing/2014/main" id="{901E7C38-6D8A-7C7E-A9D1-5CF08B61B9FC}"/>
              </a:ext>
            </a:extLst>
          </p:cNvPr>
          <p:cNvCxnSpPr>
            <a:cxnSpLocks/>
            <a:stCxn id="454" idx="0"/>
            <a:endCxn id="332" idx="3"/>
          </p:cNvCxnSpPr>
          <p:nvPr/>
        </p:nvCxnSpPr>
        <p:spPr>
          <a:xfrm flipV="1">
            <a:off x="1613420" y="4017643"/>
            <a:ext cx="3886" cy="102481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7" name="TextBox 456">
            <a:extLst>
              <a:ext uri="{FF2B5EF4-FFF2-40B4-BE49-F238E27FC236}">
                <a16:creationId xmlns:a16="http://schemas.microsoft.com/office/drawing/2014/main" id="{8CD626FC-6739-A8AF-F855-DE355D1596F9}"/>
              </a:ext>
            </a:extLst>
          </p:cNvPr>
          <p:cNvSpPr txBox="1"/>
          <p:nvPr/>
        </p:nvSpPr>
        <p:spPr>
          <a:xfrm>
            <a:off x="5853568" y="4679996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A77A7863-3C21-2A1F-FE50-7794F14C2A19}"/>
              </a:ext>
            </a:extLst>
          </p:cNvPr>
          <p:cNvSpPr txBox="1"/>
          <p:nvPr/>
        </p:nvSpPr>
        <p:spPr>
          <a:xfrm>
            <a:off x="9813943" y="4842550"/>
            <a:ext cx="34176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100" dirty="0" err="1">
                <a:solidFill>
                  <a:schemeClr val="bg1"/>
                </a:solidFill>
                <a:latin typeface="18 VAG Rounded Light   02390" pitchFamily="2" charset="0"/>
              </a:rPr>
              <a:t>clk</a:t>
            </a:r>
            <a:endParaRPr lang="en-US" sz="11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62" name="Straight Connector 461">
            <a:extLst>
              <a:ext uri="{FF2B5EF4-FFF2-40B4-BE49-F238E27FC236}">
                <a16:creationId xmlns:a16="http://schemas.microsoft.com/office/drawing/2014/main" id="{67E6EBD0-1D52-AE2D-3FA6-76B9A0BF47C9}"/>
              </a:ext>
            </a:extLst>
          </p:cNvPr>
          <p:cNvCxnSpPr>
            <a:cxnSpLocks/>
            <a:stCxn id="461" idx="0"/>
          </p:cNvCxnSpPr>
          <p:nvPr/>
        </p:nvCxnSpPr>
        <p:spPr>
          <a:xfrm flipV="1">
            <a:off x="9984823" y="4713414"/>
            <a:ext cx="0" cy="129136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5" name="TextBox 464">
            <a:extLst>
              <a:ext uri="{FF2B5EF4-FFF2-40B4-BE49-F238E27FC236}">
                <a16:creationId xmlns:a16="http://schemas.microsoft.com/office/drawing/2014/main" id="{A9E59A88-BEE1-C2AD-29A0-1303ABF34038}"/>
              </a:ext>
            </a:extLst>
          </p:cNvPr>
          <p:cNvSpPr txBox="1"/>
          <p:nvPr/>
        </p:nvSpPr>
        <p:spPr>
          <a:xfrm>
            <a:off x="8489762" y="324582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2" name="Straight Arrow Connector 471">
            <a:extLst>
              <a:ext uri="{FF2B5EF4-FFF2-40B4-BE49-F238E27FC236}">
                <a16:creationId xmlns:a16="http://schemas.microsoft.com/office/drawing/2014/main" id="{7AC8587B-981C-E242-4BEA-40A8974D4420}"/>
              </a:ext>
            </a:extLst>
          </p:cNvPr>
          <p:cNvCxnSpPr>
            <a:cxnSpLocks/>
          </p:cNvCxnSpPr>
          <p:nvPr/>
        </p:nvCxnSpPr>
        <p:spPr>
          <a:xfrm flipH="1" flipV="1">
            <a:off x="5816885" y="4604793"/>
            <a:ext cx="0" cy="932688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Arrow Connector 474">
            <a:extLst>
              <a:ext uri="{FF2B5EF4-FFF2-40B4-BE49-F238E27FC236}">
                <a16:creationId xmlns:a16="http://schemas.microsoft.com/office/drawing/2014/main" id="{1F77F98D-119A-D7CC-6114-E438084BA506}"/>
              </a:ext>
            </a:extLst>
          </p:cNvPr>
          <p:cNvCxnSpPr>
            <a:cxnSpLocks/>
          </p:cNvCxnSpPr>
          <p:nvPr/>
        </p:nvCxnSpPr>
        <p:spPr>
          <a:xfrm flipV="1">
            <a:off x="4408736" y="5301220"/>
            <a:ext cx="0" cy="236261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Elbow Connector 434">
            <a:extLst>
              <a:ext uri="{FF2B5EF4-FFF2-40B4-BE49-F238E27FC236}">
                <a16:creationId xmlns:a16="http://schemas.microsoft.com/office/drawing/2014/main" id="{2EE2A6B0-5F6F-7253-E3CB-A7BF7FF192A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77509" y="4577033"/>
            <a:ext cx="1646116" cy="274779"/>
          </a:xfrm>
          <a:prstGeom prst="bentConnector3">
            <a:avLst>
              <a:gd name="adj1" fmla="val 91265"/>
            </a:avLst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132C1E8B-2200-2712-D8D6-8B1C107A643A}"/>
              </a:ext>
            </a:extLst>
          </p:cNvPr>
          <p:cNvCxnSpPr>
            <a:cxnSpLocks/>
          </p:cNvCxnSpPr>
          <p:nvPr/>
        </p:nvCxnSpPr>
        <p:spPr>
          <a:xfrm flipV="1">
            <a:off x="7883379" y="4657965"/>
            <a:ext cx="0" cy="879516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Straight Arrow Connector 447">
            <a:extLst>
              <a:ext uri="{FF2B5EF4-FFF2-40B4-BE49-F238E27FC236}">
                <a16:creationId xmlns:a16="http://schemas.microsoft.com/office/drawing/2014/main" id="{E7F17C67-D5ED-FF65-78E5-1607AD7DF6FE}"/>
              </a:ext>
            </a:extLst>
          </p:cNvPr>
          <p:cNvCxnSpPr>
            <a:cxnSpLocks/>
          </p:cNvCxnSpPr>
          <p:nvPr/>
        </p:nvCxnSpPr>
        <p:spPr>
          <a:xfrm flipH="1" flipV="1">
            <a:off x="8608065" y="4473876"/>
            <a:ext cx="0" cy="1063605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468">
            <a:extLst>
              <a:ext uri="{FF2B5EF4-FFF2-40B4-BE49-F238E27FC236}">
                <a16:creationId xmlns:a16="http://schemas.microsoft.com/office/drawing/2014/main" id="{36798DE7-C2A7-1BA5-D837-E61BA48CD94F}"/>
              </a:ext>
            </a:extLst>
          </p:cNvPr>
          <p:cNvCxnSpPr>
            <a:cxnSpLocks/>
          </p:cNvCxnSpPr>
          <p:nvPr/>
        </p:nvCxnSpPr>
        <p:spPr>
          <a:xfrm flipV="1">
            <a:off x="6768025" y="4402393"/>
            <a:ext cx="0" cy="1135088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B448AC6D-4155-F4FD-40E7-7F88ECCCD76B}"/>
              </a:ext>
            </a:extLst>
          </p:cNvPr>
          <p:cNvGrpSpPr/>
          <p:nvPr/>
        </p:nvGrpSpPr>
        <p:grpSpPr>
          <a:xfrm>
            <a:off x="6261052" y="4187510"/>
            <a:ext cx="2859576" cy="605832"/>
            <a:chOff x="6261052" y="4187510"/>
            <a:chExt cx="2859576" cy="605832"/>
          </a:xfrm>
        </p:grpSpPr>
        <p:cxnSp>
          <p:nvCxnSpPr>
            <p:cNvPr id="420" name="Elbow Connector 419">
              <a:extLst>
                <a:ext uri="{FF2B5EF4-FFF2-40B4-BE49-F238E27FC236}">
                  <a16:creationId xmlns:a16="http://schemas.microsoft.com/office/drawing/2014/main" id="{F9E7C525-B373-F768-A293-6CE8B87C0254}"/>
                </a:ext>
              </a:extLst>
            </p:cNvPr>
            <p:cNvCxnSpPr/>
            <p:nvPr/>
          </p:nvCxnSpPr>
          <p:spPr>
            <a:xfrm>
              <a:off x="6389559" y="4187510"/>
              <a:ext cx="2501519" cy="605832"/>
            </a:xfrm>
            <a:prstGeom prst="bentConnector3">
              <a:avLst>
                <a:gd name="adj1" fmla="val -363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88900">
                <a:srgbClr val="011223">
                  <a:alpha val="90000"/>
                </a:srgb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Elbow Connector 420">
              <a:extLst>
                <a:ext uri="{FF2B5EF4-FFF2-40B4-BE49-F238E27FC236}">
                  <a16:creationId xmlns:a16="http://schemas.microsoft.com/office/drawing/2014/main" id="{5BE7911F-72E8-0B32-FC94-86D207B112FE}"/>
                </a:ext>
              </a:extLst>
            </p:cNvPr>
            <p:cNvCxnSpPr>
              <a:cxnSpLocks/>
              <a:endCxn id="419" idx="1"/>
            </p:cNvCxnSpPr>
            <p:nvPr/>
          </p:nvCxnSpPr>
          <p:spPr>
            <a:xfrm rot="5400000" flipH="1" flipV="1">
              <a:off x="8879358" y="4552072"/>
              <a:ext cx="252992" cy="229548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Elbow Connector 423">
              <a:extLst>
                <a:ext uri="{FF2B5EF4-FFF2-40B4-BE49-F238E27FC236}">
                  <a16:creationId xmlns:a16="http://schemas.microsoft.com/office/drawing/2014/main" id="{963F8D21-9504-A696-D520-F71635A2EB5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7322511" y="4361210"/>
              <a:ext cx="518548" cy="328277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Arrow Connector 393">
              <a:extLst>
                <a:ext uri="{FF2B5EF4-FFF2-40B4-BE49-F238E27FC236}">
                  <a16:creationId xmlns:a16="http://schemas.microsoft.com/office/drawing/2014/main" id="{8FE71838-9C5F-B914-2A9F-A38451B880E6}"/>
                </a:ext>
              </a:extLst>
            </p:cNvPr>
            <p:cNvCxnSpPr/>
            <p:nvPr/>
          </p:nvCxnSpPr>
          <p:spPr>
            <a:xfrm flipV="1">
              <a:off x="6261052" y="4187510"/>
              <a:ext cx="365760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2" name="TextBox 421">
            <a:extLst>
              <a:ext uri="{FF2B5EF4-FFF2-40B4-BE49-F238E27FC236}">
                <a16:creationId xmlns:a16="http://schemas.microsoft.com/office/drawing/2014/main" id="{D14DAFC3-26A2-9802-AF09-ACF5C3CC84FB}"/>
              </a:ext>
            </a:extLst>
          </p:cNvPr>
          <p:cNvSpPr txBox="1"/>
          <p:nvPr/>
        </p:nvSpPr>
        <p:spPr>
          <a:xfrm>
            <a:off x="6156892" y="4747081"/>
            <a:ext cx="69442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R[rs2]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F573DE-8838-78F9-E3E3-BEBE62D9E23E}"/>
              </a:ext>
            </a:extLst>
          </p:cNvPr>
          <p:cNvSpPr txBox="1"/>
          <p:nvPr/>
        </p:nvSpPr>
        <p:spPr>
          <a:xfrm>
            <a:off x="4789384" y="4884927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imm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485CE3-E85D-F6A7-B3A9-EC0B9A3EC62B}"/>
              </a:ext>
            </a:extLst>
          </p:cNvPr>
          <p:cNvCxnSpPr>
            <a:cxnSpLocks/>
          </p:cNvCxnSpPr>
          <p:nvPr/>
        </p:nvCxnSpPr>
        <p:spPr>
          <a:xfrm flipV="1">
            <a:off x="1772305" y="3654124"/>
            <a:ext cx="365760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642A1D5-DB76-9CB8-28A6-7F1CC11AE583}"/>
              </a:ext>
            </a:extLst>
          </p:cNvPr>
          <p:cNvSpPr txBox="1"/>
          <p:nvPr/>
        </p:nvSpPr>
        <p:spPr>
          <a:xfrm>
            <a:off x="1968985" y="2379486"/>
            <a:ext cx="35458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83E1EEE-D751-FB06-83EB-FB3F54CA085C}"/>
              </a:ext>
            </a:extLst>
          </p:cNvPr>
          <p:cNvCxnSpPr>
            <a:cxnSpLocks/>
          </p:cNvCxnSpPr>
          <p:nvPr/>
        </p:nvCxnSpPr>
        <p:spPr>
          <a:xfrm flipH="1">
            <a:off x="2270690" y="2496757"/>
            <a:ext cx="182880" cy="0"/>
          </a:xfrm>
          <a:prstGeom prst="line">
            <a:avLst/>
          </a:prstGeom>
          <a:ln w="19050">
            <a:solidFill>
              <a:schemeClr val="bg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4" name="TextBox 473">
            <a:extLst>
              <a:ext uri="{FF2B5EF4-FFF2-40B4-BE49-F238E27FC236}">
                <a16:creationId xmlns:a16="http://schemas.microsoft.com/office/drawing/2014/main" id="{E2CFC265-18C9-A380-E6FC-D41A62761634}"/>
              </a:ext>
            </a:extLst>
          </p:cNvPr>
          <p:cNvSpPr txBox="1"/>
          <p:nvPr/>
        </p:nvSpPr>
        <p:spPr>
          <a:xfrm>
            <a:off x="10106672" y="3711143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mem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cxnSp>
        <p:nvCxnSpPr>
          <p:cNvPr id="477" name="Straight Arrow Connector 476">
            <a:extLst>
              <a:ext uri="{FF2B5EF4-FFF2-40B4-BE49-F238E27FC236}">
                <a16:creationId xmlns:a16="http://schemas.microsoft.com/office/drawing/2014/main" id="{4AC0DC32-B58A-1D04-91F4-923106873D68}"/>
              </a:ext>
            </a:extLst>
          </p:cNvPr>
          <p:cNvCxnSpPr>
            <a:cxnSpLocks/>
          </p:cNvCxnSpPr>
          <p:nvPr/>
        </p:nvCxnSpPr>
        <p:spPr>
          <a:xfrm flipV="1">
            <a:off x="10142760" y="3707112"/>
            <a:ext cx="403456" cy="7631"/>
          </a:xfrm>
          <a:prstGeom prst="straightConnector1">
            <a:avLst/>
          </a:prstGeom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BF99C05E-63FB-8BA2-FD43-EBA7D2040B74}"/>
              </a:ext>
            </a:extLst>
          </p:cNvPr>
          <p:cNvSpPr txBox="1"/>
          <p:nvPr/>
        </p:nvSpPr>
        <p:spPr>
          <a:xfrm>
            <a:off x="10063299" y="2866316"/>
            <a:ext cx="5245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BF77781F-0A96-CDC8-9546-E85AC6556BA4}"/>
              </a:ext>
            </a:extLst>
          </p:cNvPr>
          <p:cNvGrpSpPr/>
          <p:nvPr/>
        </p:nvGrpSpPr>
        <p:grpSpPr>
          <a:xfrm>
            <a:off x="3802643" y="2375192"/>
            <a:ext cx="7334708" cy="1031999"/>
            <a:chOff x="3802643" y="2375192"/>
            <a:chExt cx="7334708" cy="1031999"/>
          </a:xfrm>
          <a:effectLst>
            <a:glow rad="101600">
              <a:srgbClr val="011223">
                <a:alpha val="75938"/>
              </a:srgbClr>
            </a:glow>
          </a:effectLst>
        </p:grpSpPr>
        <p:cxnSp>
          <p:nvCxnSpPr>
            <p:cNvPr id="63" name="Elbow Connector 62">
              <a:extLst>
                <a:ext uri="{FF2B5EF4-FFF2-40B4-BE49-F238E27FC236}">
                  <a16:creationId xmlns:a16="http://schemas.microsoft.com/office/drawing/2014/main" id="{A9DCB15C-F8DA-3A4D-FE68-DC21E0A19E76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 rot="16200000" flipH="1">
              <a:off x="3970539" y="2216906"/>
              <a:ext cx="657210" cy="993002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679E75D8-9047-386D-F76B-29083F8B6049}"/>
                </a:ext>
              </a:extLst>
            </p:cNvPr>
            <p:cNvCxnSpPr>
              <a:cxnSpLocks/>
              <a:stCxn id="184" idx="0"/>
            </p:cNvCxnSpPr>
            <p:nvPr/>
          </p:nvCxnSpPr>
          <p:spPr>
            <a:xfrm>
              <a:off x="3802643" y="2384802"/>
              <a:ext cx="7334708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Elbow Connector 467">
              <a:extLst>
                <a:ext uri="{FF2B5EF4-FFF2-40B4-BE49-F238E27FC236}">
                  <a16:creationId xmlns:a16="http://schemas.microsoft.com/office/drawing/2014/main" id="{EB330742-7B5E-CC00-9B4B-25318902B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17058" y="2375192"/>
              <a:ext cx="320293" cy="1031999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>
            <a:extLst>
              <a:ext uri="{FF2B5EF4-FFF2-40B4-BE49-F238E27FC236}">
                <a16:creationId xmlns:a16="http://schemas.microsoft.com/office/drawing/2014/main" id="{CE4D1E91-5BB3-AD5D-50C3-E2EFFFDAA844}"/>
              </a:ext>
            </a:extLst>
          </p:cNvPr>
          <p:cNvSpPr txBox="1"/>
          <p:nvPr/>
        </p:nvSpPr>
        <p:spPr>
          <a:xfrm>
            <a:off x="504032" y="3739819"/>
            <a:ext cx="4395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alu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422D60E-0A28-E833-12C1-E4ADDAB46E0E}"/>
              </a:ext>
            </a:extLst>
          </p:cNvPr>
          <p:cNvGrpSpPr/>
          <p:nvPr/>
        </p:nvGrpSpPr>
        <p:grpSpPr>
          <a:xfrm>
            <a:off x="447040" y="2119597"/>
            <a:ext cx="10102338" cy="1848344"/>
            <a:chOff x="447040" y="2119597"/>
            <a:chExt cx="10102338" cy="1848344"/>
          </a:xfrm>
        </p:grpSpPr>
        <p:cxnSp>
          <p:nvCxnSpPr>
            <p:cNvPr id="504" name="Elbow Connector 503">
              <a:extLst>
                <a:ext uri="{FF2B5EF4-FFF2-40B4-BE49-F238E27FC236}">
                  <a16:creationId xmlns:a16="http://schemas.microsoft.com/office/drawing/2014/main" id="{545AEF17-93FD-B834-03F3-DF1BCE995142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447086" y="2119598"/>
              <a:ext cx="8482220" cy="1848343"/>
            </a:xfrm>
            <a:prstGeom prst="bentConnector3">
              <a:avLst>
                <a:gd name="adj1" fmla="val -51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  <a:effectLst>
              <a:glow rad="101600">
                <a:schemeClr val="tx1">
                  <a:alpha val="67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Elbow Connector 509">
              <a:extLst>
                <a:ext uri="{FF2B5EF4-FFF2-40B4-BE49-F238E27FC236}">
                  <a16:creationId xmlns:a16="http://schemas.microsoft.com/office/drawing/2014/main" id="{46A30796-990A-5191-221B-7F207D30777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-147367" y="2714004"/>
              <a:ext cx="1656098" cy="467284"/>
            </a:xfrm>
            <a:prstGeom prst="bentConnector2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DE232997-8AEF-6BA3-F4F7-F01B45ECB28F}"/>
                </a:ext>
              </a:extLst>
            </p:cNvPr>
            <p:cNvCxnSpPr>
              <a:cxnSpLocks/>
              <a:stCxn id="465" idx="3"/>
            </p:cNvCxnSpPr>
            <p:nvPr/>
          </p:nvCxnSpPr>
          <p:spPr>
            <a:xfrm>
              <a:off x="8929306" y="3376628"/>
              <a:ext cx="162007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headEnd type="oval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Arrow Connector 493">
              <a:extLst>
                <a:ext uri="{FF2B5EF4-FFF2-40B4-BE49-F238E27FC236}">
                  <a16:creationId xmlns:a16="http://schemas.microsoft.com/office/drawing/2014/main" id="{BCA17D39-6D51-2453-B1FF-D6F1731AF61B}"/>
                </a:ext>
              </a:extLst>
            </p:cNvPr>
            <p:cNvCxnSpPr>
              <a:cxnSpLocks/>
            </p:cNvCxnSpPr>
            <p:nvPr/>
          </p:nvCxnSpPr>
          <p:spPr>
            <a:xfrm>
              <a:off x="8861193" y="3967940"/>
              <a:ext cx="297442" cy="0"/>
            </a:xfrm>
            <a:prstGeom prst="straightConnector1">
              <a:avLst/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TextBox 150">
            <a:extLst>
              <a:ext uri="{FF2B5EF4-FFF2-40B4-BE49-F238E27FC236}">
                <a16:creationId xmlns:a16="http://schemas.microsoft.com/office/drawing/2014/main" id="{2112C1D6-C9BD-FD21-B510-C998BBC54D2D}"/>
              </a:ext>
            </a:extLst>
          </p:cNvPr>
          <p:cNvSpPr txBox="1"/>
          <p:nvPr/>
        </p:nvSpPr>
        <p:spPr>
          <a:xfrm>
            <a:off x="2780297" y="5579638"/>
            <a:ext cx="1034257" cy="2425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[31:0]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B2D4E124-34D1-B76B-6C4D-74CC9F82FDB6}"/>
              </a:ext>
            </a:extLst>
          </p:cNvPr>
          <p:cNvSpPr txBox="1"/>
          <p:nvPr/>
        </p:nvSpPr>
        <p:spPr>
          <a:xfrm>
            <a:off x="6690773" y="5779625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BrEq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951B3A06-A6F0-332E-930C-BB2893364C86}"/>
              </a:ext>
            </a:extLst>
          </p:cNvPr>
          <p:cNvSpPr txBox="1"/>
          <p:nvPr/>
        </p:nvSpPr>
        <p:spPr>
          <a:xfrm>
            <a:off x="6954558" y="5545178"/>
            <a:ext cx="556563" cy="2562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85000"/>
              </a:lnSpc>
            </a:pPr>
            <a:r>
              <a:rPr lang="en-US" sz="12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BrLT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FBBB9E2E-60E2-C50F-7D62-529060533400}"/>
              </a:ext>
            </a:extLst>
          </p:cNvPr>
          <p:cNvCxnSpPr>
            <a:cxnSpLocks/>
          </p:cNvCxnSpPr>
          <p:nvPr/>
        </p:nvCxnSpPr>
        <p:spPr>
          <a:xfrm flipV="1">
            <a:off x="10664370" y="3759701"/>
            <a:ext cx="0" cy="1767040"/>
          </a:xfrm>
          <a:prstGeom prst="straightConnector1">
            <a:avLst/>
          </a:prstGeom>
          <a:ln w="1270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>
            <a:extLst>
              <a:ext uri="{FF2B5EF4-FFF2-40B4-BE49-F238E27FC236}">
                <a16:creationId xmlns:a16="http://schemas.microsoft.com/office/drawing/2014/main" id="{3EFD952D-4A1C-5BED-FED9-DB51A07B70B1}"/>
              </a:ext>
            </a:extLst>
          </p:cNvPr>
          <p:cNvSpPr/>
          <p:nvPr/>
        </p:nvSpPr>
        <p:spPr>
          <a:xfrm>
            <a:off x="324172" y="5540557"/>
            <a:ext cx="10627823" cy="74106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6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Control Logic</a:t>
            </a: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B94FCF87-33FF-9895-2806-3E98526718DB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73" name="Elbow Connector 172">
              <a:extLst>
                <a:ext uri="{FF2B5EF4-FFF2-40B4-BE49-F238E27FC236}">
                  <a16:creationId xmlns:a16="http://schemas.microsoft.com/office/drawing/2014/main" id="{A46DDBC1-A2E0-6B9E-B86F-022390138C51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28575">
              <a:solidFill>
                <a:schemeClr val="bg1"/>
              </a:solidFill>
              <a:headEnd type="oval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0D76803-898E-0023-85AA-9242B6825C36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23360" cy="0"/>
            </a:xfrm>
            <a:prstGeom prst="line">
              <a:avLst/>
            </a:prstGeom>
            <a:ln w="28575">
              <a:solidFill>
                <a:schemeClr val="bg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Elbow Connector 174">
              <a:extLst>
                <a:ext uri="{FF2B5EF4-FFF2-40B4-BE49-F238E27FC236}">
                  <a16:creationId xmlns:a16="http://schemas.microsoft.com/office/drawing/2014/main" id="{DC6DE430-8E61-D0EF-4261-0C7FB3641CF8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28575">
              <a:solidFill>
                <a:schemeClr val="bg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ectangle 307">
            <a:extLst>
              <a:ext uri="{FF2B5EF4-FFF2-40B4-BE49-F238E27FC236}">
                <a16:creationId xmlns:a16="http://schemas.microsoft.com/office/drawing/2014/main" id="{DAEB145B-4606-F607-8BA4-A26175BF4365}"/>
              </a:ext>
            </a:extLst>
          </p:cNvPr>
          <p:cNvSpPr/>
          <p:nvPr/>
        </p:nvSpPr>
        <p:spPr>
          <a:xfrm>
            <a:off x="4805939" y="2918076"/>
            <a:ext cx="1440473" cy="165509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pPr>
              <a:spcBef>
                <a:spcPts val="4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wdata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1000"/>
              </a:spcBef>
            </a:pPr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rd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rs1	rdata1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rs2	</a:t>
            </a:r>
          </a:p>
          <a:p>
            <a:pPr>
              <a:spcBef>
                <a:spcPts val="400"/>
              </a:spcBef>
              <a:tabLst>
                <a:tab pos="1249363" algn="r"/>
              </a:tabLst>
            </a:pPr>
            <a:r>
              <a:rPr lang="en-US" sz="1400" i="1" dirty="0">
                <a:solidFill>
                  <a:schemeClr val="bg1"/>
                </a:solidFill>
                <a:latin typeface="18 VAG Rounded Light   02390" pitchFamily="2" charset="0"/>
              </a:rPr>
              <a:t>	rdata2</a:t>
            </a:r>
          </a:p>
          <a:p>
            <a:r>
              <a:rPr lang="en-US" sz="16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RegFile</a:t>
            </a:r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F05EA60-ADB8-8EA8-1419-17629379C2CD}"/>
              </a:ext>
            </a:extLst>
          </p:cNvPr>
          <p:cNvSpPr txBox="1"/>
          <p:nvPr/>
        </p:nvSpPr>
        <p:spPr>
          <a:xfrm>
            <a:off x="7468738" y="1158485"/>
            <a:ext cx="20420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Add </a:t>
            </a:r>
            <a:r>
              <a:rPr lang="en-US" sz="2000" b="1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PC + </a:t>
            </a:r>
            <a:r>
              <a:rPr lang="en-US" sz="2000" b="1" dirty="0" err="1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b="1" dirty="0">
                <a:solidFill>
                  <a:schemeClr val="accent1">
                    <a:alpha val="99000"/>
                  </a:schemeClr>
                </a:solidFill>
                <a:latin typeface="18 VAG Rounded Bold   07390" pitchFamily="2" charset="0"/>
              </a:rPr>
              <a:t>!</a:t>
            </a:r>
            <a:endParaRPr lang="en-US" sz="1800" b="1" dirty="0">
              <a:solidFill>
                <a:schemeClr val="accent1">
                  <a:alpha val="99000"/>
                </a:schemeClr>
              </a:solidFill>
              <a:latin typeface="18 VAG Rounded Bold   07390" pitchFamily="2" charset="0"/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225D2900-C5DA-FE6C-6494-9A9523CC1988}"/>
              </a:ext>
            </a:extLst>
          </p:cNvPr>
          <p:cNvSpPr txBox="1"/>
          <p:nvPr/>
        </p:nvSpPr>
        <p:spPr>
          <a:xfrm>
            <a:off x="657480" y="2967174"/>
            <a:ext cx="524503" cy="261610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pc+4</a:t>
            </a:r>
            <a:endParaRPr lang="en-US" sz="2000" dirty="0">
              <a:solidFill>
                <a:schemeClr val="accent2"/>
              </a:solidFill>
              <a:latin typeface="18 VAG Rounded Light   02390" pitchFamily="2" charset="0"/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1A8EF778-4145-DA4D-D2FB-120E3C3832AE}"/>
              </a:ext>
            </a:extLst>
          </p:cNvPr>
          <p:cNvCxnSpPr/>
          <p:nvPr/>
        </p:nvCxnSpPr>
        <p:spPr>
          <a:xfrm flipV="1">
            <a:off x="6024448" y="4561851"/>
            <a:ext cx="0" cy="118145"/>
          </a:xfrm>
          <a:prstGeom prst="line">
            <a:avLst/>
          </a:prstGeom>
          <a:ln w="19050">
            <a:solidFill>
              <a:schemeClr val="accent6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Rounded Rectangle 324">
            <a:extLst>
              <a:ext uri="{FF2B5EF4-FFF2-40B4-BE49-F238E27FC236}">
                <a16:creationId xmlns:a16="http://schemas.microsoft.com/office/drawing/2014/main" id="{93B5DE11-5882-38D0-CCE3-14AE22FAC814}"/>
              </a:ext>
            </a:extLst>
          </p:cNvPr>
          <p:cNvSpPr/>
          <p:nvPr/>
        </p:nvSpPr>
        <p:spPr>
          <a:xfrm>
            <a:off x="4095066" y="4684066"/>
            <a:ext cx="734547" cy="615137"/>
          </a:xfrm>
          <a:prstGeom prst="round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bg1"/>
                </a:solidFill>
                <a:latin typeface="18 VAG Rounded Light   02390" pitchFamily="2" charset="0"/>
              </a:rPr>
              <a:t>Imm</a:t>
            </a:r>
            <a:r>
              <a:rPr lang="en-US" sz="1400" dirty="0">
                <a:solidFill>
                  <a:schemeClr val="bg1"/>
                </a:solidFill>
                <a:latin typeface="18 VAG Rounded Light   02390" pitchFamily="2" charset="0"/>
              </a:rPr>
              <a:t>. Gen</a:t>
            </a:r>
          </a:p>
        </p:txBody>
      </p:sp>
      <p:sp>
        <p:nvSpPr>
          <p:cNvPr id="180" name="Trapezoid 179">
            <a:extLst>
              <a:ext uri="{FF2B5EF4-FFF2-40B4-BE49-F238E27FC236}">
                <a16:creationId xmlns:a16="http://schemas.microsoft.com/office/drawing/2014/main" id="{539BC8D0-3275-4184-4E25-DAF0E6EBF5E9}"/>
              </a:ext>
            </a:extLst>
          </p:cNvPr>
          <p:cNvSpPr/>
          <p:nvPr/>
        </p:nvSpPr>
        <p:spPr>
          <a:xfrm rot="5400000">
            <a:off x="10246632" y="3273351"/>
            <a:ext cx="873172" cy="267680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07" name="Rectangle 306">
            <a:extLst>
              <a:ext uri="{FF2B5EF4-FFF2-40B4-BE49-F238E27FC236}">
                <a16:creationId xmlns:a16="http://schemas.microsoft.com/office/drawing/2014/main" id="{6C8B30CA-2A80-1222-999C-A01CB2D1F570}"/>
              </a:ext>
            </a:extLst>
          </p:cNvPr>
          <p:cNvSpPr/>
          <p:nvPr/>
        </p:nvSpPr>
        <p:spPr>
          <a:xfrm>
            <a:off x="2124990" y="3375224"/>
            <a:ext cx="934483" cy="1152150"/>
          </a:xfrm>
          <a:prstGeom prst="rect">
            <a:avLst/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b"/>
          <a:lstStyle/>
          <a:p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addr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pPr algn="r"/>
            <a:r>
              <a:rPr lang="en-US" sz="1400" i="1" dirty="0" err="1">
                <a:solidFill>
                  <a:schemeClr val="bg1"/>
                </a:solidFill>
                <a:latin typeface="18 VAG Rounded Light   02390" pitchFamily="2" charset="0"/>
              </a:rPr>
              <a:t>inst</a:t>
            </a:r>
            <a:endParaRPr lang="en-US" sz="1400" i="1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endParaRPr lang="en-US" sz="1600" dirty="0">
              <a:solidFill>
                <a:schemeClr val="bg1"/>
              </a:solidFill>
              <a:latin typeface="18 VAG Rounded Light   02390" pitchFamily="2" charset="0"/>
            </a:endParaRPr>
          </a:p>
          <a:p>
            <a:r>
              <a:rPr lang="en-US" sz="1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IMEM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3C3776-E878-1427-BA7E-C0CFCBD334E9}"/>
              </a:ext>
            </a:extLst>
          </p:cNvPr>
          <p:cNvGrpSpPr/>
          <p:nvPr/>
        </p:nvGrpSpPr>
        <p:grpSpPr>
          <a:xfrm>
            <a:off x="1910968" y="2760283"/>
            <a:ext cx="5834958" cy="733940"/>
            <a:chOff x="1910968" y="2760283"/>
            <a:chExt cx="5834958" cy="733940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D3CE23AF-ACDE-C7FC-CBA8-01E07422C20B}"/>
                </a:ext>
              </a:extLst>
            </p:cNvPr>
            <p:cNvCxnSpPr/>
            <p:nvPr/>
          </p:nvCxnSpPr>
          <p:spPr>
            <a:xfrm flipV="1">
              <a:off x="1910968" y="2769647"/>
              <a:ext cx="1658892" cy="436843"/>
            </a:xfrm>
            <a:prstGeom prst="bentConnector4">
              <a:avLst>
                <a:gd name="adj1" fmla="val 100039"/>
                <a:gd name="adj2" fmla="val 45344"/>
              </a:avLst>
            </a:prstGeom>
            <a:ln w="57150">
              <a:solidFill>
                <a:schemeClr val="accent2"/>
              </a:solidFill>
              <a:headEnd type="oval" w="sm" len="sm"/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299BDA6-F90A-71F3-6627-A89CDF615F75}"/>
                </a:ext>
              </a:extLst>
            </p:cNvPr>
            <p:cNvCxnSpPr>
              <a:cxnSpLocks/>
            </p:cNvCxnSpPr>
            <p:nvPr/>
          </p:nvCxnSpPr>
          <p:spPr>
            <a:xfrm>
              <a:off x="3546252" y="2760283"/>
              <a:ext cx="4032504" cy="0"/>
            </a:xfrm>
            <a:prstGeom prst="line">
              <a:avLst/>
            </a:prstGeom>
            <a:ln w="57150">
              <a:solidFill>
                <a:schemeClr val="accent2"/>
              </a:solidFill>
              <a:tailEnd type="none" w="lg" len="lg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4E8B13CB-F9EC-EE77-CF35-BE8336D40A76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7285314" y="3033611"/>
              <a:ext cx="733939" cy="187285"/>
            </a:xfrm>
            <a:prstGeom prst="bentConnector3">
              <a:avLst>
                <a:gd name="adj1" fmla="val 99835"/>
              </a:avLst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Trapezoid 27">
            <a:extLst>
              <a:ext uri="{FF2B5EF4-FFF2-40B4-BE49-F238E27FC236}">
                <a16:creationId xmlns:a16="http://schemas.microsoft.com/office/drawing/2014/main" id="{4155C02D-9A76-CBA5-2C4C-B9F792870B27}"/>
              </a:ext>
            </a:extLst>
          </p:cNvPr>
          <p:cNvSpPr/>
          <p:nvPr/>
        </p:nvSpPr>
        <p:spPr>
          <a:xfrm rot="5400000">
            <a:off x="7564091" y="353794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F9C86D3-4040-B32A-D629-AA1691725CCD}"/>
              </a:ext>
            </a:extLst>
          </p:cNvPr>
          <p:cNvSpPr txBox="1"/>
          <p:nvPr/>
        </p:nvSpPr>
        <p:spPr>
          <a:xfrm>
            <a:off x="293424" y="1063996"/>
            <a:ext cx="26399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2"/>
                </a:solidFill>
                <a:latin typeface="18 VAG Rounded Light   02390" pitchFamily="2" charset="0"/>
              </a:rPr>
              <a:t>Increment PC to next instruction.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5B640F3-1774-DB8D-1934-DE073BCD1312}"/>
              </a:ext>
            </a:extLst>
          </p:cNvPr>
          <p:cNvSpPr txBox="1"/>
          <p:nvPr/>
        </p:nvSpPr>
        <p:spPr>
          <a:xfrm>
            <a:off x="9804538" y="1063996"/>
            <a:ext cx="23325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4"/>
                </a:solidFill>
                <a:latin typeface="18 VAG Rounded Light   02390" pitchFamily="2" charset="0"/>
              </a:rPr>
              <a:t>Write result to destination register.</a:t>
            </a:r>
          </a:p>
        </p:txBody>
      </p:sp>
      <p:sp>
        <p:nvSpPr>
          <p:cNvPr id="39" name="Trapezoid 38">
            <a:extLst>
              <a:ext uri="{FF2B5EF4-FFF2-40B4-BE49-F238E27FC236}">
                <a16:creationId xmlns:a16="http://schemas.microsoft.com/office/drawing/2014/main" id="{E8A61293-EE75-4EE7-4A97-55471BEC8660}"/>
              </a:ext>
            </a:extLst>
          </p:cNvPr>
          <p:cNvSpPr/>
          <p:nvPr/>
        </p:nvSpPr>
        <p:spPr>
          <a:xfrm rot="5400000">
            <a:off x="7564091" y="4309794"/>
            <a:ext cx="598172" cy="234496"/>
          </a:xfrm>
          <a:prstGeom prst="trapezoid">
            <a:avLst>
              <a:gd name="adj" fmla="val 62818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40" name="Trapezoid 39">
            <a:extLst>
              <a:ext uri="{FF2B5EF4-FFF2-40B4-BE49-F238E27FC236}">
                <a16:creationId xmlns:a16="http://schemas.microsoft.com/office/drawing/2014/main" id="{80525AB4-A33C-150C-A5A0-D1A2B608A486}"/>
              </a:ext>
            </a:extLst>
          </p:cNvPr>
          <p:cNvSpPr/>
          <p:nvPr/>
        </p:nvSpPr>
        <p:spPr>
          <a:xfrm rot="5400000">
            <a:off x="630315" y="3510125"/>
            <a:ext cx="823357" cy="267680"/>
          </a:xfrm>
          <a:prstGeom prst="trapezoid">
            <a:avLst>
              <a:gd name="adj" fmla="val 85591"/>
            </a:avLst>
          </a:prstGeom>
          <a:noFill/>
          <a:ln w="28575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vert270" rtlCol="0" anchor="ctr"/>
          <a:lstStyle/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  <a:p>
            <a:pPr algn="ctr">
              <a:spcBef>
                <a:spcPts val="600"/>
              </a:spcBef>
            </a:pP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D0E9392-E243-80B4-E37F-D61131EEE98F}"/>
              </a:ext>
            </a:extLst>
          </p:cNvPr>
          <p:cNvGrpSpPr/>
          <p:nvPr/>
        </p:nvGrpSpPr>
        <p:grpSpPr>
          <a:xfrm>
            <a:off x="7709119" y="3492839"/>
            <a:ext cx="575756" cy="173786"/>
            <a:chOff x="7709119" y="3492839"/>
            <a:chExt cx="575756" cy="173786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6816B899-B60B-8F8F-5770-A77E5D070FCD}"/>
                </a:ext>
              </a:extLst>
            </p:cNvPr>
            <p:cNvCxnSpPr>
              <a:cxnSpLocks/>
            </p:cNvCxnSpPr>
            <p:nvPr/>
          </p:nvCxnSpPr>
          <p:spPr>
            <a:xfrm>
              <a:off x="7983123" y="3661650"/>
              <a:ext cx="301752" cy="1490"/>
            </a:xfrm>
            <a:prstGeom prst="straightConnector1">
              <a:avLst/>
            </a:prstGeom>
            <a:ln w="57150">
              <a:solidFill>
                <a:schemeClr val="accent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Freeform 44">
              <a:extLst>
                <a:ext uri="{FF2B5EF4-FFF2-40B4-BE49-F238E27FC236}">
                  <a16:creationId xmlns:a16="http://schemas.microsoft.com/office/drawing/2014/main" id="{BEA4D841-3FF5-8AA9-83C6-507F1844F2FE}"/>
                </a:ext>
              </a:extLst>
            </p:cNvPr>
            <p:cNvSpPr/>
            <p:nvPr/>
          </p:nvSpPr>
          <p:spPr>
            <a:xfrm>
              <a:off x="7709119" y="3492839"/>
              <a:ext cx="310910" cy="173786"/>
            </a:xfrm>
            <a:custGeom>
              <a:avLst/>
              <a:gdLst>
                <a:gd name="connsiteX0" fmla="*/ 0 w 532436"/>
                <a:gd name="connsiteY0" fmla="*/ 0 h 219937"/>
                <a:gd name="connsiteX1" fmla="*/ 57874 w 532436"/>
                <a:gd name="connsiteY1" fmla="*/ 23150 h 219937"/>
                <a:gd name="connsiteX2" fmla="*/ 127322 w 532436"/>
                <a:gd name="connsiteY2" fmla="*/ 34724 h 219937"/>
                <a:gd name="connsiteX3" fmla="*/ 208344 w 532436"/>
                <a:gd name="connsiteY3" fmla="*/ 57874 h 219937"/>
                <a:gd name="connsiteX4" fmla="*/ 231494 w 532436"/>
                <a:gd name="connsiteY4" fmla="*/ 81023 h 219937"/>
                <a:gd name="connsiteX5" fmla="*/ 300942 w 532436"/>
                <a:gd name="connsiteY5" fmla="*/ 127322 h 219937"/>
                <a:gd name="connsiteX6" fmla="*/ 324091 w 532436"/>
                <a:gd name="connsiteY6" fmla="*/ 162046 h 219937"/>
                <a:gd name="connsiteX7" fmla="*/ 393539 w 532436"/>
                <a:gd name="connsiteY7" fmla="*/ 185195 h 219937"/>
                <a:gd name="connsiteX8" fmla="*/ 416689 w 532436"/>
                <a:gd name="connsiteY8" fmla="*/ 208345 h 219937"/>
                <a:gd name="connsiteX9" fmla="*/ 497712 w 532436"/>
                <a:gd name="connsiteY9" fmla="*/ 208345 h 219937"/>
                <a:gd name="connsiteX10" fmla="*/ 532436 w 532436"/>
                <a:gd name="connsiteY10" fmla="*/ 173621 h 219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32436" h="219937">
                  <a:moveTo>
                    <a:pt x="0" y="0"/>
                  </a:moveTo>
                  <a:cubicBezTo>
                    <a:pt x="19291" y="7717"/>
                    <a:pt x="37829" y="17683"/>
                    <a:pt x="57874" y="23150"/>
                  </a:cubicBezTo>
                  <a:cubicBezTo>
                    <a:pt x="80516" y="29325"/>
                    <a:pt x="104309" y="30121"/>
                    <a:pt x="127322" y="34724"/>
                  </a:cubicBezTo>
                  <a:cubicBezTo>
                    <a:pt x="163652" y="41990"/>
                    <a:pt x="175252" y="46843"/>
                    <a:pt x="208344" y="57874"/>
                  </a:cubicBezTo>
                  <a:cubicBezTo>
                    <a:pt x="216061" y="65590"/>
                    <a:pt x="222764" y="74475"/>
                    <a:pt x="231494" y="81023"/>
                  </a:cubicBezTo>
                  <a:cubicBezTo>
                    <a:pt x="253752" y="97716"/>
                    <a:pt x="300942" y="127322"/>
                    <a:pt x="300942" y="127322"/>
                  </a:cubicBezTo>
                  <a:cubicBezTo>
                    <a:pt x="308658" y="138897"/>
                    <a:pt x="312295" y="154673"/>
                    <a:pt x="324091" y="162046"/>
                  </a:cubicBezTo>
                  <a:cubicBezTo>
                    <a:pt x="344783" y="174979"/>
                    <a:pt x="393539" y="185195"/>
                    <a:pt x="393539" y="185195"/>
                  </a:cubicBezTo>
                  <a:cubicBezTo>
                    <a:pt x="401256" y="192912"/>
                    <a:pt x="407331" y="202730"/>
                    <a:pt x="416689" y="208345"/>
                  </a:cubicBezTo>
                  <a:cubicBezTo>
                    <a:pt x="450875" y="228856"/>
                    <a:pt x="459955" y="217784"/>
                    <a:pt x="497712" y="208345"/>
                  </a:cubicBezTo>
                  <a:lnTo>
                    <a:pt x="532436" y="173621"/>
                  </a:lnTo>
                </a:path>
              </a:pathLst>
            </a:custGeom>
            <a:noFill/>
            <a:ln w="571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AD53B35-16DC-50B3-4E99-9E32ADB5E698}"/>
              </a:ext>
            </a:extLst>
          </p:cNvPr>
          <p:cNvCxnSpPr>
            <a:cxnSpLocks/>
          </p:cNvCxnSpPr>
          <p:nvPr/>
        </p:nvCxnSpPr>
        <p:spPr>
          <a:xfrm flipV="1">
            <a:off x="8833634" y="3382107"/>
            <a:ext cx="1709928" cy="594360"/>
          </a:xfrm>
          <a:prstGeom prst="bentConnector3">
            <a:avLst>
              <a:gd name="adj1" fmla="val 6354"/>
            </a:avLst>
          </a:prstGeom>
          <a:ln w="63500">
            <a:solidFill>
              <a:schemeClr val="accent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B444523-4B9D-DC0E-9E7E-64A7C12B2B8E}"/>
              </a:ext>
            </a:extLst>
          </p:cNvPr>
          <p:cNvSpPr txBox="1"/>
          <p:nvPr/>
        </p:nvSpPr>
        <p:spPr>
          <a:xfrm>
            <a:off x="3302715" y="3211102"/>
            <a:ext cx="1119217" cy="8053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[11:7]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[19:15]</a:t>
            </a:r>
          </a:p>
          <a:p>
            <a:pPr algn="l">
              <a:spcBef>
                <a:spcPts val="800"/>
              </a:spcBef>
            </a:pPr>
            <a:r>
              <a:rPr lang="en-US" sz="11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</a:t>
            </a:r>
            <a:r>
              <a:rPr lang="en-US" sz="11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[24:20]</a:t>
            </a:r>
          </a:p>
        </p:txBody>
      </p:sp>
      <p:grpSp>
        <p:nvGrpSpPr>
          <p:cNvPr id="490" name="Group 489">
            <a:extLst>
              <a:ext uri="{FF2B5EF4-FFF2-40B4-BE49-F238E27FC236}">
                <a16:creationId xmlns:a16="http://schemas.microsoft.com/office/drawing/2014/main" id="{26022757-0C11-3E9F-4549-D76CDC6A51ED}"/>
              </a:ext>
            </a:extLst>
          </p:cNvPr>
          <p:cNvGrpSpPr/>
          <p:nvPr/>
        </p:nvGrpSpPr>
        <p:grpSpPr>
          <a:xfrm>
            <a:off x="7694555" y="4427043"/>
            <a:ext cx="599285" cy="120728"/>
            <a:chOff x="7694555" y="4427043"/>
            <a:chExt cx="599285" cy="120728"/>
          </a:xfrm>
        </p:grpSpPr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301BD85-1EBD-E58B-6F2F-837BDB6B7258}"/>
                </a:ext>
              </a:extLst>
            </p:cNvPr>
            <p:cNvCxnSpPr>
              <a:cxnSpLocks/>
            </p:cNvCxnSpPr>
            <p:nvPr/>
          </p:nvCxnSpPr>
          <p:spPr>
            <a:xfrm>
              <a:off x="7992088" y="4427043"/>
              <a:ext cx="301752" cy="1490"/>
            </a:xfrm>
            <a:prstGeom prst="straightConnector1">
              <a:avLst/>
            </a:prstGeom>
            <a:ln w="57150">
              <a:solidFill>
                <a:schemeClr val="accent5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200CDCC1-5F57-E1EB-CEF5-D5D885CF9048}"/>
                </a:ext>
              </a:extLst>
            </p:cNvPr>
            <p:cNvSpPr/>
            <p:nvPr/>
          </p:nvSpPr>
          <p:spPr>
            <a:xfrm>
              <a:off x="7694555" y="4433106"/>
              <a:ext cx="405114" cy="114665"/>
            </a:xfrm>
            <a:custGeom>
              <a:avLst/>
              <a:gdLst>
                <a:gd name="connsiteX0" fmla="*/ 0 w 405114"/>
                <a:gd name="connsiteY0" fmla="*/ 150471 h 162045"/>
                <a:gd name="connsiteX1" fmla="*/ 57873 w 405114"/>
                <a:gd name="connsiteY1" fmla="*/ 162045 h 162045"/>
                <a:gd name="connsiteX2" fmla="*/ 104172 w 405114"/>
                <a:gd name="connsiteY2" fmla="*/ 150471 h 162045"/>
                <a:gd name="connsiteX3" fmla="*/ 208344 w 405114"/>
                <a:gd name="connsiteY3" fmla="*/ 92597 h 162045"/>
                <a:gd name="connsiteX4" fmla="*/ 254643 w 405114"/>
                <a:gd name="connsiteY4" fmla="*/ 46298 h 162045"/>
                <a:gd name="connsiteX5" fmla="*/ 358815 w 405114"/>
                <a:gd name="connsiteY5" fmla="*/ 0 h 162045"/>
                <a:gd name="connsiteX6" fmla="*/ 405114 w 405114"/>
                <a:gd name="connsiteY6" fmla="*/ 0 h 16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5114" h="162045">
                  <a:moveTo>
                    <a:pt x="0" y="150471"/>
                  </a:moveTo>
                  <a:cubicBezTo>
                    <a:pt x="19291" y="154329"/>
                    <a:pt x="38200" y="162045"/>
                    <a:pt x="57873" y="162045"/>
                  </a:cubicBezTo>
                  <a:cubicBezTo>
                    <a:pt x="73781" y="162045"/>
                    <a:pt x="88876" y="154841"/>
                    <a:pt x="104172" y="150471"/>
                  </a:cubicBezTo>
                  <a:cubicBezTo>
                    <a:pt x="144925" y="138827"/>
                    <a:pt x="175184" y="125757"/>
                    <a:pt x="208344" y="92597"/>
                  </a:cubicBezTo>
                  <a:cubicBezTo>
                    <a:pt x="223777" y="77164"/>
                    <a:pt x="236483" y="58405"/>
                    <a:pt x="254643" y="46298"/>
                  </a:cubicBezTo>
                  <a:cubicBezTo>
                    <a:pt x="286113" y="25318"/>
                    <a:pt x="317492" y="0"/>
                    <a:pt x="358815" y="0"/>
                  </a:cubicBezTo>
                  <a:lnTo>
                    <a:pt x="405114" y="0"/>
                  </a:lnTo>
                </a:path>
              </a:pathLst>
            </a:custGeom>
            <a:noFill/>
            <a:ln w="57150">
              <a:solidFill>
                <a:schemeClr val="accent5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FF81C925-D58C-A465-B546-6D17CB36F112}"/>
              </a:ext>
            </a:extLst>
          </p:cNvPr>
          <p:cNvGrpSpPr/>
          <p:nvPr/>
        </p:nvGrpSpPr>
        <p:grpSpPr>
          <a:xfrm>
            <a:off x="3062789" y="3429000"/>
            <a:ext cx="4683140" cy="2108511"/>
            <a:chOff x="3062789" y="3429000"/>
            <a:chExt cx="4683140" cy="210851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78279ECB-D1D4-BD94-33C2-183252490A2D}"/>
                </a:ext>
              </a:extLst>
            </p:cNvPr>
            <p:cNvGrpSpPr/>
            <p:nvPr/>
          </p:nvGrpSpPr>
          <p:grpSpPr>
            <a:xfrm>
              <a:off x="3191225" y="3962069"/>
              <a:ext cx="4554704" cy="1575442"/>
              <a:chOff x="3191225" y="3962068"/>
              <a:chExt cx="4554704" cy="1575442"/>
            </a:xfrm>
          </p:grpSpPr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13D4E56E-066D-1666-65FB-277AA578A4B2}"/>
                  </a:ext>
                </a:extLst>
              </p:cNvPr>
              <p:cNvCxnSpPr/>
              <p:nvPr/>
            </p:nvCxnSpPr>
            <p:spPr>
              <a:xfrm>
                <a:off x="3193946" y="3962068"/>
                <a:ext cx="0" cy="1575442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35957C3-FD44-8704-D6CD-EC8A4FF7ABD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91225" y="5015025"/>
                <a:ext cx="932688" cy="0"/>
              </a:xfrm>
              <a:prstGeom prst="straightConnector1">
                <a:avLst/>
              </a:prstGeom>
              <a:ln w="57150">
                <a:solidFill>
                  <a:schemeClr val="accent5"/>
                </a:solidFill>
                <a:headEnd type="oval" w="sm" len="sm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Elbow Connector 54">
                <a:extLst>
                  <a:ext uri="{FF2B5EF4-FFF2-40B4-BE49-F238E27FC236}">
                    <a16:creationId xmlns:a16="http://schemas.microsoft.com/office/drawing/2014/main" id="{3A757A92-DEA7-3C05-957A-7B168288204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H="1">
                <a:off x="4808959" y="4530234"/>
                <a:ext cx="2936970" cy="596712"/>
              </a:xfrm>
              <a:prstGeom prst="bentConnector3">
                <a:avLst>
                  <a:gd name="adj1" fmla="val 92537"/>
                </a:avLst>
              </a:prstGeom>
              <a:ln w="57150">
                <a:solidFill>
                  <a:schemeClr val="accent5"/>
                </a:solidFill>
                <a:tailEnd type="triangle" w="med" len="me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05" name="Elbow Connector 504">
              <a:extLst>
                <a:ext uri="{FF2B5EF4-FFF2-40B4-BE49-F238E27FC236}">
                  <a16:creationId xmlns:a16="http://schemas.microsoft.com/office/drawing/2014/main" id="{9E41DF0E-13D8-C375-680D-8BB9F887A0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62789" y="3429000"/>
              <a:ext cx="1765694" cy="524103"/>
            </a:xfrm>
            <a:prstGeom prst="bentConnector3">
              <a:avLst>
                <a:gd name="adj1" fmla="val 17967"/>
              </a:avLst>
            </a:prstGeom>
            <a:ln w="57150">
              <a:solidFill>
                <a:schemeClr val="accent5"/>
              </a:solidFill>
              <a:headEnd w="sm" len="sm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ED888A0A-568E-6928-3F29-141BB3A34FE8}"/>
              </a:ext>
            </a:extLst>
          </p:cNvPr>
          <p:cNvGrpSpPr/>
          <p:nvPr/>
        </p:nvGrpSpPr>
        <p:grpSpPr>
          <a:xfrm>
            <a:off x="668759" y="2260284"/>
            <a:ext cx="2699311" cy="1670895"/>
            <a:chOff x="668759" y="2260284"/>
            <a:chExt cx="2699311" cy="1670895"/>
          </a:xfrm>
        </p:grpSpPr>
        <p:grpSp>
          <p:nvGrpSpPr>
            <p:cNvPr id="177" name="Group 176">
              <a:extLst>
                <a:ext uri="{FF2B5EF4-FFF2-40B4-BE49-F238E27FC236}">
                  <a16:creationId xmlns:a16="http://schemas.microsoft.com/office/drawing/2014/main" id="{3A037F2E-CA6F-8A8B-347A-8A64B76B132E}"/>
                </a:ext>
              </a:extLst>
            </p:cNvPr>
            <p:cNvGrpSpPr/>
            <p:nvPr/>
          </p:nvGrpSpPr>
          <p:grpSpPr>
            <a:xfrm>
              <a:off x="668759" y="2260284"/>
              <a:ext cx="2699311" cy="1670895"/>
              <a:chOff x="668759" y="2260284"/>
              <a:chExt cx="2699311" cy="1670895"/>
            </a:xfrm>
          </p:grpSpPr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9BA4DA5-5E5F-9A1C-9957-826EAAD5E763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bg1"/>
                  </a:solidFill>
                  <a:latin typeface="18 VAG Rounded Light   02390" pitchFamily="2" charset="0"/>
                </a:endParaRPr>
              </a:p>
            </p:txBody>
          </p: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482A43EA-D183-EFB8-87CC-739A453D93F3}"/>
                  </a:ext>
                </a:extLst>
              </p:cNvPr>
              <p:cNvGrpSpPr/>
              <p:nvPr/>
            </p:nvGrpSpPr>
            <p:grpSpPr>
              <a:xfrm>
                <a:off x="668759" y="2260284"/>
                <a:ext cx="2699311" cy="1409285"/>
                <a:chOff x="668759" y="2260284"/>
                <a:chExt cx="2699311" cy="1409285"/>
              </a:xfrm>
              <a:effectLst>
                <a:glow rad="63500">
                  <a:schemeClr val="accent2">
                    <a:satMod val="175000"/>
                    <a:alpha val="40000"/>
                  </a:schemeClr>
                </a:glow>
              </a:effectLst>
            </p:grpSpPr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823EBBE5-D2B9-D525-1BCE-BD93EA53EC8E}"/>
                    </a:ext>
                  </a:extLst>
                </p:cNvPr>
                <p:cNvGrpSpPr/>
                <p:nvPr/>
              </p:nvGrpSpPr>
              <p:grpSpPr>
                <a:xfrm>
                  <a:off x="668759" y="2260284"/>
                  <a:ext cx="2699311" cy="1409285"/>
                  <a:chOff x="668759" y="2260284"/>
                  <a:chExt cx="2699311" cy="1409285"/>
                </a:xfrm>
              </p:grpSpPr>
              <p:cxnSp>
                <p:nvCxnSpPr>
                  <p:cNvPr id="186" name="Elbow Connector 185">
                    <a:extLst>
                      <a:ext uri="{FF2B5EF4-FFF2-40B4-BE49-F238E27FC236}">
                        <a16:creationId xmlns:a16="http://schemas.microsoft.com/office/drawing/2014/main" id="{87C5B93D-7960-B04B-4188-528D4CACBCD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91279" y="2758010"/>
                    <a:ext cx="1230930" cy="235480"/>
                  </a:xfrm>
                  <a:prstGeom prst="bentConnector2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7" name="Straight Arrow Connector 186">
                    <a:extLst>
                      <a:ext uri="{FF2B5EF4-FFF2-40B4-BE49-F238E27FC236}">
                        <a16:creationId xmlns:a16="http://schemas.microsoft.com/office/drawing/2014/main" id="{87D12A3E-84AD-9992-F755-B1C76213BF4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1170363" y="3643964"/>
                    <a:ext cx="274320" cy="0"/>
                  </a:xfrm>
                  <a:prstGeom prst="straightConnector1">
                    <a:avLst/>
                  </a:prstGeom>
                  <a:ln w="57150">
                    <a:solidFill>
                      <a:schemeClr val="accent2"/>
                    </a:solidFill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8" name="Group 187">
                    <a:extLst>
                      <a:ext uri="{FF2B5EF4-FFF2-40B4-BE49-F238E27FC236}">
                        <a16:creationId xmlns:a16="http://schemas.microsoft.com/office/drawing/2014/main" id="{1C332351-D2FE-E737-C0BE-DB79B41A5C45}"/>
                      </a:ext>
                    </a:extLst>
                  </p:cNvPr>
                  <p:cNvGrpSpPr/>
                  <p:nvPr/>
                </p:nvGrpSpPr>
                <p:grpSpPr>
                  <a:xfrm>
                    <a:off x="1780532" y="2965993"/>
                    <a:ext cx="673038" cy="703576"/>
                    <a:chOff x="1780532" y="2965993"/>
                    <a:chExt cx="673038" cy="703576"/>
                  </a:xfrm>
                </p:grpSpPr>
                <p:cxnSp>
                  <p:nvCxnSpPr>
                    <p:cNvPr id="191" name="Elbow Connector 190">
                      <a:extLst>
                        <a:ext uri="{FF2B5EF4-FFF2-40B4-BE49-F238E27FC236}">
                          <a16:creationId xmlns:a16="http://schemas.microsoft.com/office/drawing/2014/main" id="{D48FE486-FB28-9400-4629-9032DDBD1DF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 flipV="1">
                      <a:off x="1830481" y="3046480"/>
                      <a:ext cx="703576" cy="542602"/>
                    </a:xfrm>
                    <a:prstGeom prst="bentConnector3">
                      <a:avLst>
                        <a:gd name="adj1" fmla="val 100542"/>
                      </a:avLst>
                    </a:prstGeom>
                    <a:ln w="57150">
                      <a:solidFill>
                        <a:schemeClr val="accent2"/>
                      </a:solidFill>
                      <a:headEnd type="oval" w="sm" len="sm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6" name="Straight Connector 255">
                      <a:extLst>
                        <a:ext uri="{FF2B5EF4-FFF2-40B4-BE49-F238E27FC236}">
                          <a16:creationId xmlns:a16="http://schemas.microsoft.com/office/drawing/2014/main" id="{4AF117D7-80DA-F735-1193-B6D4C85DCA0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780532" y="3655540"/>
                      <a:ext cx="130436" cy="0"/>
                    </a:xfrm>
                    <a:prstGeom prst="line">
                      <a:avLst/>
                    </a:prstGeom>
                    <a:ln w="57150">
                      <a:solidFill>
                        <a:schemeClr val="accent2"/>
                      </a:solidFill>
                      <a:tailEnd type="none" w="lg" len="lg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cxnSp>
                <p:nvCxnSpPr>
                  <p:cNvPr id="189" name="Straight Connector 188">
                    <a:extLst>
                      <a:ext uri="{FF2B5EF4-FFF2-40B4-BE49-F238E27FC236}">
                        <a16:creationId xmlns:a16="http://schemas.microsoft.com/office/drawing/2014/main" id="{38F33CD2-9289-DA80-39A4-15D5F99F217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668759" y="2260284"/>
                    <a:ext cx="2697480" cy="1985"/>
                  </a:xfrm>
                  <a:prstGeom prst="line">
                    <a:avLst/>
                  </a:prstGeom>
                  <a:ln w="57150">
                    <a:solidFill>
                      <a:schemeClr val="accent2"/>
                    </a:solidFill>
                    <a:headEnd w="sm" len="sm"/>
                    <a:tailEnd type="none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0" name="Elbow Connector 189">
                    <a:extLst>
                      <a:ext uri="{FF2B5EF4-FFF2-40B4-BE49-F238E27FC236}">
                        <a16:creationId xmlns:a16="http://schemas.microsoft.com/office/drawing/2014/main" id="{3AF8B9B1-C3A6-09D7-8C2E-128783001D1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 flipV="1">
                    <a:off x="2993946" y="2363686"/>
                    <a:ext cx="477525" cy="270723"/>
                  </a:xfrm>
                  <a:prstGeom prst="bentConnector3">
                    <a:avLst>
                      <a:gd name="adj1" fmla="val -5318"/>
                    </a:avLst>
                  </a:prstGeom>
                  <a:ln w="57150">
                    <a:solidFill>
                      <a:schemeClr val="accent2"/>
                    </a:solidFill>
                    <a:headEnd w="sm" len="sm"/>
                    <a:tailEnd type="oval" w="sm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9477C449-20F2-76CF-13B8-5E43B13032CE}"/>
                    </a:ext>
                  </a:extLst>
                </p:cNvPr>
                <p:cNvSpPr/>
                <p:nvPr/>
              </p:nvSpPr>
              <p:spPr>
                <a:xfrm flipV="1">
                  <a:off x="881793" y="3462503"/>
                  <a:ext cx="405114" cy="183691"/>
                </a:xfrm>
                <a:custGeom>
                  <a:avLst/>
                  <a:gdLst>
                    <a:gd name="connsiteX0" fmla="*/ 0 w 405114"/>
                    <a:gd name="connsiteY0" fmla="*/ 150471 h 162045"/>
                    <a:gd name="connsiteX1" fmla="*/ 57873 w 405114"/>
                    <a:gd name="connsiteY1" fmla="*/ 162045 h 162045"/>
                    <a:gd name="connsiteX2" fmla="*/ 104172 w 405114"/>
                    <a:gd name="connsiteY2" fmla="*/ 150471 h 162045"/>
                    <a:gd name="connsiteX3" fmla="*/ 208344 w 405114"/>
                    <a:gd name="connsiteY3" fmla="*/ 92597 h 162045"/>
                    <a:gd name="connsiteX4" fmla="*/ 254643 w 405114"/>
                    <a:gd name="connsiteY4" fmla="*/ 46298 h 162045"/>
                    <a:gd name="connsiteX5" fmla="*/ 358815 w 405114"/>
                    <a:gd name="connsiteY5" fmla="*/ 0 h 162045"/>
                    <a:gd name="connsiteX6" fmla="*/ 405114 w 405114"/>
                    <a:gd name="connsiteY6" fmla="*/ 0 h 1620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405114" h="162045">
                      <a:moveTo>
                        <a:pt x="0" y="150471"/>
                      </a:moveTo>
                      <a:cubicBezTo>
                        <a:pt x="19291" y="154329"/>
                        <a:pt x="38200" y="162045"/>
                        <a:pt x="57873" y="162045"/>
                      </a:cubicBezTo>
                      <a:cubicBezTo>
                        <a:pt x="73781" y="162045"/>
                        <a:pt x="88876" y="154841"/>
                        <a:pt x="104172" y="150471"/>
                      </a:cubicBezTo>
                      <a:cubicBezTo>
                        <a:pt x="144925" y="138827"/>
                        <a:pt x="175184" y="125757"/>
                        <a:pt x="208344" y="92597"/>
                      </a:cubicBezTo>
                      <a:cubicBezTo>
                        <a:pt x="223777" y="77164"/>
                        <a:pt x="236483" y="58405"/>
                        <a:pt x="254643" y="46298"/>
                      </a:cubicBezTo>
                      <a:cubicBezTo>
                        <a:pt x="286113" y="25318"/>
                        <a:pt x="317492" y="0"/>
                        <a:pt x="358815" y="0"/>
                      </a:cubicBezTo>
                      <a:lnTo>
                        <a:pt x="405114" y="0"/>
                      </a:lnTo>
                    </a:path>
                  </a:pathLst>
                </a:custGeom>
                <a:noFill/>
                <a:ln w="57150">
                  <a:solidFill>
                    <a:schemeClr val="accent2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A8C67230-A11F-2321-02A5-5DAE2901D5DE}"/>
                  </a:ext>
                </a:extLst>
              </p:cNvPr>
              <p:cNvSpPr txBox="1"/>
              <p:nvPr/>
            </p:nvSpPr>
            <p:spPr>
              <a:xfrm>
                <a:off x="1733676" y="3669569"/>
                <a:ext cx="3545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0" lang="en-US" sz="11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2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+mn-ea"/>
                    <a:cs typeface="Courier New" panose="02070309020205020404" pitchFamily="49" charset="0"/>
                  </a:rPr>
                  <a:t>pc</a:t>
                </a:r>
                <a:endParaRPr lang="en-US" sz="2000" dirty="0">
                  <a:solidFill>
                    <a:schemeClr val="accent2"/>
                  </a:solidFill>
                  <a:latin typeface="18 VAG Rounded Light   02390" pitchFamily="2" charset="0"/>
                </a:endParaRPr>
              </a:p>
            </p:txBody>
          </p:sp>
        </p:grpSp>
        <p:cxnSp>
          <p:nvCxnSpPr>
            <p:cNvPr id="178" name="Straight Arrow Connector 177">
              <a:extLst>
                <a:ext uri="{FF2B5EF4-FFF2-40B4-BE49-F238E27FC236}">
                  <a16:creationId xmlns:a16="http://schemas.microsoft.com/office/drawing/2014/main" id="{58CCFF86-42C5-FC52-9122-C1AB323089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2305" y="3654124"/>
              <a:ext cx="365760" cy="0"/>
            </a:xfrm>
            <a:prstGeom prst="straightConnector1">
              <a:avLst/>
            </a:prstGeom>
            <a:ln w="57150">
              <a:solidFill>
                <a:schemeClr val="accent2"/>
              </a:solidFill>
              <a:tailEnd type="triangle" w="med" len="med"/>
            </a:ln>
            <a:effectLst>
              <a:glow rad="381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5873C4-2B36-631C-A219-0A17742053EC}"/>
              </a:ext>
            </a:extLst>
          </p:cNvPr>
          <p:cNvSpPr txBox="1"/>
          <p:nvPr/>
        </p:nvSpPr>
        <p:spPr>
          <a:xfrm>
            <a:off x="3131237" y="4777354"/>
            <a:ext cx="10342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1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inst</a:t>
            </a:r>
            <a:r>
              <a:rPr kumimoji="0" lang="en-US" sz="11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[31:7]</a:t>
            </a:r>
            <a:endParaRPr lang="en-US" sz="2000" dirty="0">
              <a:solidFill>
                <a:schemeClr val="bg1"/>
              </a:solidFill>
              <a:latin typeface="18 VAG Rounded Light   02390" pitchFamily="2" charset="0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4BB919-0B6B-4B50-CD3A-4BD1F8E5DCF5}"/>
              </a:ext>
            </a:extLst>
          </p:cNvPr>
          <p:cNvGrpSpPr/>
          <p:nvPr/>
        </p:nvGrpSpPr>
        <p:grpSpPr>
          <a:xfrm>
            <a:off x="3772163" y="2375192"/>
            <a:ext cx="7370064" cy="1050473"/>
            <a:chOff x="3772163" y="2375192"/>
            <a:chExt cx="7370064" cy="1050473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E22030-1E21-6E03-866B-6802057B849D}"/>
                </a:ext>
              </a:extLst>
            </p:cNvPr>
            <p:cNvGrpSpPr/>
            <p:nvPr/>
          </p:nvGrpSpPr>
          <p:grpSpPr>
            <a:xfrm>
              <a:off x="3772163" y="2375192"/>
              <a:ext cx="7370064" cy="1031999"/>
              <a:chOff x="3772163" y="2375192"/>
              <a:chExt cx="7370064" cy="1031999"/>
            </a:xfrm>
            <a:effectLst>
              <a:glow rad="101600">
                <a:srgbClr val="011223">
                  <a:alpha val="75938"/>
                </a:srgbClr>
              </a:glow>
            </a:effectLst>
          </p:grpSpPr>
          <p:cxnSp>
            <p:nvCxnSpPr>
              <p:cNvPr id="15" name="Elbow Connector 14">
                <a:extLst>
                  <a:ext uri="{FF2B5EF4-FFF2-40B4-BE49-F238E27FC236}">
                    <a16:creationId xmlns:a16="http://schemas.microsoft.com/office/drawing/2014/main" id="{0599AA69-E943-5B66-E756-FE62620FDA3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3970539" y="2216906"/>
                <a:ext cx="657210" cy="993002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EA7607C7-A99E-0275-4292-6DEEE1F95510}"/>
                  </a:ext>
                </a:extLst>
              </p:cNvPr>
              <p:cNvCxnSpPr/>
              <p:nvPr/>
            </p:nvCxnSpPr>
            <p:spPr>
              <a:xfrm>
                <a:off x="3772163" y="2384802"/>
                <a:ext cx="7370064" cy="0"/>
              </a:xfrm>
              <a:prstGeom prst="line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Elbow Connector 19">
                <a:extLst>
                  <a:ext uri="{FF2B5EF4-FFF2-40B4-BE49-F238E27FC236}">
                    <a16:creationId xmlns:a16="http://schemas.microsoft.com/office/drawing/2014/main" id="{554C9AC5-41BD-F10B-1C1F-D6F63EBB501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817058" y="2375192"/>
                <a:ext cx="320293" cy="1031999"/>
              </a:xfrm>
              <a:prstGeom prst="bentConnector2">
                <a:avLst/>
              </a:prstGeom>
              <a:ln w="57150">
                <a:solidFill>
                  <a:schemeClr val="accent4"/>
                </a:solidFill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F6E5F79-3C38-4580-5742-067C251B7212}"/>
                </a:ext>
              </a:extLst>
            </p:cNvPr>
            <p:cNvSpPr/>
            <p:nvPr/>
          </p:nvSpPr>
          <p:spPr>
            <a:xfrm>
              <a:off x="10485120" y="3403600"/>
              <a:ext cx="416560" cy="22065"/>
            </a:xfrm>
            <a:custGeom>
              <a:avLst/>
              <a:gdLst>
                <a:gd name="connsiteX0" fmla="*/ 0 w 416560"/>
                <a:gd name="connsiteY0" fmla="*/ 10160 h 22065"/>
                <a:gd name="connsiteX1" fmla="*/ 264160 w 416560"/>
                <a:gd name="connsiteY1" fmla="*/ 10160 h 22065"/>
                <a:gd name="connsiteX2" fmla="*/ 365760 w 416560"/>
                <a:gd name="connsiteY2" fmla="*/ 20320 h 22065"/>
                <a:gd name="connsiteX3" fmla="*/ 416560 w 416560"/>
                <a:gd name="connsiteY3" fmla="*/ 0 h 22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16560" h="22065">
                  <a:moveTo>
                    <a:pt x="0" y="10160"/>
                  </a:moveTo>
                  <a:cubicBezTo>
                    <a:pt x="133935" y="36947"/>
                    <a:pt x="-21356" y="10160"/>
                    <a:pt x="264160" y="10160"/>
                  </a:cubicBezTo>
                  <a:cubicBezTo>
                    <a:pt x="298196" y="10160"/>
                    <a:pt x="331893" y="16933"/>
                    <a:pt x="365760" y="20320"/>
                  </a:cubicBezTo>
                  <a:cubicBezTo>
                    <a:pt x="411046" y="8998"/>
                    <a:pt x="396526" y="20034"/>
                    <a:pt x="416560" y="0"/>
                  </a:cubicBezTo>
                </a:path>
              </a:pathLst>
            </a:custGeom>
            <a:noFill/>
            <a:ln w="57150">
              <a:solidFill>
                <a:schemeClr val="accent4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77D085D-893A-75A8-472A-C4FED9EA5252}"/>
              </a:ext>
            </a:extLst>
          </p:cNvPr>
          <p:cNvSpPr txBox="1"/>
          <p:nvPr/>
        </p:nvSpPr>
        <p:spPr>
          <a:xfrm>
            <a:off x="3486169" y="1063996"/>
            <a:ext cx="28312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Generate </a:t>
            </a:r>
            <a:r>
              <a:rPr lang="en-US" sz="2000" b="1" dirty="0" err="1">
                <a:solidFill>
                  <a:schemeClr val="accent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imm</a:t>
            </a:r>
            <a:r>
              <a:rPr lang="en-US" sz="2000" dirty="0">
                <a:solidFill>
                  <a:schemeClr val="accent5"/>
                </a:solidFill>
                <a:latin typeface="18 VAG Rounded Light   02390" pitchFamily="2" charset="0"/>
              </a:rPr>
              <a:t> with upper 20 bits. (U-Type)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BC0659-59C9-8625-38F1-77B0D4AF28EA}"/>
              </a:ext>
            </a:extLst>
          </p:cNvPr>
          <p:cNvSpPr txBox="1"/>
          <p:nvPr/>
        </p:nvSpPr>
        <p:spPr>
          <a:xfrm>
            <a:off x="8170665" y="1728050"/>
            <a:ext cx="2667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Don’t write to memory.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9422F0-E25D-E028-1F2B-600753386325}"/>
              </a:ext>
            </a:extLst>
          </p:cNvPr>
          <p:cNvSpPr txBox="1"/>
          <p:nvPr/>
        </p:nvSpPr>
        <p:spPr>
          <a:xfrm>
            <a:off x="1240668" y="6480818"/>
            <a:ext cx="40929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18 VAG Rounded Light   02390" pitchFamily="2" charset="0"/>
              </a:rPr>
              <a:t>(unselected data lines omitted from lighting)</a:t>
            </a:r>
          </a:p>
        </p:txBody>
      </p: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64C2CF26-3010-B47C-8403-742BF2F480D2}"/>
              </a:ext>
            </a:extLst>
          </p:cNvPr>
          <p:cNvGrpSpPr/>
          <p:nvPr/>
        </p:nvGrpSpPr>
        <p:grpSpPr>
          <a:xfrm>
            <a:off x="451516" y="5516420"/>
            <a:ext cx="10447307" cy="565283"/>
            <a:chOff x="451516" y="5516420"/>
            <a:chExt cx="10447307" cy="565283"/>
          </a:xfrm>
        </p:grpSpPr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1CA34506-3983-6231-7FF6-5CA92F394EA5}"/>
                </a:ext>
              </a:extLst>
            </p:cNvPr>
            <p:cNvSpPr txBox="1"/>
            <p:nvPr/>
          </p:nvSpPr>
          <p:spPr>
            <a:xfrm>
              <a:off x="7954131" y="5516420"/>
              <a:ext cx="460382" cy="5652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1"/>
                  </a:solidFill>
                  <a:latin typeface="18 VAG Rounded Light   02390" pitchFamily="2" charset="0"/>
                </a:rPr>
                <a:t>1</a:t>
              </a:r>
            </a:p>
            <a:p>
              <a:pPr algn="ctr">
                <a:lnSpc>
                  <a:spcPct val="85000"/>
                </a:lnSpc>
              </a:pP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BA4E05A4-95E0-B9E8-22BF-F0FEA4E4DAC1}"/>
                </a:ext>
              </a:extLst>
            </p:cNvPr>
            <p:cNvSpPr txBox="1"/>
            <p:nvPr/>
          </p:nvSpPr>
          <p:spPr>
            <a:xfrm>
              <a:off x="8421291" y="5536765"/>
              <a:ext cx="702436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ALUSel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1"/>
                  </a:solidFill>
                  <a:latin typeface="18 VAG Rounded Light   02390" pitchFamily="2" charset="0"/>
                </a:rPr>
                <a:t>Add</a:t>
              </a:r>
            </a:p>
          </p:txBody>
        </p:sp>
        <p:sp>
          <p:nvSpPr>
            <p:cNvPr id="482" name="TextBox 481">
              <a:extLst>
                <a:ext uri="{FF2B5EF4-FFF2-40B4-BE49-F238E27FC236}">
                  <a16:creationId xmlns:a16="http://schemas.microsoft.com/office/drawing/2014/main" id="{5F9973BE-CDBE-3217-5A60-608F47C9CAA6}"/>
                </a:ext>
              </a:extLst>
            </p:cNvPr>
            <p:cNvSpPr txBox="1"/>
            <p:nvPr/>
          </p:nvSpPr>
          <p:spPr>
            <a:xfrm>
              <a:off x="451516" y="5552421"/>
              <a:ext cx="1199367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PCSel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2"/>
                  </a:solidFill>
                  <a:latin typeface="18 VAG Rounded Light   02390" pitchFamily="2" charset="0"/>
                </a:rPr>
                <a:t>not taken(0)</a:t>
              </a:r>
            </a:p>
          </p:txBody>
        </p:sp>
        <p:sp>
          <p:nvSpPr>
            <p:cNvPr id="483" name="TextBox 482">
              <a:extLst>
                <a:ext uri="{FF2B5EF4-FFF2-40B4-BE49-F238E27FC236}">
                  <a16:creationId xmlns:a16="http://schemas.microsoft.com/office/drawing/2014/main" id="{2032CF99-3267-B2A9-FC94-6B8A64D120F5}"/>
                </a:ext>
              </a:extLst>
            </p:cNvPr>
            <p:cNvSpPr txBox="1"/>
            <p:nvPr/>
          </p:nvSpPr>
          <p:spPr>
            <a:xfrm>
              <a:off x="4062897" y="5543912"/>
              <a:ext cx="817853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ImmSel</a:t>
              </a:r>
              <a:endParaRPr lang="en-US" sz="16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600" dirty="0">
                  <a:solidFill>
                    <a:schemeClr val="accent5"/>
                  </a:solidFill>
                  <a:latin typeface="18 VAG Rounded Light   02390" pitchFamily="2" charset="0"/>
                </a:rPr>
                <a:t>U</a:t>
              </a:r>
            </a:p>
          </p:txBody>
        </p:sp>
        <p:sp>
          <p:nvSpPr>
            <p:cNvPr id="484" name="TextBox 483">
              <a:extLst>
                <a:ext uri="{FF2B5EF4-FFF2-40B4-BE49-F238E27FC236}">
                  <a16:creationId xmlns:a16="http://schemas.microsoft.com/office/drawing/2014/main" id="{D3F4D8ED-E6E6-8980-9913-A0DB5C870895}"/>
                </a:ext>
              </a:extLst>
            </p:cNvPr>
            <p:cNvSpPr txBox="1"/>
            <p:nvPr/>
          </p:nvSpPr>
          <p:spPr>
            <a:xfrm>
              <a:off x="5333604" y="5546001"/>
              <a:ext cx="885179" cy="5136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6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RegWEn</a:t>
              </a:r>
              <a:br>
                <a:rPr lang="en-US" sz="1600" dirty="0">
                  <a:solidFill>
                    <a:schemeClr val="accent3"/>
                  </a:solidFill>
                  <a:latin typeface="18 VAG Rounded Light   02390" pitchFamily="2" charset="0"/>
                </a:rPr>
              </a:br>
              <a:r>
                <a:rPr lang="en-US" sz="16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5" name="TextBox 484">
              <a:extLst>
                <a:ext uri="{FF2B5EF4-FFF2-40B4-BE49-F238E27FC236}">
                  <a16:creationId xmlns:a16="http://schemas.microsoft.com/office/drawing/2014/main" id="{A3840570-85F3-3372-CFFB-49539BE8A01C}"/>
                </a:ext>
              </a:extLst>
            </p:cNvPr>
            <p:cNvSpPr txBox="1"/>
            <p:nvPr/>
          </p:nvSpPr>
          <p:spPr>
            <a:xfrm>
              <a:off x="6409181" y="5547570"/>
              <a:ext cx="5020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BrUn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18 VAG Rounded Light   02390" pitchFamily="2" charset="0"/>
                </a:rPr>
                <a:t>*</a:t>
              </a:r>
            </a:p>
          </p:txBody>
        </p:sp>
        <p:sp>
          <p:nvSpPr>
            <p:cNvPr id="486" name="TextBox 485">
              <a:extLst>
                <a:ext uri="{FF2B5EF4-FFF2-40B4-BE49-F238E27FC236}">
                  <a16:creationId xmlns:a16="http://schemas.microsoft.com/office/drawing/2014/main" id="{8FC7BFB7-AF49-3152-E705-6C9A663FFA7A}"/>
                </a:ext>
              </a:extLst>
            </p:cNvPr>
            <p:cNvSpPr txBox="1"/>
            <p:nvPr/>
          </p:nvSpPr>
          <p:spPr>
            <a:xfrm>
              <a:off x="7558332" y="5516420"/>
              <a:ext cx="449161" cy="408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2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BSel</a:t>
              </a:r>
              <a:endParaRPr lang="en-US" sz="12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200" dirty="0">
                  <a:solidFill>
                    <a:schemeClr val="accent5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7" name="TextBox 486">
              <a:extLst>
                <a:ext uri="{FF2B5EF4-FFF2-40B4-BE49-F238E27FC236}">
                  <a16:creationId xmlns:a16="http://schemas.microsoft.com/office/drawing/2014/main" id="{ADA6EF0A-BB4A-EFCD-4849-3A4D136DCD14}"/>
                </a:ext>
              </a:extLst>
            </p:cNvPr>
            <p:cNvSpPr txBox="1"/>
            <p:nvPr/>
          </p:nvSpPr>
          <p:spPr>
            <a:xfrm>
              <a:off x="10252492" y="5549046"/>
              <a:ext cx="646331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WBSel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4"/>
                  </a:solidFill>
                  <a:latin typeface="18 VAG Rounded Light   02390" pitchFamily="2" charset="0"/>
                </a:rPr>
                <a:t>1</a:t>
              </a:r>
            </a:p>
          </p:txBody>
        </p:sp>
        <p:sp>
          <p:nvSpPr>
            <p:cNvPr id="488" name="TextBox 487">
              <a:extLst>
                <a:ext uri="{FF2B5EF4-FFF2-40B4-BE49-F238E27FC236}">
                  <a16:creationId xmlns:a16="http://schemas.microsoft.com/office/drawing/2014/main" id="{937A2519-8127-444D-7196-8390527204D0}"/>
                </a:ext>
              </a:extLst>
            </p:cNvPr>
            <p:cNvSpPr txBox="1"/>
            <p:nvPr/>
          </p:nvSpPr>
          <p:spPr>
            <a:xfrm>
              <a:off x="9285659" y="5547570"/>
              <a:ext cx="817853" cy="4609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1400" dirty="0" err="1">
                  <a:solidFill>
                    <a:schemeClr val="accent3"/>
                  </a:solidFill>
                  <a:latin typeface="18 VAG Rounded Light   02390" pitchFamily="2" charset="0"/>
                </a:rPr>
                <a:t>MemRW</a:t>
              </a:r>
              <a:endParaRPr lang="en-US" sz="1400" dirty="0">
                <a:solidFill>
                  <a:schemeClr val="accent3"/>
                </a:solidFill>
                <a:latin typeface="18 VAG Rounded Light   02390" pitchFamily="2" charset="0"/>
              </a:endParaRPr>
            </a:p>
            <a:p>
              <a:pPr algn="ctr">
                <a:lnSpc>
                  <a:spcPct val="85000"/>
                </a:lnSpc>
              </a:pPr>
              <a:r>
                <a:rPr lang="en-US" sz="1400" dirty="0">
                  <a:solidFill>
                    <a:schemeClr val="accent6"/>
                  </a:solidFill>
                  <a:latin typeface="18 VAG Rounded Light   02390" pitchFamily="2" charset="0"/>
                </a:rPr>
                <a:t>Read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99018168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CS61C-ly-new">
  <a:themeElements>
    <a:clrScheme name="Custom 10">
      <a:dk1>
        <a:srgbClr val="000000"/>
      </a:dk1>
      <a:lt1>
        <a:srgbClr val="FFFFFF"/>
      </a:lt1>
      <a:dk2>
        <a:srgbClr val="002E5D"/>
      </a:dk2>
      <a:lt2>
        <a:srgbClr val="E5DCD1"/>
      </a:lt2>
      <a:accent1>
        <a:srgbClr val="00BDE2"/>
      </a:accent1>
      <a:accent2>
        <a:srgbClr val="C6DAC3"/>
      </a:accent2>
      <a:accent3>
        <a:srgbClr val="FEC016"/>
      </a:accent3>
      <a:accent4>
        <a:srgbClr val="D9E056"/>
      </a:accent4>
      <a:accent5>
        <a:srgbClr val="EB1379"/>
      </a:accent5>
      <a:accent6>
        <a:srgbClr val="A97EFA"/>
      </a:accent6>
      <a:hlink>
        <a:srgbClr val="9ED1FF"/>
      </a:hlink>
      <a:folHlink>
        <a:srgbClr val="93C9F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tailEnd type="triangle" w="lg" len="lg"/>
        </a:ln>
      </a:spPr>
      <a:bodyPr rtlCol="0" anchor="ctr"/>
      <a:lstStyle>
        <a:defPPr algn="ctr">
          <a:defRPr sz="2000" dirty="0">
            <a:solidFill>
              <a:schemeClr val="accent1"/>
            </a:solidFill>
            <a:latin typeface="18 VAG Rounded Light   02390" pitchFamily="2" charset="0"/>
          </a:defRPr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solidFill>
              <a:schemeClr val="accent1"/>
            </a:solidFill>
            <a:latin typeface="18 VAG Rounded Light   0239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61C-ly-new" id="{DFFA2BFF-9357-A24D-A947-9735921D71C4}" vid="{3C32BE93-C896-F84B-BEA8-5E6C5AC7E2C8}"/>
    </a:ext>
  </a:extLst>
</a:theme>
</file>

<file path=ppt/theme/theme2.xml><?xml version="1.0" encoding="utf-8"?>
<a:theme xmlns:a="http://schemas.openxmlformats.org/drawingml/2006/main" name="Metro">
  <a:themeElements>
    <a:clrScheme name="Custom 1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134770"/>
      </a:hlink>
      <a:folHlink>
        <a:srgbClr val="7AF8CC"/>
      </a:folHlink>
    </a:clrScheme>
    <a:fontScheme name="Custom 1">
      <a:majorFont>
        <a:latin typeface="VAGRundschriftD"/>
        <a:ea typeface=""/>
        <a:cs typeface=""/>
      </a:majorFont>
      <a:minorFont>
        <a:latin typeface="VAGRundschriftD"/>
        <a:ea typeface=""/>
        <a:cs typeface="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400" dirty="0">
            <a:latin typeface="18 VAG Rounded Thin   55390" pitchFamily="2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CS61C-ly-new</Template>
  <TotalTime>24998</TotalTime>
  <Words>961</Words>
  <Application>Microsoft Macintosh PowerPoint</Application>
  <PresentationFormat>Widescreen</PresentationFormat>
  <Paragraphs>467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26" baseType="lpstr">
      <vt:lpstr>18 VAG Rounded Black   09390</vt:lpstr>
      <vt:lpstr>18 VAG Rounded Bold   07390</vt:lpstr>
      <vt:lpstr>18 VAG ROUNDED LIGHT   02390</vt:lpstr>
      <vt:lpstr>18 VAG ROUNDED LIGHT   02390</vt:lpstr>
      <vt:lpstr>18 VAG Rounded Thin   55390</vt:lpstr>
      <vt:lpstr>VAG Rundschrift D Light</vt:lpstr>
      <vt:lpstr>VAGRundschriftD</vt:lpstr>
      <vt:lpstr>VAGRundschriftDLig</vt:lpstr>
      <vt:lpstr>Arial</vt:lpstr>
      <vt:lpstr>Calibri</vt:lpstr>
      <vt:lpstr>Corbel</vt:lpstr>
      <vt:lpstr>Courier</vt:lpstr>
      <vt:lpstr>Courier New</vt:lpstr>
      <vt:lpstr>Helvetica</vt:lpstr>
      <vt:lpstr>Helvetica Neue</vt:lpstr>
      <vt:lpstr>Wingdings</vt:lpstr>
      <vt:lpstr>Wingdings 2</vt:lpstr>
      <vt:lpstr>CS61C-ly-new</vt:lpstr>
      <vt:lpstr>Metro</vt:lpstr>
      <vt:lpstr>Lighting the AUIPC Datapath (6/6)</vt:lpstr>
      <vt:lpstr>Lighting the AUIPC Datapath (1/6)</vt:lpstr>
      <vt:lpstr>Lighting the AUIPC Datapath (2/6)</vt:lpstr>
      <vt:lpstr>Lighting the AUIPC Datapath (3/6)</vt:lpstr>
      <vt:lpstr>Lighting the AUIPC Datapath (4/6)</vt:lpstr>
      <vt:lpstr>Lighting the AUIPC Datapath (5/6)</vt:lpstr>
      <vt:lpstr>Lighting the AUIPC Datapath (6/6)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RISC-V (California Gold)</dc:title>
  <dc:creator>Lisa Yan</dc:creator>
  <cp:lastModifiedBy>Lisa Yan</cp:lastModifiedBy>
  <cp:revision>906</cp:revision>
  <cp:lastPrinted>2022-09-30T17:03:13Z</cp:lastPrinted>
  <dcterms:created xsi:type="dcterms:W3CDTF">2022-09-05T20:39:51Z</dcterms:created>
  <dcterms:modified xsi:type="dcterms:W3CDTF">2026-03-26T00:24:58Z</dcterms:modified>
</cp:coreProperties>
</file>