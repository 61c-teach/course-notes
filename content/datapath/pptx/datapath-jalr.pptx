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1"/>
  </p:notesMasterIdLst>
  <p:sldIdLst>
    <p:sldId id="1376" r:id="rId3"/>
    <p:sldId id="1383" r:id="rId4"/>
    <p:sldId id="1382" r:id="rId5"/>
    <p:sldId id="1381" r:id="rId6"/>
    <p:sldId id="1380" r:id="rId7"/>
    <p:sldId id="1379" r:id="rId8"/>
    <p:sldId id="1377" r:id="rId9"/>
    <p:sldId id="1378" r:id="rId10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25"/>
    <p:restoredTop sz="94304"/>
  </p:normalViewPr>
  <p:slideViewPr>
    <p:cSldViewPr snapToGrid="0">
      <p:cViewPr varScale="1">
        <p:scale>
          <a:sx n="112" d="100"/>
          <a:sy n="112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66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3050-C008-8443-FF75-EABFA517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B55F2-F9A3-F901-C871-2079FC63A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A314C-0B8D-09EB-ED03-A64812194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195DC-5DDA-1B37-8D38-F11F4EE1C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73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F9ED-01E1-AEE5-167F-2C4DE9D22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70E1-C887-0ABF-22E4-858E191A8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64A83-DC20-2D41-2A7F-C0DF13549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381F8-A1D3-A57B-EF18-0ECF18D93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37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C96A-15D0-EF0C-5A1D-74D4C1FD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0931A-1F7E-1EFF-7298-FBFD4ABBB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53E7D-581E-E8B2-EEC3-7D7A90A2A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D97B3-BB7B-3575-E76E-8050B052F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05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C0F4-FC24-A167-03B1-9245A7C0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A6493-D39F-C22B-FB6E-74DDAB537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E3D50-3F14-874F-4A48-CDE34704E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F462-84C7-06E5-78CB-51E2135FC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09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781F-4A6C-1729-8B60-987A27E8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D6FC8-55BB-1A8D-688A-73B3F2362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18679-67B7-AEF5-1422-1A1E6ABD5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F7446-4D76-910F-F150-8CFC37049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51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9D51-B60A-7F79-1A11-2BF1FD04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84514-782A-E689-11D4-DBC154203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B4FB6-4D62-66FE-EDFB-1FC9AEBAB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4A2BA-10A7-E0F6-F066-DEF078496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03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B73C-9CF4-506A-B0A5-4B19D3AC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9F14C-3A4F-E3C1-C0AF-16C151BE7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98AB3-DD22-C302-33BB-E2B7520C2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9A824-EBA2-D1D9-ADFA-D22CFF20F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33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A1F0BFEB-AC54-7322-B7D1-6233C484F19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041DB35D-AAE9-D35E-1B44-651F7B030BD7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108079F9-88BD-FF05-AC77-8E5D53958D3B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625C7E2F-918C-C1BB-23AE-BC60F31AD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6E4BAFC3-1FFC-D8D8-B159-65C0625D04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2126040D-4F7B-5B04-2F2F-CB2E284C19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9F265D17-2F22-D520-FD9E-F80BC47EFC6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02904B35-D4D4-A371-3023-E2787B6F43F5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CF38C6A9-4B57-034A-AF09-0B738B0402B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33AFD754-B827-A3A1-A1BB-BB0A9D8AC89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7C0552BA-C834-CDBA-B692-1212152584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42881D0-E006-5FD1-06B4-BF7FDE87510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B1CA216-A44B-94A2-491B-0FE076CC969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EB82FBEA-F502-0767-0254-4658C894B6A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(7/7)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06A984C2-C1BE-5F6D-FBBD-BEB503CEC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4FDE1979-E809-7A50-A64F-A7DC871340D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DE938227-1E4D-9C95-BFDC-595B19E389B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BB69EA9-5AFD-ECF3-6FBC-565768226B6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ECBEF9E8-B02F-BA9B-96D9-F02F037F011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29E1759E-8C1A-B8F6-C0AE-84288FE3023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1177FA1-F44B-D412-678F-D0996FE371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D9AC5A45-167B-FAFC-8F95-7FB83C097F1E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BC64DA7-A1B1-1E33-61B5-D83764BAC15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49D0FB0-BFA2-EDA4-4ABE-999F6FEBA85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67A46396-A71B-E5C3-E2EC-583B4A603C9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D1A0F8A-F1AA-0736-73BB-5204DAFA85B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98CA2B2E-5BEF-6E19-FC37-311D08B845B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FE738B2C-2C36-2578-E323-38E7D6FA373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60DDE42-432D-6CCE-975F-C92E5D285C2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C7F68ECD-ACAD-374E-B7B5-00E15FD21DC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24B80CA-05F9-1646-30DD-53D39995ABB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38A11AD-8791-608A-0552-C121A94FF64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C66CA67-38E7-34E8-E7FC-AAD1AEB5858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E0A5376-D330-42E2-FB65-5A8544619591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356B3A68-0F26-F67A-1004-D091F831F6E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C12DBEE-9119-E687-12AE-4F54DD2F914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96AC102-0DC9-9CA8-A46D-84AEF8599F8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A3D43-23D6-8073-FA9C-E13A73CB5D2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4264EDC-6D20-221A-1FA0-C23197F903B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ADA092F-D4E9-20EF-B62D-834B9B1CF63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D784A5C8-32E2-3AA1-3DDB-295CDDAE88B9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2DED7013-C5E9-CBB1-99CD-9964AAD09670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A55CBC4E-3F99-6A1A-ED53-27D7DCB45B96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E192C444-756E-E8CF-390A-6E0B4FE752FD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66292F7A-6202-ABC8-7BBE-EE2DB8DD49CA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19745264-D758-7058-338A-8FE0A2DA6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5574E08-8C14-422C-BD9C-969F4F3B25C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C1D377E-FE43-1B1D-FCF0-12F1B82B405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E390CF13-3728-8277-3D3E-B31B8898A53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ABE00C5-6753-0E18-2457-6761BCF0A196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05891022-9DF5-AB96-D32B-08916867D9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923F0568-E9E4-877A-7058-7E9A97713EC2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destination register.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50CB0154-72BF-EC38-CA63-C0C6A1FBAE95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D295204-4CA2-FED3-4ABC-4B0EE63D057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B1182A6-0946-CC24-2378-F3DAB18A864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25026AB-7D2A-D0EF-F142-A77473C9B9DA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2FF5A0BA-239C-0DE4-7D12-E323633E58E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6DE7245E-F14F-0A55-B565-147B42004D6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D0073840-E02A-52B9-F367-4C03ECD922AC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6728D6E-14E2-4111-6D75-42E00F8944D3}"/>
              </a:ext>
            </a:extLst>
          </p:cNvPr>
          <p:cNvSpPr txBox="1"/>
          <p:nvPr/>
        </p:nvSpPr>
        <p:spPr>
          <a:xfrm>
            <a:off x="2976993" y="1063996"/>
            <a:ext cx="2448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12-bit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(</a:t>
            </a:r>
            <a:r>
              <a:rPr lang="en-US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-Type).</a:t>
            </a:r>
          </a:p>
        </p:txBody>
      </p:sp>
      <p:sp>
        <p:nvSpPr>
          <p:cNvPr id="206" name="Trapezoid 205">
            <a:extLst>
              <a:ext uri="{FF2B5EF4-FFF2-40B4-BE49-F238E27FC236}">
                <a16:creationId xmlns:a16="http://schemas.microsoft.com/office/drawing/2014/main" id="{33B91885-5AE4-C6B6-F7D4-2831A661380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7D8FA51-FC30-2D66-2CFA-4F671BE729E5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188D47C7-2C0A-0951-A382-AD9468AF917C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C90207DA-1FDB-F423-9DE6-79A29A0EF339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8" name="TextBox 507">
            <a:extLst>
              <a:ext uri="{FF2B5EF4-FFF2-40B4-BE49-F238E27FC236}">
                <a16:creationId xmlns:a16="http://schemas.microsoft.com/office/drawing/2014/main" id="{3BD02063-0306-A0B1-627C-FEA494F2BC45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774AC5F3-0B17-C0DC-3AA6-ADA3D625215F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8AB7B9D-EF41-D6EB-7FA7-7152DFF617EF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BDDD07-83FB-44F9-08C2-952DDB5D449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6FFDCAE-DB39-DE96-9CAC-BD346E672D92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86AFF33-2418-EB86-78B4-18FD76AA082A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1C63DD-FFC9-AC62-8027-E9F15D306C59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3C90D57-4464-6C7B-EF0A-C3CFB023EDC4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BE7422-6E72-1197-C110-79BB9C4A3AEC}"/>
              </a:ext>
            </a:extLst>
          </p:cNvPr>
          <p:cNvGrpSpPr/>
          <p:nvPr/>
        </p:nvGrpSpPr>
        <p:grpSpPr>
          <a:xfrm>
            <a:off x="4062897" y="5516420"/>
            <a:ext cx="6835926" cy="565283"/>
            <a:chOff x="4062897" y="5516420"/>
            <a:chExt cx="6835926" cy="565283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4CFC27B-C87E-C761-9695-315673F2180A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767AE00-DDDD-3635-98DE-78BB3F1AB5CB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45D7964-B08E-7337-5F92-7F3EAEA5C1B2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3D368F6-6752-B023-A559-CFCBEED38623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0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9526B5C-1486-25BF-8990-64DFEDD03924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817E528-7E0F-259A-B2F7-C7190CE1D6CC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747E593-9C1C-57C0-5522-B8B0F52465B6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EE437E9-474B-1FD8-2D98-285CB154C0BA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72A1E6-D433-32F4-ACB5-70D3DB0F07CF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57F680F9-733F-1029-2808-0A323DEE2E0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764357-71AB-7F1A-881A-874D05BA34BB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4149483-0972-C8CC-1662-67F081C7DD19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20941C-FF7E-AD24-D202-3B2C789E7B3C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2" name="Straight Arrow Connector 481">
              <a:extLst>
                <a:ext uri="{FF2B5EF4-FFF2-40B4-BE49-F238E27FC236}">
                  <a16:creationId xmlns:a16="http://schemas.microsoft.com/office/drawing/2014/main" id="{2BC2698D-4180-316D-EF11-AEB0BB75F903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BCC18B0E-D24F-6946-CE3B-88B54E276EE6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7A128932-3D64-FC7A-53D2-7A1534CAB7DE}"/>
              </a:ext>
            </a:extLst>
          </p:cNvPr>
          <p:cNvGrpSpPr/>
          <p:nvPr/>
        </p:nvGrpSpPr>
        <p:grpSpPr>
          <a:xfrm>
            <a:off x="3062789" y="3429000"/>
            <a:ext cx="4683140" cy="2108510"/>
            <a:chOff x="3062789" y="3429000"/>
            <a:chExt cx="4683140" cy="2108510"/>
          </a:xfrm>
        </p:grpSpPr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A31A1776-30EF-5745-7ACB-976CAC7F46BF}"/>
                </a:ext>
              </a:extLst>
            </p:cNvPr>
            <p:cNvGrpSpPr/>
            <p:nvPr/>
          </p:nvGrpSpPr>
          <p:grpSpPr>
            <a:xfrm>
              <a:off x="3191225" y="3688339"/>
              <a:ext cx="4554704" cy="1849171"/>
              <a:chOff x="3191225" y="3688339"/>
              <a:chExt cx="4554704" cy="1849171"/>
            </a:xfrm>
          </p:grpSpPr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B59AFCB7-5DF2-DD6E-40B4-E457429A5789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70" name="Straight Arrow Connector 469">
                  <a:extLst>
                    <a:ext uri="{FF2B5EF4-FFF2-40B4-BE49-F238E27FC236}">
                      <a16:creationId xmlns:a16="http://schemas.microsoft.com/office/drawing/2014/main" id="{8D320BB4-CDAE-1E2B-F2D0-B9123651CDF0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Arrow Connector 470">
                  <a:extLst>
                    <a:ext uri="{FF2B5EF4-FFF2-40B4-BE49-F238E27FC236}">
                      <a16:creationId xmlns:a16="http://schemas.microsoft.com/office/drawing/2014/main" id="{FB9892C6-451B-8C3C-6668-F4A5E684D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Elbow Connector 479">
                  <a:extLst>
                    <a:ext uri="{FF2B5EF4-FFF2-40B4-BE49-F238E27FC236}">
                      <a16:creationId xmlns:a16="http://schemas.microsoft.com/office/drawing/2014/main" id="{A97FB7C6-0591-0F2F-464C-A2C43D0C58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0E8D1682-946F-BAEB-04C8-6EF2ED662466}"/>
                  </a:ext>
                </a:extLst>
              </p:cNvPr>
              <p:cNvCxnSpPr/>
              <p:nvPr/>
            </p:nvCxnSpPr>
            <p:spPr>
              <a:xfrm>
                <a:off x="3371521" y="3688339"/>
                <a:ext cx="145234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5" name="Elbow Connector 494">
              <a:extLst>
                <a:ext uri="{FF2B5EF4-FFF2-40B4-BE49-F238E27FC236}">
                  <a16:creationId xmlns:a16="http://schemas.microsoft.com/office/drawing/2014/main" id="{291B4E83-AEFE-AC82-7D15-F05207912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89D91D23-D8C3-8591-FFC8-0E62137D7629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2C29D-327A-985E-5416-F386083EFC8D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2E515216-42F0-25AE-921C-A4A6F0CED2A7}"/>
              </a:ext>
            </a:extLst>
          </p:cNvPr>
          <p:cNvGrpSpPr/>
          <p:nvPr/>
        </p:nvGrpSpPr>
        <p:grpSpPr>
          <a:xfrm>
            <a:off x="446990" y="2086108"/>
            <a:ext cx="8482270" cy="1881832"/>
            <a:chOff x="446990" y="2086108"/>
            <a:chExt cx="848227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F801C035-73EB-2B6B-B193-24F72490689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37CE4398-FD39-3337-8E45-C437538B463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5146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D6C0334-5878-7990-B1F4-7C29AB0EBCA8}"/>
              </a:ext>
            </a:extLst>
          </p:cNvPr>
          <p:cNvGrpSpPr/>
          <p:nvPr/>
        </p:nvGrpSpPr>
        <p:grpSpPr>
          <a:xfrm>
            <a:off x="3782323" y="2354336"/>
            <a:ext cx="7363499" cy="1050552"/>
            <a:chOff x="3782323" y="2354336"/>
            <a:chExt cx="7363499" cy="1050552"/>
          </a:xfrm>
          <a:effectLst>
            <a:glow rad="50800">
              <a:srgbClr val="011223">
                <a:alpha val="61376"/>
              </a:srgbClr>
            </a:glo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F92D92F-3B65-5109-420B-DB32B3F43695}"/>
                </a:ext>
              </a:extLst>
            </p:cNvPr>
            <p:cNvGrpSpPr/>
            <p:nvPr/>
          </p:nvGrpSpPr>
          <p:grpSpPr>
            <a:xfrm>
              <a:off x="3812655" y="2354336"/>
              <a:ext cx="7333167" cy="1050552"/>
              <a:chOff x="3812655" y="2354336"/>
              <a:chExt cx="7333167" cy="1050552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F94B1F5-DFAE-81B4-34A7-E79118A37878}"/>
                  </a:ext>
                </a:extLst>
              </p:cNvPr>
              <p:cNvSpPr/>
              <p:nvPr/>
            </p:nvSpPr>
            <p:spPr>
              <a:xfrm flipV="1">
                <a:off x="10507773" y="3145411"/>
                <a:ext cx="377320" cy="259477"/>
              </a:xfrm>
              <a:custGeom>
                <a:avLst/>
                <a:gdLst>
                  <a:gd name="connsiteX0" fmla="*/ 0 w 405114"/>
                  <a:gd name="connsiteY0" fmla="*/ 150471 h 162045"/>
                  <a:gd name="connsiteX1" fmla="*/ 57873 w 405114"/>
                  <a:gd name="connsiteY1" fmla="*/ 162045 h 162045"/>
                  <a:gd name="connsiteX2" fmla="*/ 104172 w 405114"/>
                  <a:gd name="connsiteY2" fmla="*/ 150471 h 162045"/>
                  <a:gd name="connsiteX3" fmla="*/ 208344 w 405114"/>
                  <a:gd name="connsiteY3" fmla="*/ 92597 h 162045"/>
                  <a:gd name="connsiteX4" fmla="*/ 254643 w 405114"/>
                  <a:gd name="connsiteY4" fmla="*/ 46298 h 162045"/>
                  <a:gd name="connsiteX5" fmla="*/ 358815 w 405114"/>
                  <a:gd name="connsiteY5" fmla="*/ 0 h 162045"/>
                  <a:gd name="connsiteX6" fmla="*/ 405114 w 405114"/>
                  <a:gd name="connsiteY6" fmla="*/ 0 h 162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114" h="162045">
                    <a:moveTo>
                      <a:pt x="0" y="150471"/>
                    </a:moveTo>
                    <a:cubicBezTo>
                      <a:pt x="19291" y="154329"/>
                      <a:pt x="38200" y="162045"/>
                      <a:pt x="57873" y="162045"/>
                    </a:cubicBezTo>
                    <a:cubicBezTo>
                      <a:pt x="73781" y="162045"/>
                      <a:pt x="88876" y="154841"/>
                      <a:pt x="104172" y="150471"/>
                    </a:cubicBezTo>
                    <a:cubicBezTo>
                      <a:pt x="144925" y="138827"/>
                      <a:pt x="175184" y="125757"/>
                      <a:pt x="208344" y="92597"/>
                    </a:cubicBezTo>
                    <a:cubicBezTo>
                      <a:pt x="223777" y="77164"/>
                      <a:pt x="236483" y="58405"/>
                      <a:pt x="254643" y="46298"/>
                    </a:cubicBezTo>
                    <a:cubicBezTo>
                      <a:pt x="286113" y="25318"/>
                      <a:pt x="317492" y="0"/>
                      <a:pt x="358815" y="0"/>
                    </a:cubicBezTo>
                    <a:lnTo>
                      <a:pt x="405114" y="0"/>
                    </a:lnTo>
                  </a:path>
                </a:pathLst>
              </a:custGeom>
              <a:noFill/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Elbow Connector 13">
                <a:extLst>
                  <a:ext uri="{FF2B5EF4-FFF2-40B4-BE49-F238E27FC236}">
                    <a16:creationId xmlns:a16="http://schemas.microsoft.com/office/drawing/2014/main" id="{19B5F292-9402-3380-A2F6-D1B064F76C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25529" y="2354336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7DFC6B64-1BB5-2A9A-209E-380829FCF5D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80551" y="2218003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822642E-4E1C-0851-A5D2-8873FC8E4AF8}"/>
                </a:ext>
              </a:extLst>
            </p:cNvPr>
            <p:cNvCxnSpPr/>
            <p:nvPr/>
          </p:nvCxnSpPr>
          <p:spPr>
            <a:xfrm>
              <a:off x="3782323" y="2384802"/>
              <a:ext cx="7360920" cy="0"/>
            </a:xfrm>
            <a:prstGeom prst="line">
              <a:avLst/>
            </a:prstGeom>
            <a:ln w="57150">
              <a:solidFill>
                <a:schemeClr val="accent4"/>
              </a:solidFill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B0795DD-E7AA-C01B-572E-F991AE87F94D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4ED5C9-671D-3777-BA08-AA98DD71D728}"/>
              </a:ext>
            </a:extLst>
          </p:cNvPr>
          <p:cNvSpPr txBox="1"/>
          <p:nvPr/>
        </p:nvSpPr>
        <p:spPr>
          <a:xfrm>
            <a:off x="6851313" y="1214946"/>
            <a:ext cx="2541732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68DE4D-5821-CAB8-E8EE-82C8F6E01BA6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F97D5-697B-6544-E22B-01186D1ABCF0}"/>
              </a:ext>
            </a:extLst>
          </p:cNvPr>
          <p:cNvSpPr txBox="1"/>
          <p:nvPr/>
        </p:nvSpPr>
        <p:spPr>
          <a:xfrm>
            <a:off x="122782" y="1581025"/>
            <a:ext cx="2936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25" marR="0" lvl="0" indent="-23812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Write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DE2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ALU output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to PC.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6E8F5B-A32F-0D44-632D-185A5708AD5A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4FDE1B2-53D5-A79B-9445-633CF95B3E76}"/>
              </a:ext>
            </a:extLst>
          </p:cNvPr>
          <p:cNvGrpSpPr/>
          <p:nvPr/>
        </p:nvGrpSpPr>
        <p:grpSpPr>
          <a:xfrm>
            <a:off x="881793" y="3655539"/>
            <a:ext cx="562890" cy="120155"/>
            <a:chOff x="881793" y="3655539"/>
            <a:chExt cx="562890" cy="12015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359CA3-4D28-0DC9-1A8A-E049650EE01E}"/>
                </a:ext>
              </a:extLst>
            </p:cNvPr>
            <p:cNvSpPr/>
            <p:nvPr/>
          </p:nvSpPr>
          <p:spPr>
            <a:xfrm>
              <a:off x="881793" y="3657768"/>
              <a:ext cx="405114" cy="117926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EBBB304-A33D-5044-B968-D631B4CA1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363" y="3655539"/>
              <a:ext cx="27432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0868E2F-857E-D63F-3101-B566962DFA87}"/>
              </a:ext>
            </a:extLst>
          </p:cNvPr>
          <p:cNvGrpSpPr/>
          <p:nvPr/>
        </p:nvGrpSpPr>
        <p:grpSpPr>
          <a:xfrm>
            <a:off x="1772305" y="2249603"/>
            <a:ext cx="8815497" cy="1431541"/>
            <a:chOff x="1772305" y="2249603"/>
            <a:chExt cx="8815497" cy="1431541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1193C82-965B-9308-5FA3-83CDAD89DB89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936490B-2CB3-9A56-3505-DEF04FF658D6}"/>
                </a:ext>
              </a:extLst>
            </p:cNvPr>
            <p:cNvGrpSpPr/>
            <p:nvPr/>
          </p:nvGrpSpPr>
          <p:grpSpPr>
            <a:xfrm>
              <a:off x="1772305" y="2249603"/>
              <a:ext cx="8815497" cy="1431541"/>
              <a:chOff x="1772305" y="2249603"/>
              <a:chExt cx="8815497" cy="1431541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428A9831-0E08-917A-6050-F317F0BF1C1E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807270" cy="1431541"/>
                <a:chOff x="1780532" y="2238028"/>
                <a:chExt cx="8807270" cy="1431541"/>
              </a:xfrm>
            </p:grpSpPr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3C268330-1395-A9B1-7B9E-37AA2DAE1564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487" name="Elbow Connector 486">
                    <a:extLst>
                      <a:ext uri="{FF2B5EF4-FFF2-40B4-BE49-F238E27FC236}">
                        <a16:creationId xmlns:a16="http://schemas.microsoft.com/office/drawing/2014/main" id="{14CE912F-EBCE-D3C3-1A13-34A0F169AB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5346DD9A-B08F-51A2-8B90-050C2436E7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1" name="Elbow Connector 480">
                  <a:extLst>
                    <a:ext uri="{FF2B5EF4-FFF2-40B4-BE49-F238E27FC236}">
                      <a16:creationId xmlns:a16="http://schemas.microsoft.com/office/drawing/2014/main" id="{981FF50B-5100-43E8-F431-329DDFFC7C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Elbow Connector 485">
                  <a:extLst>
                    <a:ext uri="{FF2B5EF4-FFF2-40B4-BE49-F238E27FC236}">
                      <a16:creationId xmlns:a16="http://schemas.microsoft.com/office/drawing/2014/main" id="{8EDBCBD7-09D2-9FC7-BC50-D7E11FAAA7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78058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3D006EFC-EEAE-DBA1-E542-1E28D998F0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9053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EFCF-D940-4A92-C014-BFB6CF13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4E7352A7-CF91-72C7-1D86-193E8E03A48A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DEB1F87A-74FD-AA41-C99C-977B0E58805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C42BBC04-C4FD-28ED-84B5-5C0A746D9C5B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DC7273F3-395F-1A2E-D324-9EA803B523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87B0CB70-29F5-BFA3-F53F-AB6838AA44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0537C9-9E81-A42F-6146-5726E4AA0C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E927D6E8-52B4-8749-61AB-91E16E5AF9F8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907F80D0-3733-AD3F-B56C-244C9660D6A3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15FA4E82-0EEC-8A82-C955-A657364357D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74912C5E-1905-C455-DAB2-BFBC4B8525D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946E5E76-4D1D-5128-BC77-065F74CC04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6EDCA14-1E01-4C8A-E392-C77AEAF62ADD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023BE7A-0914-C5C8-2705-562261444B33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B92FF59-E279-6DC5-9171-C87D07D7FC29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0B219B99-C0D0-818D-74F8-8F016EC1A94C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4D37F4EE-FC7A-3C21-DBB6-263B83BD93E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620F4C3-515F-BEBB-60C9-49723936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(1/7)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1AFE31DE-46FC-04F2-1C00-D3061E750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C054154-DF0E-795B-0BAD-BC1C086F6B00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EA2DDB88-8F8D-BF82-F1D6-49E824AD50E1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0D94A89E-1BB6-FF55-756A-88E306D9F3F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D02D37A0-C179-A8CA-5D08-E7719C1521FB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47A9A9E-447A-EB14-E3DC-3CD8D825998E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C7ACD655-7FA1-0235-14DF-8AA04A8539DE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F081092-7EDB-2AB2-1EE7-27DF23AD19D7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C7AC3CC-0185-1E86-B0BF-CE0C98BA4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5BA00BA-FA16-D66B-1501-A8E51E3565E3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2F20D6CB-62CF-3551-9249-2D6A883731DF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D730FD46-FB8F-3929-906A-7D2C510BF210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46E00634-B287-381E-40E7-EFBCFE7CEE48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971A9708-CA78-24C9-8651-CEF001A7A2CD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9587E042-CCDB-A385-229D-FB83CB191DE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5E3C53D-6C1A-962C-E355-CBDA6A651D2E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FFE3FA9-4176-261A-7CAF-F5A61EB215DF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CA1EB4F4-5366-4269-7786-FFAF951636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A8419CBF-D5AF-9E05-92E5-37E727D25101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34281163-DA7B-DC78-41E5-EC92C2F44FFE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A7E3F293-0F46-E7B3-4923-666073AF5C4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7B7709D-3723-210D-9F46-A92EA9C49025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013F69E4-84C1-36F2-3C1D-2CC17FB8550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D5F72FA-CBEA-6451-6176-F970C530B3F8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388FE9F8-5289-CAF4-7FC3-793F696B8B6F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F51F2E9D-2E04-BC1D-C5FC-9613302FC253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769280F-B3BB-DBB6-0A10-B13A7C9B678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EE26530-CCC5-BA36-65BE-9004EA33A2E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F2361B9A-A6C5-B821-538E-2ACCF5E91F2A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A0615FF8-3487-BCBC-53DE-573611D354E2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E428CB69-35A7-3980-57A7-59197D61610A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4E138A9-9133-8100-E9D9-F9DFF6C030D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3DB52993-FEC1-858E-BC39-E86F1DD2B8CA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2322325A-541C-7BD1-1F30-6233AC28B7E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EF67939-6AA5-C0FB-CCD7-21DBF5D7EE70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0DDCEBE6-5418-066E-7EB6-02088D2747C2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1170967B-6BEB-92AF-0B09-5E094F44049A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8BDA7E0-936A-B6B6-8A93-4225F52E0F2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47918D8B-1C2B-69E3-44F5-12D4507A055B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4268D33-26A9-8219-8B72-9EAC6F4938D4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22F3578A-B3AB-2711-EC03-79DCB54A799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761A1BC-63FB-C677-3BCC-DACDFE0D091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56B597FE-F412-50AC-DF99-61F79D8AF6BD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4E2976-3B6C-FB75-BB4A-216050DC6EAE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A8C58D-DEF8-B5EB-8B5E-D2319C6633BD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B953D6-1CA1-0CB4-E810-C52310A3BB69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029152-7C72-EA54-F4B5-423705799AB6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83F5F5-3516-B038-1BB2-EC1616201BC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B82A382-7336-E76D-84F3-650931C980E3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978515B1-3E2E-BBDB-24EE-B03B6DC0A1B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85B0829-0913-2FF4-C834-CC2869D2E9FF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F2EA3A4D-F42D-7C38-EAF2-418D03889230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E472BFFD-F092-72FF-F2EE-E1EA2B0570DD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C3534E7A-2FA3-0F81-3D45-7D099AF12C6C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B90F1850-518B-91BD-3ED3-49C58BA67350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879E0C19-697D-A4D2-4445-C127A6FA7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5D65635-DEBC-56AE-9D26-043D4A3B8260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D23CCBA-61FB-4B12-D2CE-304E94BEB568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96621138-2571-F1E1-E7A3-788A51F203A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D6B2C7F-FF84-9B24-CE7F-3336E304300A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FDA2CCC2-B51F-CD53-0210-E391B103E4F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0CDC60B2-B360-B075-278D-67459201DFBE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C98F84D-A105-CEB6-7158-DCDE9448487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08BDD76-69EC-07F3-417D-C092F11C80FF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3EC0C3A-21FF-D493-54CB-00845CA0B72E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6602DA8-25C0-1E56-351F-10D7AC48189E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D3B3606A-1472-11D6-23FE-16044B17ED0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8AC9382E-42BC-1962-2476-8F1AD93BADD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7C0D20A3-A0E5-38A5-1674-B4C7E0B13567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1E411961-5167-B8D3-1F10-93AD3B96C2C1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92AB04F0-9F93-E465-5EB6-9B107A97BA88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60F793D6-A548-8D3F-6F9B-B2D53DC624C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EF0687F-6B92-59F6-F742-2F9A4F56369D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FF0C38D7-A98C-33C3-47E5-27C5DE6D14F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748F857-1EC2-4534-4CDA-8CB60E7E1E7C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E17030A-8194-C0E7-82C3-86D2BD3D1F48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6D268C9-F500-1BF8-3006-D765B77747AE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2EE2A0F-86D6-6113-D093-4056793763B1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3F9885C-3C7E-C9EB-E049-F48E6F9270EF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1397559-1385-CADB-DAE3-CD9D20D40A7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5774AD-D30B-D84F-E9C5-7D676F3D75F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254EFAB0-6319-47D3-F778-28D0213733E0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5F2D1-72F6-F5CB-8C42-B34848743453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E6A944-7578-1CC1-3170-30223F74828C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87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DE6A-F702-C47E-AC24-9DC16D50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74953820-E09C-BB56-3485-3582FA58F66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78AFE2E5-9949-CA93-6168-BCE6174781BE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4931D216-C88B-5F26-584A-5555639DFE7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A6B9A0D8-4560-6DFA-0886-DC32D3B549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0497DC1C-4F6B-1712-EE3E-5023F48CA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9E1A33B-8530-7EE0-5302-A4DF2B95AC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9898530F-B391-F7E5-C982-E10EC168EB43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945A9A6E-F816-E9C7-4CA6-6CBD4AC96486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A1962883-69FA-07CF-97B3-D2ADB2C93C9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B2A1325A-A7EB-073B-D4B9-58EAFDBBD6B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00487844-1C52-2435-7A28-3E4C56A477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74E36D76-B501-FF0A-57E5-671771DF2675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C25FD62-B385-5514-4D22-9CD5BE2F4E2D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DE1239F-8E85-CA8D-249C-D5053B35B14A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E8003B6B-753E-76F6-16C2-58A959CD67C1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3BA630F-C601-4DDD-543A-B629BD719FB1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438A6EE-8F8E-2C41-851C-689CC178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(2/7)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5A5E4914-A972-BDF6-938D-F867BF2D27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BC5B372-C285-8831-12AA-D0897C12B5C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C5E1D41E-AB0C-6EE6-912A-201AA7AF6BDA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1808374-FB14-4913-B629-7FEC5335D00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6F40E55B-74CE-5A95-422E-545F97CB2AF8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5F20669-33BA-C7ED-DFEB-CFF06C79C556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10772722-CC8A-2EAC-EE21-447653B66072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8F151B4-E62C-7ABF-6E45-B29E12CE774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08120B4D-5655-5ABD-BE58-B198C120C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5BFD52B-AF1A-CA5A-8202-C26B510F8EA2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8B2354C1-EBC7-D90C-7E9C-4C47BBC9DB1E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1F2C41E2-27F2-7E3E-FC62-F6402BD65025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547FAFDA-76C5-6FE7-00A4-B007622BB629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CB57AD0C-2B60-7156-96FB-3B05A8D67684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08F0C2E9-24DA-642B-4D67-CCBD25D55162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179BD8E-9749-8D60-773F-C1C197029297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EB1F7B98-8A47-E36D-D0C3-E1B74F4CC8A3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D651C8AB-960F-CA47-8DB1-44708E0188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A9746987-1D1F-3BB0-BCFE-B5CED1206933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4C9D8A76-613A-F558-A8E1-D154EDF4C8EB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F7334003-EB82-C647-9622-F48FDB87ABA3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3C7C0FB-3074-A186-76C4-81BE51E6698B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E58DA026-758E-3E65-0E52-63CBDB544241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3B79C567-0C96-0DAD-26F3-8B4D360D02B7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D5B38D5D-1ED3-3E80-40F5-6FD5444ABDD5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9AC818CF-5429-67EC-149D-0EC8C4D7374E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D0D3AE5D-7204-67E3-9241-3EC5D044B6C5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2CA639F3-C676-3F54-F455-AD54AB8074A2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0B4ADA2D-1251-34B2-35C0-CE6DC7DAD06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0647DB24-488B-FCD2-5989-19536F94A4B1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05484C6-6B73-3D6F-F3E2-AF37787AA2A6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449642A-0C98-66E6-0350-581CC3DC7116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10D354D3-4F66-DAB2-CEE8-AAD1E20879D7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D9AE98B6-54A8-8676-CA8E-72FF3B8E824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1045FCB5-2A51-9B5D-183B-0F0E7730F6E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0D3F8F2-5915-AF0C-BE95-D6056F40DEB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DE2DA77-7887-DAEA-0779-B11D0668FBDD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A059633-9D74-B3E1-1958-D0CA3E9EB0D1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A562480A-5223-1C30-852A-AB3E18C4881D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27A90EB-2DFE-1385-5FF9-0BD99AAB1215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3B1E59BA-0E79-67D2-CE72-C7B78939D17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3A7D017E-858D-073C-9E99-DC7864797352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62929D3F-AF5F-3B33-1738-56666AC26679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C0683D-DC5A-B6BF-7199-D16A302E2EE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85B14-AEC8-A5B9-0AEF-A82DBC064D4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C23C41-DB0D-7DA5-E810-37E538F6E922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BF0DBD1-FAD3-2C7C-3100-319254C4CD7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223F9E-5560-2CF2-2055-7AA70F4EDA4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924AD5DB-D857-97FC-2EF0-51EEDE59F1A9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7AC886E-EDA4-7313-2FE7-7B60EB1B84D2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15F8A49-C78C-B13D-8CBB-B80BC93B3C45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DE844000-5AF1-3197-E4C9-368CDB51CDD5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84C36906-897C-4817-C19A-74CD512882E2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50EE59F3-43B6-C2B0-EE3D-2DC017F756BE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DE704475-CDE2-8D02-BD31-D478D74B9892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89C638EE-8E62-E574-8D28-D465DD270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7AB82C8-92EB-C88C-54B4-72755B6814E7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8D7461F-4987-372B-F208-735A6D1D3F0E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A61DC5AF-2672-080A-F156-9FA5C6AC05AF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0AF9BBB-C03D-79C1-1CC2-ED467AC18AA7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2A8E6AAF-4AC5-2967-09D8-C3967433983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B686319B-3373-2098-7C09-83221981D2D1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994DD3AB-29A1-309B-EF74-CD4FD54E666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2476AC7-893F-D78E-128A-149176F15C13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2034E08-A956-F839-CE95-F24B8E199DE2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E1052D4-2305-FFDE-2F95-FEA3B4B650E2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14CE9B68-062D-D9BE-62BF-1649DA48E99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2FD53DBB-68A0-AD35-52A9-22270A111BE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9D7FF8FA-F4CB-5A29-D9CA-2DA7B755D4D4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C1950910-BE92-DE1F-878C-985139B366E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7973242B-8D30-9F58-D61A-20D178C5FB3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62724D4F-31F9-1295-613C-815296B25E2F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4AF5C17-2045-F42E-7075-C2705BA207EA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069D58AA-6F7A-C467-0D1C-1BC2A04C4DCE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674F6DC-7958-0CF7-9515-834B2BF4B2DC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781EC74-7F73-002B-A42D-519DDDEBCD3E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44FDA8E-CFCF-166E-7BB2-5686F95DC53C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83BE12B-17A6-9C91-BCD0-EA9C15950803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899BCDC-ABBC-2638-BA07-565237210D59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419C3D0-D37C-5128-813E-2948D833D380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22204C-C7D0-7E36-32C8-BFDE329CC446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D8462922-42EA-F443-8146-4DC01E9B0D3D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84FD6-C02E-45D7-762F-9FA55931B5D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4E3E9B-6D45-1544-1E98-93E1AD65109C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C4FA5C-1778-1E11-D26B-405BCE1816DD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C9D3560-12ED-3CB8-479A-29A4201DEDEC}"/>
              </a:ext>
            </a:extLst>
          </p:cNvPr>
          <p:cNvGrpSpPr/>
          <p:nvPr/>
        </p:nvGrpSpPr>
        <p:grpSpPr>
          <a:xfrm>
            <a:off x="1772305" y="2249603"/>
            <a:ext cx="8815497" cy="1431541"/>
            <a:chOff x="1772305" y="2249603"/>
            <a:chExt cx="8815497" cy="1431541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D6D73F4-329D-2794-F003-D3799E0BE8FF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F14D107-8DD1-74AD-5A34-85665D85518F}"/>
                </a:ext>
              </a:extLst>
            </p:cNvPr>
            <p:cNvGrpSpPr/>
            <p:nvPr/>
          </p:nvGrpSpPr>
          <p:grpSpPr>
            <a:xfrm>
              <a:off x="1772305" y="2249603"/>
              <a:ext cx="8815497" cy="1431541"/>
              <a:chOff x="1772305" y="2249603"/>
              <a:chExt cx="8815497" cy="1431541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BEB3ECFF-693E-D995-9D6E-6CE93CB67E5E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807270" cy="1431541"/>
                <a:chOff x="1780532" y="2238028"/>
                <a:chExt cx="8807270" cy="1431541"/>
              </a:xfrm>
            </p:grpSpPr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CF37ED41-F779-72CF-91A5-5A2431E2E1FF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487" name="Elbow Connector 486">
                    <a:extLst>
                      <a:ext uri="{FF2B5EF4-FFF2-40B4-BE49-F238E27FC236}">
                        <a16:creationId xmlns:a16="http://schemas.microsoft.com/office/drawing/2014/main" id="{37AA00F0-C049-459E-0B32-B28CF9B93C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59DF948A-B6BE-E096-DF32-9226267A80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1" name="Elbow Connector 480">
                  <a:extLst>
                    <a:ext uri="{FF2B5EF4-FFF2-40B4-BE49-F238E27FC236}">
                      <a16:creationId xmlns:a16="http://schemas.microsoft.com/office/drawing/2014/main" id="{236BAC4F-9595-6208-C7B0-27A87F8DDB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Elbow Connector 485">
                  <a:extLst>
                    <a:ext uri="{FF2B5EF4-FFF2-40B4-BE49-F238E27FC236}">
                      <a16:creationId xmlns:a16="http://schemas.microsoft.com/office/drawing/2014/main" id="{A4637BE2-C010-F7C8-3D53-73A5EC1FDA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78058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3BBC58DC-2307-AE88-A2FB-21C3AFA1DE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829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C339-7643-5FC3-FA63-DE2A23FF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952C8C50-3A20-36CC-AFD2-23E96A5E78F1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C2E60C50-874D-FFDB-16A7-EF416F4F71B5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9875F6B0-0D00-E94F-E6D2-75199415762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A07D43B6-DED8-ACC1-D49D-CA3DBEBF6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D9903FEB-FD5D-B43C-991B-07FCCC97FB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5E4BAF25-7A7B-CD05-03C8-C837F1A11D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4B097798-04E1-C610-5AB2-B3E07314EA12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AE983F4F-3512-081F-A39B-BAC34C91EFA9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C30871B7-3C62-FD82-4513-05488370A76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0BE8E324-E852-D016-6EF3-076E2B47F3B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0D42F003-B897-ADD1-A953-1D09E23A9AAC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D46C1AA5-D833-0736-8E95-E67E4B0AD466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A587E9CF-C14B-784C-4C60-76685BAA64E4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3021753-965D-8F21-AC84-709D2A5A3A8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CE6CF656-EE8D-F0E8-BB08-CBA0ADA2E1DD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0719A3C-DA9B-952F-EC62-ACEA0CBA2FC1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2E4213-CE29-1E4D-EB4E-BFD8BE3E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(3/7)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2B246F77-0103-A4F4-DA29-2570C5193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DA1D714-14CB-BF86-D017-66A1583DDBCD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A7B29AD1-43AD-15DE-8C0C-3FF8D63C2A0E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8FB5F60E-241F-489D-9D61-468DAF759FAA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3352D2E8-66F3-FEA0-09A6-272B65EB892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64761BC3-F384-2057-BF3A-8CF7ACE1217E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A7B4C720-6A31-F6B6-9CF4-C6E86113CB1E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E995097-A0D4-0DF5-B275-DFF117085F5F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0D2556D2-7A63-3223-CF5F-7E904156B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56B8FDA-A4DF-2227-B9EC-AA0C7D8D711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A153FF12-4111-653E-1269-1B899C991815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0FF4DCD9-0986-B080-C3D9-A15B9915D368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2FAF08F0-95D7-1BD9-9E88-70733A1D36B5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7C1D7D2-84E0-2436-4E7C-641FDECEA4E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81CCB7AC-F318-CCF7-1564-59C7FFC26C72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9327CEF6-1505-E27B-7395-9515837D4495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E5FD6A5-9E0E-B9A0-FDE2-BD18DDE5BA1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18CAEF45-1C07-8367-1ACC-30496B3EE2D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AABD249-FD34-5714-A7ED-A95E3F56FCB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FB76FE49-5FBA-6E6D-9B9F-5CFF03B29D3D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BC60141-0618-D234-E1D2-19385663E99F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FA7B1F82-F3EB-DADB-FA87-3D374498F20E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85AB42B6-7715-852C-6423-2763E55DED1E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3BF21A3A-BF22-F1BE-2606-025BFC14919A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D78748AB-60AC-F448-CF0B-9585671ED659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C5ED7153-248D-C91B-66D3-1455C9A32D9B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D389FF3-318A-3B8C-E6D6-2241E4DAE155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EB66551-9C42-A726-37BE-F51BF691E29B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6C44509-221B-A06A-5E56-84A33284EE95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42A05F37-CF28-89DA-F16D-7FFAB5018C48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3E45ADDC-62B2-1BF0-A8BF-B97D36CCA184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2717114D-8B3D-82E6-7479-0037C1DA5F3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55C2E75D-A888-D10A-42FF-A02A4DF484DA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8838F6F7-F668-17F5-8D33-4FD187A1D0F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A1B58D32-552A-5389-4640-CA8658D7C279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C2580A75-1734-1F7D-E0B2-DA51AAEC0527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6B22DF45-E034-3963-802A-630DA91A19D6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4573070-5F54-0B30-E238-6304224240A8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FE01333-1423-77C7-0503-994174D58B04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CDC047B9-F88D-21E8-B61F-75A258C1D69F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45A64271-F205-88EB-BA10-12C66E06D5D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CFA72C40-7F06-E643-5518-3E2DEEC35B4C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6F403733-0ADD-390B-EE4A-C138B27150AC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D1BCC-0D99-2592-12CA-85944C3E3F32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1439E-7A82-6C61-7725-4E4B2126A968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289695-3A0D-1425-73FB-F8172205D1DB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0762422-27BB-1B53-3456-28E92CE6C6F0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564134-61A0-5549-83CA-06511ACF464C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117F3129-1008-6A30-6069-00854A9E6678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86BE5CF-98BE-8162-49DD-DFBDC2710FDC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801A19EA-E799-362F-5C9C-CFAE473544D1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741AC1D4-4BBA-4935-129D-28E03170C66C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C9771F9D-92F2-C0C0-5EB3-6E5DE44E32E4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2848680D-8862-1B49-462B-634AF544EBDE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DF5B9B5F-AA78-12A4-E3BD-1EFD4FB71FCE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88FAC966-6B96-61B5-2E65-F8C71636C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13C93DA-D677-0BE0-B660-2480D420F64E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8E0EBF3-ADF2-B33B-7DB7-F1FB875789B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C5CFDE27-17E3-0C54-A812-1EAC158648EE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1854629-9E35-7482-560A-414C141D4B67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E4650712-7190-9A8A-9524-D551758C00B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7BF7481C-F080-4B59-58C0-51F45E4AD520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BE45ECB-A865-EA46-6453-7741570EA60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90F10E4-2A05-7956-BD75-8783F9EA42B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B022F55-596C-B110-A3B8-7B75F4BBCABC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2352D03-4957-57EA-E38F-2FC314061789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9C189584-B252-BE64-A413-B60B3CD5941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A05E1B6C-C32A-3A96-3470-7D721CD5D74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A68BA422-6764-4CE8-264D-8A7F8E1A54ED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6015DF4-990C-0258-3032-B6EE5271B6B3}"/>
              </a:ext>
            </a:extLst>
          </p:cNvPr>
          <p:cNvSpPr txBox="1"/>
          <p:nvPr/>
        </p:nvSpPr>
        <p:spPr>
          <a:xfrm>
            <a:off x="2976993" y="1063996"/>
            <a:ext cx="2448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12-bit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(</a:t>
            </a:r>
            <a:r>
              <a:rPr lang="en-US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-Type).</a:t>
            </a:r>
          </a:p>
        </p:txBody>
      </p:sp>
      <p:sp>
        <p:nvSpPr>
          <p:cNvPr id="206" name="Trapezoid 205">
            <a:extLst>
              <a:ext uri="{FF2B5EF4-FFF2-40B4-BE49-F238E27FC236}">
                <a16:creationId xmlns:a16="http://schemas.microsoft.com/office/drawing/2014/main" id="{17D611E9-6ABB-0550-1D33-064F3E73300F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ED4F4A2C-B8EE-1B39-6097-A47BDFC84ABE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B034F577-19F1-5B71-6168-2AEB36CD9F4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AB713EC-3FBA-FDBC-09AC-57DB91534764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BC647BDA-EDB6-8829-1926-84499ADFCFD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DDACE36-6981-6A95-4843-18D5B2D471D4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EC04D0B-5C6F-3475-A7E6-2063888C5061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886343C-2E96-0D65-9685-45CF7F08DDD2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1E54162-2E42-5464-6417-4469111545B5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57CEED5-7284-9CF0-D566-06632716D209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835EC9B-F1BD-2D3E-1375-CE5BE63BE4C1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341672-FFE3-2F74-3FDA-57095EEC76A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6B0D4B-1DB4-5EF6-B62F-BBC67D9DD058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2" name="Straight Arrow Connector 481">
              <a:extLst>
                <a:ext uri="{FF2B5EF4-FFF2-40B4-BE49-F238E27FC236}">
                  <a16:creationId xmlns:a16="http://schemas.microsoft.com/office/drawing/2014/main" id="{327FE742-2447-6CF8-5D13-E61DD7D8EAC8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FD616D8C-7D5C-6B55-4801-397D20D1AF2B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EF256A6-7B7A-5F4E-063D-9C250F3E0252}"/>
              </a:ext>
            </a:extLst>
          </p:cNvPr>
          <p:cNvGrpSpPr/>
          <p:nvPr/>
        </p:nvGrpSpPr>
        <p:grpSpPr>
          <a:xfrm>
            <a:off x="3062789" y="3429000"/>
            <a:ext cx="4683140" cy="2108510"/>
            <a:chOff x="3062789" y="3429000"/>
            <a:chExt cx="4683140" cy="2108510"/>
          </a:xfrm>
        </p:grpSpPr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6B4B575B-BF21-F781-CE26-3512A4061987}"/>
                </a:ext>
              </a:extLst>
            </p:cNvPr>
            <p:cNvGrpSpPr/>
            <p:nvPr/>
          </p:nvGrpSpPr>
          <p:grpSpPr>
            <a:xfrm>
              <a:off x="3191225" y="3688339"/>
              <a:ext cx="4554704" cy="1849171"/>
              <a:chOff x="3191225" y="3688339"/>
              <a:chExt cx="4554704" cy="1849171"/>
            </a:xfrm>
          </p:grpSpPr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113ED992-DE5A-33FF-36A3-F23E1DFE67BA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70" name="Straight Arrow Connector 469">
                  <a:extLst>
                    <a:ext uri="{FF2B5EF4-FFF2-40B4-BE49-F238E27FC236}">
                      <a16:creationId xmlns:a16="http://schemas.microsoft.com/office/drawing/2014/main" id="{6D902FFC-0ED3-1355-FF01-2E895A888620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Arrow Connector 470">
                  <a:extLst>
                    <a:ext uri="{FF2B5EF4-FFF2-40B4-BE49-F238E27FC236}">
                      <a16:creationId xmlns:a16="http://schemas.microsoft.com/office/drawing/2014/main" id="{B27EC6F7-ABB3-01F5-B554-56FCAA07C0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Elbow Connector 479">
                  <a:extLst>
                    <a:ext uri="{FF2B5EF4-FFF2-40B4-BE49-F238E27FC236}">
                      <a16:creationId xmlns:a16="http://schemas.microsoft.com/office/drawing/2014/main" id="{6C082799-ECD5-ABC8-7025-BC5D39905C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A2A875DC-64F8-BAFF-6FD8-63276374ED19}"/>
                  </a:ext>
                </a:extLst>
              </p:cNvPr>
              <p:cNvCxnSpPr/>
              <p:nvPr/>
            </p:nvCxnSpPr>
            <p:spPr>
              <a:xfrm>
                <a:off x="3371521" y="3688339"/>
                <a:ext cx="145234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5" name="Elbow Connector 494">
              <a:extLst>
                <a:ext uri="{FF2B5EF4-FFF2-40B4-BE49-F238E27FC236}">
                  <a16:creationId xmlns:a16="http://schemas.microsoft.com/office/drawing/2014/main" id="{211923BF-A584-58CD-4A60-1BFC4F923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072D9101-D248-75F4-A4E5-2DE64DC8F070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07AAB-F176-D951-A61B-AFAA3DF41FBF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051D48-965E-4736-73F1-A45D970B26E5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C2AF96-E1BD-7B3B-C3C9-BBD6BB27C756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ADA276B-C65C-DAFE-515C-DBE989CE80BA}"/>
              </a:ext>
            </a:extLst>
          </p:cNvPr>
          <p:cNvGrpSpPr/>
          <p:nvPr/>
        </p:nvGrpSpPr>
        <p:grpSpPr>
          <a:xfrm>
            <a:off x="1772305" y="2249603"/>
            <a:ext cx="8815497" cy="1431541"/>
            <a:chOff x="1772305" y="2249603"/>
            <a:chExt cx="8815497" cy="1431541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4C6E574-313C-B7DA-0083-8C1B9AF7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29BACEA-03EA-20D1-28D7-13C21D539EE7}"/>
                </a:ext>
              </a:extLst>
            </p:cNvPr>
            <p:cNvGrpSpPr/>
            <p:nvPr/>
          </p:nvGrpSpPr>
          <p:grpSpPr>
            <a:xfrm>
              <a:off x="1772305" y="2249603"/>
              <a:ext cx="8815497" cy="1431541"/>
              <a:chOff x="1772305" y="2249603"/>
              <a:chExt cx="8815497" cy="1431541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51A378C-B495-0CAC-ABFA-54CF5E15D15B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807270" cy="1431541"/>
                <a:chOff x="1780532" y="2238028"/>
                <a:chExt cx="8807270" cy="1431541"/>
              </a:xfrm>
            </p:grpSpPr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02652025-96C6-958A-C1F7-0E247E832507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487" name="Elbow Connector 486">
                    <a:extLst>
                      <a:ext uri="{FF2B5EF4-FFF2-40B4-BE49-F238E27FC236}">
                        <a16:creationId xmlns:a16="http://schemas.microsoft.com/office/drawing/2014/main" id="{D94B6BF4-AA49-49AD-D9C9-2189B659C0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6611BB70-A271-C78C-E43D-8B6D885314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1" name="Elbow Connector 480">
                  <a:extLst>
                    <a:ext uri="{FF2B5EF4-FFF2-40B4-BE49-F238E27FC236}">
                      <a16:creationId xmlns:a16="http://schemas.microsoft.com/office/drawing/2014/main" id="{62A70EC6-EBE4-BAE9-506E-F3371244B7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Elbow Connector 485">
                  <a:extLst>
                    <a:ext uri="{FF2B5EF4-FFF2-40B4-BE49-F238E27FC236}">
                      <a16:creationId xmlns:a16="http://schemas.microsoft.com/office/drawing/2014/main" id="{0A56AF89-475D-037D-3E35-A5818CFBE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78058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98B2018C-9076-616C-3A32-AAC2BA79FF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57F7681-481C-6A21-BE13-B3D2990D36BF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81391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4C4D-198C-E236-BE63-1D790472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E11BDFCF-7DD3-13AC-E969-914D22A6A56E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4C1DBA08-F5EB-5466-8545-13C48B92CD32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0BE4B133-D524-A532-16A1-8CFA74FCEEE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8E0F0E1C-9D17-2D70-68E0-0F6B1975D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7DCF267F-16B4-29CD-6181-A5D2931682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FBBD27A-1D9A-D731-CFCA-836D9BCCEB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5B75153D-E178-DC2C-40EC-39E59945A7DA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28A3020F-3CFA-D006-AE0E-0958DEA3662B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E4D90EBF-4F64-8DDA-DDB2-14384EEDE33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210643F5-9B7E-73BD-AE4D-4341326EC47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1089B26A-973A-3939-1ECA-4BB8B658BCAE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F84F631A-ED51-78E9-0F82-D678025680CF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1B1308D-D999-CBDD-A43D-D8B54C934FC2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5182295-198E-408B-49AE-75ECB246E537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4F1BE108-306E-6012-3B6B-49C6155B3144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97D12C94-7232-9BC8-3493-5F882A87F35B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B5D95C9-942E-FEAA-C823-4E393E13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(4/7)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A606568A-C935-08F5-9F93-10E851DBA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6A363E81-1B3E-E3CE-2646-A00387CB7577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7796514C-8F9A-196A-0548-9FB8E2536E4C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7B182C3B-7B89-35F2-6E79-FD53AA9F0A1E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12BA3EDA-B936-4071-EAD4-4C2EE712E97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C005AC29-8624-90A2-5DC9-BF387332971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8F844433-37AE-CA97-A001-F21061F024A9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0A5C6C3-FDD9-F50B-693A-E7032CA988B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CEE3F7F-0F63-8DEC-E945-863CEBB0F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F6D2C8AA-5F2D-29B8-7FBF-C62A09C1BFB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C16E518E-347F-EA14-3056-CDCD2EC5163B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E2504C50-8E0C-5A68-804C-6CB791F5BEF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F5AFD232-D96D-CBBE-ED7E-E790BF24FD89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8B7ABB46-5C94-8AB0-7A0B-E6AE59434DF0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FEFB19E1-20F8-E20A-4C3C-89CC7244DF7C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F88208A-DCEA-7F58-27BF-0519601EDD05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3575DE2D-7DF1-A813-7F53-DB0DDB7EC45B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77AD658C-1D96-427A-6272-DB35AC9CD2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7960F555-C145-BCF0-1165-4BB2E0551CA8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EEE3DC87-76A1-5C1D-D2BF-FFDC297CFBB5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BEA897A0-DBD8-5543-2DCD-A98738BA8A7C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5033ED70-86DF-C724-55FB-DF1D99780EFE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DCEB8D3E-B641-6AFF-41A0-951DAFECCF5C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0A2495B-C5CD-6FE8-DA90-C43E109B2C35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C34A027E-019B-6DB0-0A85-7BE47A4E7261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DECCF772-77D6-E904-B74D-F82934E6353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C533D1A-091F-903A-D50E-4C824F3B65F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8B66079D-847F-F988-C5FE-94837D4D64E8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766A64CC-CD0A-4137-D39F-114BC251BFA0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DD4471D-6C69-874F-CDA1-A0EFBDD163CF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6D30847E-EADD-BBDD-3CCB-B5A241F5063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DCDE043-216E-8531-4400-206840655DC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C403456-3064-4629-694F-6359AAF5C632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7A49D64E-AF74-C1F3-6D90-8D4CE7298B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B9D9EE6A-F92A-18FB-9316-42FAC29159EA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00B48EC3-DE3A-BD9B-8A90-D7881C32691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E05F7C37-F19E-BFF7-4E19-073BF65BA9C0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88E5DA9-3AE5-7F77-CAB2-32B4E23BDC7B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35FF3A1A-1757-EC29-A02E-AD2BD7ED0F31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C8192505-41F2-988B-2666-DB29940CEF27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BD0025CB-942A-D7F0-4C99-2DA0B7743F3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0AB4BE1A-E6D0-90F8-EB6F-40559AAD06C9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38EC2279-CEC6-899D-F9C9-13D31093B4B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5815E-85EB-9ACA-2304-763296D95BA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AA6FA8-05EE-3E33-7A7B-A640D7FE08B3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7145A0-095E-FC5D-CD18-950BD917BF9B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C3E51A6-C242-20B8-F9DB-F045DDF2B08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4B8362-55E7-5141-C0BF-EB10140F922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7AD01EF-309E-DF2A-AA97-95A60E9C8553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148DBEB-3558-D5DC-94CC-2A33BD148D4E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3FA97B3D-4015-7BFE-148B-DB16DECB56A8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A5365BC6-4B11-9BD2-1C10-02E4B116A05E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1B209AFA-9EF6-6A1F-0EA3-D12B1C71B3DF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0530ACB4-3418-3E69-95D9-2EBC65358A1F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594A9140-46A7-C410-BD81-1C3FB35BF5B6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58DEBDE0-8818-13D3-0DCF-5D0A5684A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FE2BDCF-192B-9F49-BD48-9AC9AF64CAAC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0E623A5-72E6-E0C4-AA35-79995029B31C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00906A68-5ED8-B78D-97AA-8199E4CA665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384A615-FDBC-EBCA-451A-1A24D6DCE856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DD0F4849-F785-D855-AAA8-A6E02BA00DC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28513BCE-0F9F-C21E-F3DB-0C47B576F640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0271EB3-4B96-6D6E-7BA4-0F982F1107E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CEA0317-7B4C-E7CE-C9D3-3BBF8F696C56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DA422AA-AA31-0741-0A28-5D97CF4FA356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89A4D2A-ACA0-914D-0D90-7E14E4204587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1FAA377E-E81F-DA56-DA8B-6F47C175646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1094380B-B207-B32A-4C23-04F3BBDFC81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97D6E232-5D25-2A96-8AF7-EBDE2BC84B55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F7D05F-5823-BC7C-F0D5-2BF6B05DE3AE}"/>
              </a:ext>
            </a:extLst>
          </p:cNvPr>
          <p:cNvSpPr txBox="1"/>
          <p:nvPr/>
        </p:nvSpPr>
        <p:spPr>
          <a:xfrm>
            <a:off x="2976993" y="1063996"/>
            <a:ext cx="2448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12-bit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(</a:t>
            </a:r>
            <a:r>
              <a:rPr lang="en-US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-Type).</a:t>
            </a:r>
          </a:p>
        </p:txBody>
      </p:sp>
      <p:sp>
        <p:nvSpPr>
          <p:cNvPr id="206" name="Trapezoid 205">
            <a:extLst>
              <a:ext uri="{FF2B5EF4-FFF2-40B4-BE49-F238E27FC236}">
                <a16:creationId xmlns:a16="http://schemas.microsoft.com/office/drawing/2014/main" id="{7D715B1F-BDAD-095C-7D7A-B2BC280A1B64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433FBBA5-EAB2-F8C8-736D-E2BFE5387E64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7C4F865E-E3A3-244C-ABE7-72B0F03A699F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FBF0811-6C5C-2549-5903-572F34DC3DCE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3BDFD517-1D88-C8AA-1416-13FAE9F2A63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7FAF195-3C77-4713-C20F-00F2FD8544DD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4176A3A-A615-F3FD-2B96-D7527BEE44B1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6E034BF-A79D-A8B5-2932-8DF5C41A9C0B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4B08993-7629-016E-47D3-EB07A7F2FEE3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444C33B-D7BF-F8B8-3B13-45FA9E9E2EA7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19FD52-C53C-B500-9BC2-63523719FE68}"/>
              </a:ext>
            </a:extLst>
          </p:cNvPr>
          <p:cNvGrpSpPr/>
          <p:nvPr/>
        </p:nvGrpSpPr>
        <p:grpSpPr>
          <a:xfrm>
            <a:off x="4062897" y="5516420"/>
            <a:ext cx="6835926" cy="565283"/>
            <a:chOff x="4062897" y="5516420"/>
            <a:chExt cx="6835926" cy="565283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91EA0EB5-7F65-9CBD-4AB8-6C97D0E1B070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B330A723-1E8F-47C4-6486-55C04FE2635A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2272A0B-478A-CA45-C7CD-0DA5E127B91C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52C2C73-C006-C02A-F252-BF7CC285C549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0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9B7BD8C-17CE-F1CF-A2FC-C53804D6CB73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AFA66C5-55E3-9CDE-CA45-04C148E9AFA3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FDBDE0D-059D-0623-751D-F1208E5FA2E4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0C69023-834B-2BC6-9246-BD54A6DB417A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F9E096-0882-3AEC-B703-1F8EEDA5D17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D5D4337-CFD1-5359-527F-FD0E52855332}"/>
              </a:ext>
            </a:extLst>
          </p:cNvPr>
          <p:cNvGrpSpPr/>
          <p:nvPr/>
        </p:nvGrpSpPr>
        <p:grpSpPr>
          <a:xfrm>
            <a:off x="3062789" y="3429000"/>
            <a:ext cx="4683140" cy="2108510"/>
            <a:chOff x="3062789" y="3429000"/>
            <a:chExt cx="4683140" cy="2108510"/>
          </a:xfrm>
        </p:grpSpPr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AEAD567F-274D-6A39-FF45-D7EEBDAE52D4}"/>
                </a:ext>
              </a:extLst>
            </p:cNvPr>
            <p:cNvGrpSpPr/>
            <p:nvPr/>
          </p:nvGrpSpPr>
          <p:grpSpPr>
            <a:xfrm>
              <a:off x="3191225" y="3688339"/>
              <a:ext cx="4554704" cy="1849171"/>
              <a:chOff x="3191225" y="3688339"/>
              <a:chExt cx="4554704" cy="1849171"/>
            </a:xfrm>
          </p:grpSpPr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59B8D107-0199-0CCC-EED7-CB841E1AF29C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70" name="Straight Arrow Connector 469">
                  <a:extLst>
                    <a:ext uri="{FF2B5EF4-FFF2-40B4-BE49-F238E27FC236}">
                      <a16:creationId xmlns:a16="http://schemas.microsoft.com/office/drawing/2014/main" id="{61227E06-9137-BA6E-DB8E-A11BE9B732DA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Arrow Connector 470">
                  <a:extLst>
                    <a:ext uri="{FF2B5EF4-FFF2-40B4-BE49-F238E27FC236}">
                      <a16:creationId xmlns:a16="http://schemas.microsoft.com/office/drawing/2014/main" id="{9A3B569E-FF3D-5AC9-15AB-4FEE53E9F5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Elbow Connector 479">
                  <a:extLst>
                    <a:ext uri="{FF2B5EF4-FFF2-40B4-BE49-F238E27FC236}">
                      <a16:creationId xmlns:a16="http://schemas.microsoft.com/office/drawing/2014/main" id="{57EA158F-15D7-D2F2-75D0-A0351086BD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45242A49-27F0-52C5-8DD0-BDD9DB558B30}"/>
                  </a:ext>
                </a:extLst>
              </p:cNvPr>
              <p:cNvCxnSpPr/>
              <p:nvPr/>
            </p:nvCxnSpPr>
            <p:spPr>
              <a:xfrm>
                <a:off x="3371521" y="3688339"/>
                <a:ext cx="145234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5" name="Elbow Connector 494">
              <a:extLst>
                <a:ext uri="{FF2B5EF4-FFF2-40B4-BE49-F238E27FC236}">
                  <a16:creationId xmlns:a16="http://schemas.microsoft.com/office/drawing/2014/main" id="{281E4B7C-C993-5F88-6FD4-727ABC934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A6079112-3111-FC2A-AD27-80A5430FDDEB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F80F9-AED6-F07A-91F8-7CF8C6DC2836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B685D9-BAD2-845B-FD8F-3D500009B62D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58EA08-EE74-F8B9-4F44-9B5B840881CE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747A418-E519-E4E0-9278-BA890C88548E}"/>
              </a:ext>
            </a:extLst>
          </p:cNvPr>
          <p:cNvGrpSpPr/>
          <p:nvPr/>
        </p:nvGrpSpPr>
        <p:grpSpPr>
          <a:xfrm>
            <a:off x="1772305" y="2249603"/>
            <a:ext cx="8815497" cy="1431541"/>
            <a:chOff x="1772305" y="2249603"/>
            <a:chExt cx="8815497" cy="1431541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3586E4F-10DC-7CA7-A619-894A5542D95D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6BEEAA1-8BE5-CBDA-A1CE-6BDDC71B3DE8}"/>
                </a:ext>
              </a:extLst>
            </p:cNvPr>
            <p:cNvGrpSpPr/>
            <p:nvPr/>
          </p:nvGrpSpPr>
          <p:grpSpPr>
            <a:xfrm>
              <a:off x="1772305" y="2249603"/>
              <a:ext cx="8815497" cy="1431541"/>
              <a:chOff x="1772305" y="2249603"/>
              <a:chExt cx="8815497" cy="1431541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17209627-257C-2642-E433-ED39E6729891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807270" cy="1431541"/>
                <a:chOff x="1780532" y="2238028"/>
                <a:chExt cx="8807270" cy="1431541"/>
              </a:xfrm>
            </p:grpSpPr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7EDBC5F7-1F77-CAFE-7A3D-1F813D86647E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487" name="Elbow Connector 486">
                    <a:extLst>
                      <a:ext uri="{FF2B5EF4-FFF2-40B4-BE49-F238E27FC236}">
                        <a16:creationId xmlns:a16="http://schemas.microsoft.com/office/drawing/2014/main" id="{04C37BFE-B213-1156-1586-46F1C94014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F722348D-ECC5-1E2D-E048-70BEB66F28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1" name="Elbow Connector 480">
                  <a:extLst>
                    <a:ext uri="{FF2B5EF4-FFF2-40B4-BE49-F238E27FC236}">
                      <a16:creationId xmlns:a16="http://schemas.microsoft.com/office/drawing/2014/main" id="{CBEDDB1B-49BC-E5A4-06FB-1BB4C213C0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Elbow Connector 485">
                  <a:extLst>
                    <a:ext uri="{FF2B5EF4-FFF2-40B4-BE49-F238E27FC236}">
                      <a16:creationId xmlns:a16="http://schemas.microsoft.com/office/drawing/2014/main" id="{71965D55-453D-D4C3-1278-38CAB6451F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78058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FF076D97-0418-B5DE-5D6A-B9FEE03B02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645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D92EC-677C-DDB1-5675-BA510F13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4E3F90F9-D142-ACC6-369C-3DF006E63B3E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A0F256F1-CCFA-0311-5790-0CEB1A38507B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09AB59BE-7D10-AB63-E358-74D36645809B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CCE2C810-B0E3-5455-A179-618CD8F013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8A2514AD-DAA8-5FD5-9DEB-7E58B42A9E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DD1C3308-3E10-A81D-8ABD-0B9E6561D0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DCC839F7-A3C2-1A15-CCD0-45B32A27B762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49D51BAF-E996-686B-93D1-50ABD76021CF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763C4AF2-61C6-AE53-24A9-F1E31A8830F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93BF2C48-E724-9F1A-5778-CFF8E069D35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9ACE2A5C-D1A3-8E84-3365-7541325F2BAD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C199693-FF8B-217D-1194-AF70EA99B154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8587C83E-9833-1DA1-316B-60CEFF120641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A3B51E1-DA46-4B04-C72C-E5B3A27407AA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D80BE913-5B17-C807-E161-8B9243B38D6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5299202-5E25-7F3E-DE46-D1E490958AD1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A12BCC-07E2-3C7D-A129-A84DEDE5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(5/7)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B8AC2400-64CC-26C5-62CD-09C9C1CF3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19C7388-1C09-F00C-A23F-D77CF2B447E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AC00D11A-23AA-6720-904F-610A484FA7BB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72FF74DA-05E6-C373-1F3F-9DDBB888228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E3F5D041-6842-3B45-9C01-176FB75938A2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553604BB-FCB0-9028-A1D2-66A853C6C0EE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97EE938B-65B0-5AF0-51F6-6A356ECA2603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EC0C793-DDFE-E7A0-67AF-4CDF4F27F08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4C4F42A-24A4-D141-AE66-F45EA8095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6BC23207-4FFC-64F6-8AE6-0B453F6D367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5A665B74-F88B-A46C-6F8A-8DFE0DF25CC1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458D23C-A12F-5AC4-0336-4E3AB562F95B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8BBD4FDF-C1D2-6B96-4F35-FEE2D7C2E9E4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887CFD47-5B25-9E42-F1C6-6E695BE93DE6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7C34DFA-F76C-DC32-5349-DC14B42A2454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B5E34C2-2A23-2EDE-4C21-ACB7A3F94E5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BD50BB0-8CBA-4B08-6785-EA7B7EE7E095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B26D741C-97C0-4A24-DA9B-D889F173FD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181F782C-1851-786D-5DE4-334E590E365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5E2E69A4-E383-6781-7644-9455C7AC9221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33A4343E-0A9D-0010-C531-E84AB47450ED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4B2A8A06-DD2D-1311-98DF-372693B198B9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0FB8A52C-7A57-834B-90DC-48675F8375AB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32F3C56-B2BF-7395-139B-B19842AFA545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87D50C2F-6D6A-E30A-EE7F-0A2FFEE2135B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99B1AF7F-11E3-E29F-4F77-E5C19ABDB431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6B246C8-0CF6-8414-E57E-EEEDD4FE8F3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CE1F7003-669F-6609-D8FB-36DA5B8E83FC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06E63BA-D5F8-A6DD-BAF0-68A0EDDCA848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DD06E95-29E4-F6D5-2FCC-EA720FACF2FE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3C9F9D93-7ED0-8C2D-E032-20930CBAEF0D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331C803-6ADB-BF6C-0A93-9DA2E2E21B82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707C6316-A4C8-B2F9-199D-DF63618BE13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2FE8B6D8-CC19-EA17-E817-29960CB7F6F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A29FF61-77C5-F117-6552-BCD135B42117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12116326-3C36-514F-230E-3C12CF2138D8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5100EDE2-8A7E-32E4-1BD4-5DB99F60078F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6559069-B641-2E17-DBEB-F7BC66A842A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F05AF4F9-DF1E-A6DE-11D2-AE7307663660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1B212DDB-BA9B-1509-992E-6E1B1789B4F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6655BAE0-22F6-5262-8167-F490C7000BD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AF3130D1-7F98-013C-B2C8-9F8C3570B079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D1A3A6E-DEA9-7831-CE3F-406E1407AE1D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93D361-13A4-E09E-0001-4431DCB1CA59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5940C9-F0FA-EACA-1844-5E279B30F8A5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87DACF-1986-9951-3BB2-3A2CC9B8CC6E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D62C7EC-856E-BB9C-1DB6-6D3E649FFE0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081463-D57B-0283-83DA-B39E12B58EC5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9AE14038-6A59-DDB7-DE4E-8BE6BE24DF17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397027D-3BDA-5367-7305-9DFA4C1ED80F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8B940BC-77D0-39D2-C155-0E59D85B4AD8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E655249C-C5F8-7FF0-61EE-692F4E292F96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96678401-B565-ADCE-15B9-F4033ACC5BC9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B117F2F1-994A-2BC3-4F4E-952EE2F5174B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90C10C9E-7897-D787-3F1D-274CAC3AF117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E8F401F7-08C8-B690-FDEA-50AB2C80B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D265DCE-9FBF-3BA2-F4F2-D5ABDC69469E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C61C096-B658-778B-1A7F-1C17F8F7C1C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25057E4C-6C52-802C-7812-DC5BBB400A7A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457CB54-08F1-23DE-8331-92442F1B3CE1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C18FAD4F-352C-E6A4-6752-48074BDB74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rapezoid 179">
            <a:extLst>
              <a:ext uri="{FF2B5EF4-FFF2-40B4-BE49-F238E27FC236}">
                <a16:creationId xmlns:a16="http://schemas.microsoft.com/office/drawing/2014/main" id="{8E54D715-D3F8-7BD7-64FE-9C6F5C00305B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9F7EBC2C-6EE2-E17C-14D7-198230146B5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B19B0BD-64A8-9DB7-4593-44D6C14C409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825EC07-9696-0952-6889-E65C9DA84A59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E986044-78F6-EEBE-0423-5455A2BAD6BB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5FAC03D6-A446-64C7-1A0A-05FB2D8518A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BFF230FA-1BB0-F3E4-F718-849995D337A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176D40B5-8B71-2339-1F29-B982A267C78E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90B66B0-69BA-4217-C4C4-E5FA06EF52E5}"/>
              </a:ext>
            </a:extLst>
          </p:cNvPr>
          <p:cNvSpPr txBox="1"/>
          <p:nvPr/>
        </p:nvSpPr>
        <p:spPr>
          <a:xfrm>
            <a:off x="2976993" y="1063996"/>
            <a:ext cx="2448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12-bit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(</a:t>
            </a:r>
            <a:r>
              <a:rPr lang="en-US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-Type).</a:t>
            </a:r>
          </a:p>
        </p:txBody>
      </p:sp>
      <p:sp>
        <p:nvSpPr>
          <p:cNvPr id="206" name="Trapezoid 205">
            <a:extLst>
              <a:ext uri="{FF2B5EF4-FFF2-40B4-BE49-F238E27FC236}">
                <a16:creationId xmlns:a16="http://schemas.microsoft.com/office/drawing/2014/main" id="{E8250D84-77B4-2881-E4A2-3BF624B92B34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16AA0BF-5AC4-26FF-728B-2A0BD05B4FC6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57C8E3B8-19CE-F5AE-EC8A-D3B583C8EF4F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848EA5D0-5BC1-CDD8-8602-610F88762F78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8" name="TextBox 507">
            <a:extLst>
              <a:ext uri="{FF2B5EF4-FFF2-40B4-BE49-F238E27FC236}">
                <a16:creationId xmlns:a16="http://schemas.microsoft.com/office/drawing/2014/main" id="{D3424504-A688-40EB-84A5-884974831A0C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C808DAC0-ED6F-340A-C8DB-CE05E88C444A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5D2A187-55BF-0AFB-6C4D-BC6016C0778F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FDCDAAAE-D0D2-104B-9B24-57761296B639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4182DF4-17FF-176D-B885-2C2BFB98EAA4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64BA29D-23B9-D0AD-F634-DB31F8357BD6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A2D2B4E-F7BC-86AA-A2C5-E5D7DA8B31E3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16FACB8-F26F-BC3D-6C9B-036BC140FE26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2C46F97-CB90-9895-7329-D1A2E40D13ED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EB0813-6E1D-520C-BBDD-7301F3AA910E}"/>
              </a:ext>
            </a:extLst>
          </p:cNvPr>
          <p:cNvGrpSpPr/>
          <p:nvPr/>
        </p:nvGrpSpPr>
        <p:grpSpPr>
          <a:xfrm>
            <a:off x="4062897" y="5516420"/>
            <a:ext cx="6835926" cy="565283"/>
            <a:chOff x="4062897" y="5516420"/>
            <a:chExt cx="6835926" cy="565283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C9C98D2-6A19-26D0-70A7-3C914A0AACD7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F612C87-3BD2-D21F-15EE-839CDF4AA9BA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89CB1E-8ECC-D727-7FC4-5000B405E9F4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28FCC69-400C-64B8-6DE1-7F90514E8E58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0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9E23F35-2170-7CD9-F3C4-D6C10092A3AB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69D7753-5E46-D555-BD17-35BA5FFDF16E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8AB449B-C82B-98B8-D917-2CFC3F4B385C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B69076D-8F29-FFE6-3AD0-44CCB6C1E90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A22FCC-EAAD-DAB9-386E-CE0308EC22C2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E7726F9B-BF42-0267-6BAE-DF4B08602C0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E4857F-CCB4-7B1B-2C47-F39B5C8D8D44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1E0E585-025D-45C4-9562-1B68ABA2DE3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40A9801-9A2F-DCD1-AA22-ECE96B961228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2" name="Straight Arrow Connector 481">
              <a:extLst>
                <a:ext uri="{FF2B5EF4-FFF2-40B4-BE49-F238E27FC236}">
                  <a16:creationId xmlns:a16="http://schemas.microsoft.com/office/drawing/2014/main" id="{8E65D6DE-B05F-68CA-F11A-1DD4339270F5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440C5DB4-0AA3-F0B9-A458-F053015C76B4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23EC42B7-DCCA-D75F-FAB6-169ED85FBC0C}"/>
              </a:ext>
            </a:extLst>
          </p:cNvPr>
          <p:cNvGrpSpPr/>
          <p:nvPr/>
        </p:nvGrpSpPr>
        <p:grpSpPr>
          <a:xfrm>
            <a:off x="3062789" y="3429000"/>
            <a:ext cx="4683140" cy="2108510"/>
            <a:chOff x="3062789" y="3429000"/>
            <a:chExt cx="4683140" cy="2108510"/>
          </a:xfrm>
        </p:grpSpPr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E041CCB7-7F5F-589E-F808-AA63BB82016E}"/>
                </a:ext>
              </a:extLst>
            </p:cNvPr>
            <p:cNvGrpSpPr/>
            <p:nvPr/>
          </p:nvGrpSpPr>
          <p:grpSpPr>
            <a:xfrm>
              <a:off x="3191225" y="3688339"/>
              <a:ext cx="4554704" cy="1849171"/>
              <a:chOff x="3191225" y="3688339"/>
              <a:chExt cx="4554704" cy="1849171"/>
            </a:xfrm>
          </p:grpSpPr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F25CE18E-F1C6-E4AD-949E-75BC050042C9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70" name="Straight Arrow Connector 469">
                  <a:extLst>
                    <a:ext uri="{FF2B5EF4-FFF2-40B4-BE49-F238E27FC236}">
                      <a16:creationId xmlns:a16="http://schemas.microsoft.com/office/drawing/2014/main" id="{CB787D77-CC9D-0F6E-7E49-798BC17FD612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Arrow Connector 470">
                  <a:extLst>
                    <a:ext uri="{FF2B5EF4-FFF2-40B4-BE49-F238E27FC236}">
                      <a16:creationId xmlns:a16="http://schemas.microsoft.com/office/drawing/2014/main" id="{29880015-52D5-A51B-A0A8-359C939F2A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Elbow Connector 479">
                  <a:extLst>
                    <a:ext uri="{FF2B5EF4-FFF2-40B4-BE49-F238E27FC236}">
                      <a16:creationId xmlns:a16="http://schemas.microsoft.com/office/drawing/2014/main" id="{18E6F570-5976-910A-94BB-29B590537D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0A40203A-3930-0B89-6FD4-DE869BFA7F87}"/>
                  </a:ext>
                </a:extLst>
              </p:cNvPr>
              <p:cNvCxnSpPr/>
              <p:nvPr/>
            </p:nvCxnSpPr>
            <p:spPr>
              <a:xfrm>
                <a:off x="3371521" y="3688339"/>
                <a:ext cx="145234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5" name="Elbow Connector 494">
              <a:extLst>
                <a:ext uri="{FF2B5EF4-FFF2-40B4-BE49-F238E27FC236}">
                  <a16:creationId xmlns:a16="http://schemas.microsoft.com/office/drawing/2014/main" id="{C437ED01-6502-BCF0-0F90-189157026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EC7E1A79-011D-4045-AA12-2F0A3E18897C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3D619-BFD3-5D7C-5805-7A04BC52B2C8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11CE4AE8-CE82-9ECF-3274-E3D894190229}"/>
              </a:ext>
            </a:extLst>
          </p:cNvPr>
          <p:cNvGrpSpPr/>
          <p:nvPr/>
        </p:nvGrpSpPr>
        <p:grpSpPr>
          <a:xfrm>
            <a:off x="446990" y="2086108"/>
            <a:ext cx="8482270" cy="1881832"/>
            <a:chOff x="446990" y="2086108"/>
            <a:chExt cx="848227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CDA17B71-06A6-92A8-1304-4A6122D8C5E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611E9660-9221-2524-10C8-B5160085375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5146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8B073F6-8007-D391-EEFB-7142D39D94D4}"/>
              </a:ext>
            </a:extLst>
          </p:cNvPr>
          <p:cNvSpPr txBox="1"/>
          <p:nvPr/>
        </p:nvSpPr>
        <p:spPr>
          <a:xfrm>
            <a:off x="6851313" y="1214946"/>
            <a:ext cx="2541732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12588D-CC9D-4971-DC29-AD1BFFA7754F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C319DC0-2F61-32AD-8410-DB4761E2515D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C7999FF-C0D2-4362-39EC-61C8ABC8D02F}"/>
              </a:ext>
            </a:extLst>
          </p:cNvPr>
          <p:cNvGrpSpPr/>
          <p:nvPr/>
        </p:nvGrpSpPr>
        <p:grpSpPr>
          <a:xfrm>
            <a:off x="1772305" y="2249603"/>
            <a:ext cx="8815497" cy="1431541"/>
            <a:chOff x="1772305" y="2249603"/>
            <a:chExt cx="8815497" cy="143154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5C9B639-463B-DECA-F2C8-3B8A97F84DEE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7181A4D-1599-E5E4-FA82-205F255100FD}"/>
                </a:ext>
              </a:extLst>
            </p:cNvPr>
            <p:cNvGrpSpPr/>
            <p:nvPr/>
          </p:nvGrpSpPr>
          <p:grpSpPr>
            <a:xfrm>
              <a:off x="1772305" y="2249603"/>
              <a:ext cx="8815497" cy="1431541"/>
              <a:chOff x="1772305" y="2249603"/>
              <a:chExt cx="8815497" cy="143154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1126B19-D00D-CDD9-A6B6-B13231F170A1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807270" cy="1431541"/>
                <a:chOff x="1780532" y="2238028"/>
                <a:chExt cx="8807270" cy="1431541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D45A9BB-E373-0600-B2A0-3BB3044F9052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35" name="Elbow Connector 34">
                    <a:extLst>
                      <a:ext uri="{FF2B5EF4-FFF2-40B4-BE49-F238E27FC236}">
                        <a16:creationId xmlns:a16="http://schemas.microsoft.com/office/drawing/2014/main" id="{0457F579-AFEE-31AE-1333-A4B570F7CF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1C2DD318-9EFB-2D0F-07E2-7EEBEB9E31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Elbow Connector 24">
                  <a:extLst>
                    <a:ext uri="{FF2B5EF4-FFF2-40B4-BE49-F238E27FC236}">
                      <a16:creationId xmlns:a16="http://schemas.microsoft.com/office/drawing/2014/main" id="{5182F579-ECB9-4942-1990-E6A26B7B7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Elbow Connector 27">
                  <a:extLst>
                    <a:ext uri="{FF2B5EF4-FFF2-40B4-BE49-F238E27FC236}">
                      <a16:creationId xmlns:a16="http://schemas.microsoft.com/office/drawing/2014/main" id="{55DF3D72-6AA2-41DE-18BC-6125BA780E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78058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8B704353-50D6-372A-95AA-2E4866F30E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8307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B0BA3-0FC7-80DB-6045-14374A0A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76C50372-90D3-C8EA-94CD-F24356468B1C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B411C47C-C9D7-12A7-2071-0EB60148BF61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B3A27473-96E5-DBB5-C5D7-74AA57B03D1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E08E1017-F2D0-D837-F2B5-8E643FF97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354A3C3E-5300-39F9-7646-EC8B938670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38A0C8C-846B-9D7F-91D3-DBF5B1B7DF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B50F0967-D120-1B63-246F-496003EF64D8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49756A12-EA5E-FE2B-04C0-E475A3E31BF6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C249BDD5-93D6-73BE-E3D1-C6D6D1992D8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0942B1DB-DB2B-0EBA-E415-60D6F58AB4C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41452BDE-ED9E-970C-3706-50512F990D83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F6ACA86-0E80-F5D2-E7BD-BFFA40D704B5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03BB5EA8-94F2-198A-74F0-43978D222750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E753203-E410-2E28-7D43-F1D6BA7B980A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7AA0FAC1-F042-8913-96B6-DDBC3C595632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5827D8E4-38FD-EB27-7B2A-42471240053F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46C5CC-218F-D457-96BF-E2E3D038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(6/7)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078F4EFF-1C1F-8D78-E851-871EA6C63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A2B3C0A-DA32-37D4-A402-33B2449C1BCE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A7CA99AF-472E-F7DC-C42E-2C693C523140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8A41140C-586F-A158-295D-0F14B2B6C875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A870E86A-042D-285B-8E7B-BC31418A9D8A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1CF03098-61BA-1210-84EF-55690F0D7308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9E7B4D58-FC4C-BA5A-68C0-1BC417C41D69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0C5077B-F691-0F83-83A5-6EC8780CF9BC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A3DBC9F-AE97-774E-F3DA-808ECB279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721933E8-A87A-7364-2D15-1E577A90E9A2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11878CDE-B07D-4925-F94E-697F6A30EAA2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FE2ED00A-631B-C444-3DFF-7BC333FBE347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DB46C6CE-B264-D595-D527-D35A9BA9788F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50EF9436-BA13-3FFE-DD4F-B4727CC03B0A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778DF8B5-7429-722D-431F-957BC7E49002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143C747B-EDA6-B718-94E7-F122E7D1785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92F6FE5A-C26E-538E-85B3-24CFF58E0198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D742673-2DCF-7153-627E-307C4803D3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BC687916-8BFA-060B-ABB9-F8E04C512B27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890674F0-B695-3294-EA35-D3312226C63E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9C89DA7C-EB50-09C9-8405-1D8FE886E6EE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D0D1B16E-0CC0-8CB6-C105-8135E279D958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B447242A-B53E-3DD2-4DFB-89DAD8263F2F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862110A-EC2D-815B-3113-6D1642333780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08BA354E-7335-EEAF-1C32-603FB8D543F3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186FF111-0E45-E71D-C91D-5E6D2D3E917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7A1F0BC2-BAA3-E00C-E0C6-180BA8F51392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28DF4968-2B96-2CB9-7699-E9A13B051048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CF141C4E-DC4E-26CA-5AE0-C1F6FFB4D04D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8C6C7E0C-6A3E-FD50-5097-CDDF93A2C651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DEF2225D-0535-53FB-1726-AEE17B591BA8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8D9EEE7C-F512-CF76-4B00-6600E999718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28823FF5-B691-0AC7-0DAA-26C19CA31CA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5B521FA5-8AF8-1509-9246-CA9FD57CDC5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94B3333-D557-F797-222D-044D252228FF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6AE6B92-57FB-FAC0-44A1-75F6C13FB7A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ECB17C4-14E3-41A9-CD5B-5C4F776454BC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CA44459-77EA-B4D7-222C-8A0702B7F339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CC2C00FD-623F-92FF-7CCE-D47582D70B38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9E69D360-F64D-9EEF-290F-6B6D70FB5AA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A204B99-16E4-51C4-AC89-ECB70C7C4E3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4D6745BD-C05C-F19A-2D44-8BFF244D9A8A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0776F97F-0257-C8A4-C2DC-D8A2E7E87EF4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243F7-814C-2E19-259F-6D3B3A5D1B3F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743110-998D-D65D-112E-7FF7DB087AA9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9A2592-7B3F-24AB-E587-44B615489449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672C74-4A5E-4876-42E7-1D6E9E65C69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3E5AA4-3054-B792-27BD-00F3693E7E1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1C10E882-D327-AF08-929C-A774047335DE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7A404ECF-3451-DC77-42DD-AA1677F1316C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09509E96-6BEE-69AD-7873-E5BE55C1F8A6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06001713-DDE1-B32F-31F0-2217FDEC1271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ED670A1B-1E60-65A1-11B1-5645234AF795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55DF45BF-8EC3-BA29-8209-DEE0B3E10AC8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4133A1E7-7381-61ED-FDD3-9BA84102D277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C32E86D9-C473-AE25-CB73-1D7026985F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0D859A9-5F4B-28A5-9BE1-246ADEECDE88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EB92BF5-FFEC-55A9-C510-EDA1F4F54E2A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591090C-E260-5053-9AA1-CAAA33A5CF54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EA04242-F218-ADA4-9F22-758A550F55AC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70FC508C-AD52-A392-04B6-A6D3E5EEA3C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AE08CE50-FD9D-2726-B294-856B73237D78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destination register.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F40C7418-35DA-FA80-E6C8-4638E1F3D0B8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A5455568-381F-82AE-DB6E-32D72256C51E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D3F69DE-7CB1-DB79-F58F-A6B1B05B3FD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89D3BFB-D680-DAC6-A593-F6F18D9608C9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F975667-8408-A94E-CB59-0AAE74D9081F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BABA7161-6245-DCCD-C5AB-F78C3382323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9D0F1046-A47E-56CC-8082-688AE8EDCC2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4DD561A0-DB46-F07D-21F2-7B15049CEA5D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94B57EE-48F0-BF3D-7785-6C2147ACA808}"/>
              </a:ext>
            </a:extLst>
          </p:cNvPr>
          <p:cNvSpPr txBox="1"/>
          <p:nvPr/>
        </p:nvSpPr>
        <p:spPr>
          <a:xfrm>
            <a:off x="2976993" y="1063996"/>
            <a:ext cx="2448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12-bit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(</a:t>
            </a:r>
            <a:r>
              <a:rPr lang="en-US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-Type).</a:t>
            </a:r>
          </a:p>
        </p:txBody>
      </p:sp>
      <p:sp>
        <p:nvSpPr>
          <p:cNvPr id="206" name="Trapezoid 205">
            <a:extLst>
              <a:ext uri="{FF2B5EF4-FFF2-40B4-BE49-F238E27FC236}">
                <a16:creationId xmlns:a16="http://schemas.microsoft.com/office/drawing/2014/main" id="{3245F903-B4AC-2D21-D8C2-A858B310E896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0CAE707-6E64-65BD-ED56-AA4BD6D1DABC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A5237075-C7A3-731E-7240-4C85D1378269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BFCCC434-902F-49F0-A556-2877DC5FE100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8" name="TextBox 507">
            <a:extLst>
              <a:ext uri="{FF2B5EF4-FFF2-40B4-BE49-F238E27FC236}">
                <a16:creationId xmlns:a16="http://schemas.microsoft.com/office/drawing/2014/main" id="{CD4ED984-F6C8-002B-E5F0-1E334283C409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608424B1-A502-7CBE-0357-AF33D5C2B258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D8BEB7B-2C2A-0A2F-3A26-86FFDAB2EC1F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2F81147B-CC94-9FF7-397C-8F5BC478C0E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68C8B62-B8E0-A73D-02AB-F212B01C9987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9DA0AB5-5CF1-848A-8586-83657D66418C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25D9E-138A-C23A-12BE-2775DA91F6E7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D4BAB62-1F12-0764-72A9-EE1B8228147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FD1FB35-DBA5-99B7-82BB-B1C060D5096C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9E8B70-A7A1-6320-A3CA-534F44FAB104}"/>
              </a:ext>
            </a:extLst>
          </p:cNvPr>
          <p:cNvGrpSpPr/>
          <p:nvPr/>
        </p:nvGrpSpPr>
        <p:grpSpPr>
          <a:xfrm>
            <a:off x="4062897" y="5516420"/>
            <a:ext cx="6835926" cy="565283"/>
            <a:chOff x="4062897" y="5516420"/>
            <a:chExt cx="6835926" cy="565283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B44D076-0EE8-789F-A2A9-B66A0F7C24CC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76B1F5B-B68C-5C91-A5B5-03AFBA13E2E6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E4F172E-B5B8-7FDB-642F-11C5FF3BE820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BB6115A-B8F1-9BFA-1D9A-D13B4F685849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0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7FCB982-2617-F500-6CE2-F2A2FEC4785C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9B364E0-7234-B1C0-CA8D-1098F67EAD94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8D9F22-880C-F45C-BA83-4B6AD2AAE891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A0CF67-7332-D510-0034-D4B538F6DE93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3AC693E-45F1-C978-E9EB-5563E2820F56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EF8AD4AE-F97C-215C-B27C-A912A9AC3BE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FFE9338-0B59-BEA9-3B78-C698CB6CC9A5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A204181-ABA9-A78A-0545-E39BD673DF8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05C34F-62A5-641F-E8E7-1830A5C32CC3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2" name="Straight Arrow Connector 481">
              <a:extLst>
                <a:ext uri="{FF2B5EF4-FFF2-40B4-BE49-F238E27FC236}">
                  <a16:creationId xmlns:a16="http://schemas.microsoft.com/office/drawing/2014/main" id="{EC308631-B15A-3240-E24C-14C74066BE57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5FE885FA-8FF6-1184-E15B-F7154BD5938C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1A1E0957-29B4-19D6-082C-0D19839950B6}"/>
              </a:ext>
            </a:extLst>
          </p:cNvPr>
          <p:cNvGrpSpPr/>
          <p:nvPr/>
        </p:nvGrpSpPr>
        <p:grpSpPr>
          <a:xfrm>
            <a:off x="3062789" y="3429000"/>
            <a:ext cx="4683140" cy="2108510"/>
            <a:chOff x="3062789" y="3429000"/>
            <a:chExt cx="4683140" cy="2108510"/>
          </a:xfrm>
        </p:grpSpPr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D0D2A07F-00DC-DC33-18BD-23399671D02F}"/>
                </a:ext>
              </a:extLst>
            </p:cNvPr>
            <p:cNvGrpSpPr/>
            <p:nvPr/>
          </p:nvGrpSpPr>
          <p:grpSpPr>
            <a:xfrm>
              <a:off x="3191225" y="3688339"/>
              <a:ext cx="4554704" cy="1849171"/>
              <a:chOff x="3191225" y="3688339"/>
              <a:chExt cx="4554704" cy="1849171"/>
            </a:xfrm>
          </p:grpSpPr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4BF22610-53BF-15F3-E4DC-1017CD09F754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70" name="Straight Arrow Connector 469">
                  <a:extLst>
                    <a:ext uri="{FF2B5EF4-FFF2-40B4-BE49-F238E27FC236}">
                      <a16:creationId xmlns:a16="http://schemas.microsoft.com/office/drawing/2014/main" id="{9688E1CC-834B-BAB7-337C-70721B428473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Arrow Connector 470">
                  <a:extLst>
                    <a:ext uri="{FF2B5EF4-FFF2-40B4-BE49-F238E27FC236}">
                      <a16:creationId xmlns:a16="http://schemas.microsoft.com/office/drawing/2014/main" id="{77EE605A-A932-97AB-16E5-5D456B247D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Elbow Connector 479">
                  <a:extLst>
                    <a:ext uri="{FF2B5EF4-FFF2-40B4-BE49-F238E27FC236}">
                      <a16:creationId xmlns:a16="http://schemas.microsoft.com/office/drawing/2014/main" id="{A4CFA50D-25E5-DCF7-BDA4-946CB4196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BF7C503F-AE36-10C2-40E2-BF86451FD30F}"/>
                  </a:ext>
                </a:extLst>
              </p:cNvPr>
              <p:cNvCxnSpPr/>
              <p:nvPr/>
            </p:nvCxnSpPr>
            <p:spPr>
              <a:xfrm>
                <a:off x="3371521" y="3688339"/>
                <a:ext cx="145234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5" name="Elbow Connector 494">
              <a:extLst>
                <a:ext uri="{FF2B5EF4-FFF2-40B4-BE49-F238E27FC236}">
                  <a16:creationId xmlns:a16="http://schemas.microsoft.com/office/drawing/2014/main" id="{B7E68810-210F-0153-B45E-86960A384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F91328F2-9479-6046-17E8-B056884C9C98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7B158-343E-8B60-05E8-FF2ED747BF52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ECAD0BC9-A71E-505C-9C58-CF8008A7C6DB}"/>
              </a:ext>
            </a:extLst>
          </p:cNvPr>
          <p:cNvGrpSpPr/>
          <p:nvPr/>
        </p:nvGrpSpPr>
        <p:grpSpPr>
          <a:xfrm>
            <a:off x="446990" y="2086108"/>
            <a:ext cx="8482270" cy="1881832"/>
            <a:chOff x="446990" y="2086108"/>
            <a:chExt cx="848227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3835E2DF-9D48-AB05-45B6-E9DB87EEC7D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226A54DC-5921-3187-D541-EC4823C256A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5146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12D5B64-C7BE-4789-C243-9AB9B5463C9E}"/>
              </a:ext>
            </a:extLst>
          </p:cNvPr>
          <p:cNvGrpSpPr/>
          <p:nvPr/>
        </p:nvGrpSpPr>
        <p:grpSpPr>
          <a:xfrm>
            <a:off x="3782323" y="2354336"/>
            <a:ext cx="7363499" cy="1050552"/>
            <a:chOff x="3782323" y="2354336"/>
            <a:chExt cx="7363499" cy="1050552"/>
          </a:xfrm>
          <a:effectLst>
            <a:glow rad="50800">
              <a:srgbClr val="011223">
                <a:alpha val="61376"/>
              </a:srgbClr>
            </a:glo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C6B515C-3517-75E2-9400-F6E78B93526A}"/>
                </a:ext>
              </a:extLst>
            </p:cNvPr>
            <p:cNvGrpSpPr/>
            <p:nvPr/>
          </p:nvGrpSpPr>
          <p:grpSpPr>
            <a:xfrm>
              <a:off x="3812655" y="2354336"/>
              <a:ext cx="7333167" cy="1050552"/>
              <a:chOff x="3812655" y="2354336"/>
              <a:chExt cx="7333167" cy="1050552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8E0B24A-B190-D64F-B46B-58345270A246}"/>
                  </a:ext>
                </a:extLst>
              </p:cNvPr>
              <p:cNvSpPr/>
              <p:nvPr/>
            </p:nvSpPr>
            <p:spPr>
              <a:xfrm flipV="1">
                <a:off x="10507773" y="3145411"/>
                <a:ext cx="377320" cy="259477"/>
              </a:xfrm>
              <a:custGeom>
                <a:avLst/>
                <a:gdLst>
                  <a:gd name="connsiteX0" fmla="*/ 0 w 405114"/>
                  <a:gd name="connsiteY0" fmla="*/ 150471 h 162045"/>
                  <a:gd name="connsiteX1" fmla="*/ 57873 w 405114"/>
                  <a:gd name="connsiteY1" fmla="*/ 162045 h 162045"/>
                  <a:gd name="connsiteX2" fmla="*/ 104172 w 405114"/>
                  <a:gd name="connsiteY2" fmla="*/ 150471 h 162045"/>
                  <a:gd name="connsiteX3" fmla="*/ 208344 w 405114"/>
                  <a:gd name="connsiteY3" fmla="*/ 92597 h 162045"/>
                  <a:gd name="connsiteX4" fmla="*/ 254643 w 405114"/>
                  <a:gd name="connsiteY4" fmla="*/ 46298 h 162045"/>
                  <a:gd name="connsiteX5" fmla="*/ 358815 w 405114"/>
                  <a:gd name="connsiteY5" fmla="*/ 0 h 162045"/>
                  <a:gd name="connsiteX6" fmla="*/ 405114 w 405114"/>
                  <a:gd name="connsiteY6" fmla="*/ 0 h 162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114" h="162045">
                    <a:moveTo>
                      <a:pt x="0" y="150471"/>
                    </a:moveTo>
                    <a:cubicBezTo>
                      <a:pt x="19291" y="154329"/>
                      <a:pt x="38200" y="162045"/>
                      <a:pt x="57873" y="162045"/>
                    </a:cubicBezTo>
                    <a:cubicBezTo>
                      <a:pt x="73781" y="162045"/>
                      <a:pt x="88876" y="154841"/>
                      <a:pt x="104172" y="150471"/>
                    </a:cubicBezTo>
                    <a:cubicBezTo>
                      <a:pt x="144925" y="138827"/>
                      <a:pt x="175184" y="125757"/>
                      <a:pt x="208344" y="92597"/>
                    </a:cubicBezTo>
                    <a:cubicBezTo>
                      <a:pt x="223777" y="77164"/>
                      <a:pt x="236483" y="58405"/>
                      <a:pt x="254643" y="46298"/>
                    </a:cubicBezTo>
                    <a:cubicBezTo>
                      <a:pt x="286113" y="25318"/>
                      <a:pt x="317492" y="0"/>
                      <a:pt x="358815" y="0"/>
                    </a:cubicBezTo>
                    <a:lnTo>
                      <a:pt x="405114" y="0"/>
                    </a:lnTo>
                  </a:path>
                </a:pathLst>
              </a:custGeom>
              <a:noFill/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Elbow Connector 13">
                <a:extLst>
                  <a:ext uri="{FF2B5EF4-FFF2-40B4-BE49-F238E27FC236}">
                    <a16:creationId xmlns:a16="http://schemas.microsoft.com/office/drawing/2014/main" id="{09D689DD-1961-1E08-F965-0FB1A00782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25529" y="2354336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207EB25C-3C19-B4B7-F1F0-2AF7EE9C730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80551" y="2218003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DD3AB1E-5019-4D41-A2E2-3D370648FF60}"/>
                </a:ext>
              </a:extLst>
            </p:cNvPr>
            <p:cNvCxnSpPr/>
            <p:nvPr/>
          </p:nvCxnSpPr>
          <p:spPr>
            <a:xfrm>
              <a:off x="3782323" y="2384802"/>
              <a:ext cx="7360920" cy="0"/>
            </a:xfrm>
            <a:prstGeom prst="line">
              <a:avLst/>
            </a:prstGeom>
            <a:ln w="57150">
              <a:solidFill>
                <a:schemeClr val="accent4"/>
              </a:solidFill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F6A7B19-5351-FC47-CDDA-7F05966E5DC0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A6FFE0-0EE4-FA7D-D4BF-3451C5B8227E}"/>
              </a:ext>
            </a:extLst>
          </p:cNvPr>
          <p:cNvSpPr txBox="1"/>
          <p:nvPr/>
        </p:nvSpPr>
        <p:spPr>
          <a:xfrm>
            <a:off x="6851313" y="1214946"/>
            <a:ext cx="2541732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3E82A6-E908-0035-6D6A-7E1AE4B609D6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C9BD14B-D8D1-1458-2FB3-C696A9E3101D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49F6BE1-F714-E195-1C9D-D17E471E6A28}"/>
              </a:ext>
            </a:extLst>
          </p:cNvPr>
          <p:cNvGrpSpPr/>
          <p:nvPr/>
        </p:nvGrpSpPr>
        <p:grpSpPr>
          <a:xfrm>
            <a:off x="1772305" y="2249603"/>
            <a:ext cx="8815497" cy="1431541"/>
            <a:chOff x="1772305" y="2249603"/>
            <a:chExt cx="8815497" cy="1431541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9490B91-4BA5-F2F8-8A45-FEF9A0748213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CB8F788-1F71-00A4-0DE6-189C48D20EB9}"/>
                </a:ext>
              </a:extLst>
            </p:cNvPr>
            <p:cNvGrpSpPr/>
            <p:nvPr/>
          </p:nvGrpSpPr>
          <p:grpSpPr>
            <a:xfrm>
              <a:off x="1772305" y="2249603"/>
              <a:ext cx="8815497" cy="1431541"/>
              <a:chOff x="1772305" y="2249603"/>
              <a:chExt cx="8815497" cy="1431541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5B7DA3EF-3C40-1484-ECFA-C9712225C839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807270" cy="1431541"/>
                <a:chOff x="1780532" y="2238028"/>
                <a:chExt cx="8807270" cy="1431541"/>
              </a:xfrm>
            </p:grpSpPr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D713E87B-D5DA-0ABC-E494-BFE6792F619B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487" name="Elbow Connector 486">
                    <a:extLst>
                      <a:ext uri="{FF2B5EF4-FFF2-40B4-BE49-F238E27FC236}">
                        <a16:creationId xmlns:a16="http://schemas.microsoft.com/office/drawing/2014/main" id="{ED2DE7E1-7744-C3B8-E44B-0808B92CBC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01B4C225-53C8-79EC-3EA9-C2795C8DE9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1" name="Elbow Connector 480">
                  <a:extLst>
                    <a:ext uri="{FF2B5EF4-FFF2-40B4-BE49-F238E27FC236}">
                      <a16:creationId xmlns:a16="http://schemas.microsoft.com/office/drawing/2014/main" id="{6D27517A-70E3-B2FB-50D6-859532E06D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Elbow Connector 485">
                  <a:extLst>
                    <a:ext uri="{FF2B5EF4-FFF2-40B4-BE49-F238E27FC236}">
                      <a16:creationId xmlns:a16="http://schemas.microsoft.com/office/drawing/2014/main" id="{B3B36F55-C54B-50BE-1E43-44F1AA79C8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78058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5B573AC3-298E-B5D6-2F5B-176EC56065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0655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5535C-ABB8-2E9D-E4EB-3340141F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496">
            <a:extLst>
              <a:ext uri="{FF2B5EF4-FFF2-40B4-BE49-F238E27FC236}">
                <a16:creationId xmlns:a16="http://schemas.microsoft.com/office/drawing/2014/main" id="{4A636503-BF8C-CF78-FFE9-092CB240DDD2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7B9CA929-F265-107B-060A-666EDC48F976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33CB83AD-A31D-81D1-2449-98B66D2A2673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2" name="Elbow Connector 501">
                  <a:extLst>
                    <a:ext uri="{FF2B5EF4-FFF2-40B4-BE49-F238E27FC236}">
                      <a16:creationId xmlns:a16="http://schemas.microsoft.com/office/drawing/2014/main" id="{77AB9E48-E09A-DB5C-965A-CB8A89778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436002A3-720C-2871-4509-61E93BB078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EA4AB592-C98D-D55F-8A44-9D685AD79D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4F525377-3327-813E-D802-A028EC2388E0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076CD6A-49B1-356A-3BD9-5F0A34C2CE48}"/>
              </a:ext>
            </a:extLst>
          </p:cNvPr>
          <p:cNvGrpSpPr/>
          <p:nvPr/>
        </p:nvGrpSpPr>
        <p:grpSpPr>
          <a:xfrm>
            <a:off x="3097347" y="2260284"/>
            <a:ext cx="7448869" cy="887961"/>
            <a:chOff x="3097347" y="2260284"/>
            <a:chExt cx="7448869" cy="887961"/>
          </a:xfrm>
        </p:grpSpPr>
        <p:cxnSp>
          <p:nvCxnSpPr>
            <p:cNvPr id="485" name="Elbow Connector 484">
              <a:extLst>
                <a:ext uri="{FF2B5EF4-FFF2-40B4-BE49-F238E27FC236}">
                  <a16:creationId xmlns:a16="http://schemas.microsoft.com/office/drawing/2014/main" id="{5BA979C8-2B48-AEBE-05BA-EE58751B832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3946" y="2363686"/>
              <a:ext cx="477525" cy="270723"/>
            </a:xfrm>
            <a:prstGeom prst="bentConnector3">
              <a:avLst>
                <a:gd name="adj1" fmla="val -5318"/>
              </a:avLst>
            </a:prstGeom>
            <a:ln w="28575">
              <a:solidFill>
                <a:schemeClr val="bg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Elbow Connector 489">
              <a:extLst>
                <a:ext uri="{FF2B5EF4-FFF2-40B4-BE49-F238E27FC236}">
                  <a16:creationId xmlns:a16="http://schemas.microsoft.com/office/drawing/2014/main" id="{5E0709E7-B0F9-3CE4-163A-E25FCC84531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63617" y="2465646"/>
              <a:ext cx="887961" cy="477237"/>
            </a:xfrm>
            <a:prstGeom prst="bentConnector3">
              <a:avLst>
                <a:gd name="adj1" fmla="val 99200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CEF2F7F9-A0AE-0D7D-421E-7C26774C84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69" y="2260284"/>
              <a:ext cx="671169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DF34694-D300-339E-1ABC-977A2CDCE9ED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5C922FFA-401F-D912-DAB1-271816CDCB37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9CB5D96-6167-7F2F-A2E8-A8459978A70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rapezoid 350">
            <a:extLst>
              <a:ext uri="{FF2B5EF4-FFF2-40B4-BE49-F238E27FC236}">
                <a16:creationId xmlns:a16="http://schemas.microsoft.com/office/drawing/2014/main" id="{AB8B0033-8FEB-0112-9D18-09DE07750B1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4E328483-B2A0-FBF4-99D1-E5C91038C580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EBD907-410F-C40C-7BA2-69F39462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/>
              <a:t> Datapath (7/7)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7D2475E3-3010-3307-C2DF-3DB1F470E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FFC7D98-BE6D-E9BA-0E18-3E64E70EDB38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427E7F2C-E1FF-D6CC-075B-282015CEA97B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179E59EB-7DBD-34BB-53B9-CAD7DF3A0DED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2DA4B93-8C85-ABC6-C1D7-A5179022112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F9F663F5-22BD-20EC-409F-78D4377FD0E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1106BBF4-D791-420B-107E-EFAEEFF5854D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F80BA9B-4A5C-DC80-9982-947B717DE92F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DADD9E5-E691-D6B6-84A4-EA38956C8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5FCCC90-1167-B5DA-3A1D-E9DEFDEB3207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321" name="Trapezoid 320">
            <a:extLst>
              <a:ext uri="{FF2B5EF4-FFF2-40B4-BE49-F238E27FC236}">
                <a16:creationId xmlns:a16="http://schemas.microsoft.com/office/drawing/2014/main" id="{AF61303E-6C60-D05C-8548-D5E6223ED737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0368CCB5-9B3D-835A-0FB6-ECEDA2582515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422ACA0-A62D-1211-3CE7-B0E117261872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1C030528-A294-FB37-FA36-7853B8A6A20E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4090B16-8B57-7685-6C94-89E7F76BFFB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0A6D3CB4-CE9B-F7C9-E88C-BD2437FDDB5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80BDB25B-57AA-A171-ED5F-813711183185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E0549251-6723-CA8E-2363-D0FAAAD65F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2244C96-A91D-4203-2105-CD79BF0F0B5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3F672ABA-4D6B-1036-84F5-49A9D7D883C5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BA14676-1D3C-5791-9887-F736D0084E9C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3FD04224-4F95-57F2-92DA-F70B3E74D87C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730A2D5-0350-1BED-4BD0-134361BAD475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0B76AF1C-49BA-FBDD-14F7-44963BD45E29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D631774A-39E2-2679-1C1E-7A15347DE711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19A91B8E-FFFF-F845-F78B-CAE26766EA7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BBF04BA3-576C-85ED-2731-C328772A5D3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9C71EF5D-C2E5-6C7C-EDD8-CFD2B20A970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C0B58E2B-966E-ACCE-789A-744DFBA8D45E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5ABDF93F-0E2F-2600-C1C1-144B02CA74AB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B863DC96-4031-9D8B-E4BC-FDEBFB2556AC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A7E5E38-F4A9-A513-F9A8-899E5A8827E9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E3B14488-9D6D-411B-4340-86092289C8C9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633E7FD-5EEF-3135-7A51-EB8392DEEE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F63F0367-1C38-C8D5-0819-DB7C78E70AA0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D9A0D909-2785-9CA8-2EEC-7FD2DAC3BECE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5D353414-07B2-05F0-F99C-1F244D74B890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7E91509-C6F1-E605-DD93-A694E9CF4B81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5B9D8E32-E450-BFB1-8FF2-DD0598DFA314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863D0585-A99A-7546-1C83-1F02DCDB4000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506B7A71-386A-1112-001A-758B225EFD3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A4E0174B-C640-2350-F759-46FA7BC230C7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0A546369-06D7-9D07-B890-C7E1DEA91C0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714A7-ED3F-2245-2AC4-FDF6A252FC3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4283F8-0509-A898-2EC1-ECBE59936639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37FEA1-8FF2-35A3-E85F-0441FE3A3DFE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F3BC620-69CC-460B-55A1-962FD3430791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90625E-EEE0-FF67-9838-49F1F858F8C7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4EC8B004-0493-D370-3A87-CD974C964F97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933D0C3B-34C2-4863-9FD0-76D8C669566D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FEA3EA0C-7A62-4131-E258-B4FDFC469F5F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BA9F46F7-FB95-81E4-2BB9-D13D125C0B51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86BCF9E3-4120-F2F6-09F8-3B70F877279B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5E576026-C363-FB77-0163-3C88F9FA0ED2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CA8D99B7-7AFA-E4BB-B743-CB0BACE3BD28}"/>
                </a:ext>
              </a:extLst>
            </p:cNvPr>
            <p:cNvCxnSpPr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5D655737-2716-10D1-23C1-5573A9AE1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45BE519-3B3C-44E0-78B0-CFF69C34553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FF734C6-9C3D-B54E-1A6F-B37FB676BB9B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D02CF68-87D5-3082-5C82-2BFD2DE5D937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32ECC1D-5673-12C4-2163-A4FA06F57C41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7060A410-3F81-D2A9-1847-BC9EFED18C1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B15AB85E-C117-6C64-0BC2-8ADA99D3B3C3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destination register.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8E809B8C-DFF1-C21D-EF19-D371EF54CFFA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F3809DC2-DF54-216B-D7B1-CE04F93FFFA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A33CCA2-9178-76F2-23CA-D752FD3826E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36F4593-5844-D26C-B2B3-C61B111FB465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57F6BD0-1819-8411-77C6-B313534E6229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6D6EA655-5316-A203-3CEF-74F4D3AF366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1A0DE497-A907-D2C0-E862-AD324C80D9C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1F7B872C-2DEE-8EBD-0FF6-ECB3F1C4815B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E1535B0-9F64-01A1-5C51-52513A5B4392}"/>
              </a:ext>
            </a:extLst>
          </p:cNvPr>
          <p:cNvSpPr txBox="1"/>
          <p:nvPr/>
        </p:nvSpPr>
        <p:spPr>
          <a:xfrm>
            <a:off x="2976993" y="1063996"/>
            <a:ext cx="2448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12-bit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(</a:t>
            </a:r>
            <a:r>
              <a:rPr lang="en-US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-Type).</a:t>
            </a:r>
          </a:p>
        </p:txBody>
      </p:sp>
      <p:sp>
        <p:nvSpPr>
          <p:cNvPr id="206" name="Trapezoid 205">
            <a:extLst>
              <a:ext uri="{FF2B5EF4-FFF2-40B4-BE49-F238E27FC236}">
                <a16:creationId xmlns:a16="http://schemas.microsoft.com/office/drawing/2014/main" id="{59CFA477-B720-446F-1CE5-43F4717225A8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50B28EE-E4DB-11C3-3CFA-D3A9E247B3DB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B0D4172C-0045-E2CE-9250-029D1C735A1A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D7CC8C7D-3BCC-F729-793F-6D9376D31B74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8" name="TextBox 507">
            <a:extLst>
              <a:ext uri="{FF2B5EF4-FFF2-40B4-BE49-F238E27FC236}">
                <a16:creationId xmlns:a16="http://schemas.microsoft.com/office/drawing/2014/main" id="{DA41EBCA-15D1-39C4-EA77-C409FDC940C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118D8ADB-0385-4A06-7ED7-F12F11858883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D2D618B-E983-FE41-84C8-3205E9746C5E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AAA254F3-10AC-E645-7610-4A06E745F5D6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E972145-E841-B018-5B06-C938345576F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9CA82D1-4BA2-1962-E72A-754101C2AA71}"/>
              </a:ext>
            </a:extLst>
          </p:cNvPr>
          <p:cNvSpPr txBox="1"/>
          <p:nvPr/>
        </p:nvSpPr>
        <p:spPr>
          <a:xfrm>
            <a:off x="588740" y="5560628"/>
            <a:ext cx="66075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br>
              <a:rPr lang="en-US" sz="1600" dirty="0">
                <a:solidFill>
                  <a:schemeClr val="accent3"/>
                </a:solidFill>
                <a:latin typeface="18 VAG Rounded Light   02390" pitchFamily="2" charset="0"/>
              </a:rPr>
            </a:b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8896176-A1BC-5C2C-AED0-D3A6A4831F98}"/>
              </a:ext>
            </a:extLst>
          </p:cNvPr>
          <p:cNvSpPr txBox="1"/>
          <p:nvPr/>
        </p:nvSpPr>
        <p:spPr>
          <a:xfrm>
            <a:off x="6409181" y="5555777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A483C16-A15D-1247-143E-B87ADE2A844E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C83689C-5DD5-77FB-C1B1-8E61363BA503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C6EBBC-2567-E527-08EF-75C8508EADA3}"/>
              </a:ext>
            </a:extLst>
          </p:cNvPr>
          <p:cNvGrpSpPr/>
          <p:nvPr/>
        </p:nvGrpSpPr>
        <p:grpSpPr>
          <a:xfrm>
            <a:off x="4062897" y="5516420"/>
            <a:ext cx="6835926" cy="565283"/>
            <a:chOff x="4062897" y="5516420"/>
            <a:chExt cx="6835926" cy="565283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D538711-92DD-16C1-67A6-349D1F51478A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6C564BB-4920-F213-DD09-795C241E55FB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BE39C71-B654-B059-4616-95A7967130C0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EF3593E-8EC8-ECDE-7974-C7028D3F11C9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0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230AF67-E239-6C8A-A433-8D566C541041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63E8552-CF89-24A4-5D24-5435582CF902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331A0C7-7BA0-523A-698C-78EDD6430146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2</a:t>
              </a:r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2A17860-67D5-1351-952A-3B97F4EDEE69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B4D6924-11CB-484B-E6F0-59A01C149E84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8BCEB4BD-C1BA-74CD-0F06-61FB4FEA5C5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D4AF07D-607C-178E-9B36-9F24A863CC64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7D69DB4-809D-644E-1989-12E3983D8B7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04F4928-5892-2059-F726-2CFEEA7269B9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2" name="Straight Arrow Connector 481">
              <a:extLst>
                <a:ext uri="{FF2B5EF4-FFF2-40B4-BE49-F238E27FC236}">
                  <a16:creationId xmlns:a16="http://schemas.microsoft.com/office/drawing/2014/main" id="{6C06E826-E0C4-4DDC-EDCD-BB6A35F3F86B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BDAF0036-A2F1-4C46-0437-C8A5FC11D9CD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8D6BB4FD-D3A1-9C46-E0AA-35DD4B79F5E3}"/>
              </a:ext>
            </a:extLst>
          </p:cNvPr>
          <p:cNvGrpSpPr/>
          <p:nvPr/>
        </p:nvGrpSpPr>
        <p:grpSpPr>
          <a:xfrm>
            <a:off x="3062789" y="3429000"/>
            <a:ext cx="4683140" cy="2108510"/>
            <a:chOff x="3062789" y="3429000"/>
            <a:chExt cx="4683140" cy="2108510"/>
          </a:xfrm>
        </p:grpSpPr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F6865421-1277-DD80-E453-E9FEF7128864}"/>
                </a:ext>
              </a:extLst>
            </p:cNvPr>
            <p:cNvGrpSpPr/>
            <p:nvPr/>
          </p:nvGrpSpPr>
          <p:grpSpPr>
            <a:xfrm>
              <a:off x="3191225" y="3688339"/>
              <a:ext cx="4554704" cy="1849171"/>
              <a:chOff x="3191225" y="3688339"/>
              <a:chExt cx="4554704" cy="1849171"/>
            </a:xfrm>
          </p:grpSpPr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54D0C64B-EE70-0F33-B02D-01C9FE423D9F}"/>
                  </a:ext>
                </a:extLst>
              </p:cNvPr>
              <p:cNvGrpSpPr/>
              <p:nvPr/>
            </p:nvGrpSpPr>
            <p:grpSpPr>
              <a:xfrm>
                <a:off x="3191225" y="3962068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70" name="Straight Arrow Connector 469">
                  <a:extLst>
                    <a:ext uri="{FF2B5EF4-FFF2-40B4-BE49-F238E27FC236}">
                      <a16:creationId xmlns:a16="http://schemas.microsoft.com/office/drawing/2014/main" id="{8FA03367-7D5D-615C-CFE8-04C0601903C1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Arrow Connector 470">
                  <a:extLst>
                    <a:ext uri="{FF2B5EF4-FFF2-40B4-BE49-F238E27FC236}">
                      <a16:creationId xmlns:a16="http://schemas.microsoft.com/office/drawing/2014/main" id="{C59D40BB-7CCA-4F30-5F0C-7DC1430829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Elbow Connector 479">
                  <a:extLst>
                    <a:ext uri="{FF2B5EF4-FFF2-40B4-BE49-F238E27FC236}">
                      <a16:creationId xmlns:a16="http://schemas.microsoft.com/office/drawing/2014/main" id="{47E87083-820E-11A5-C818-348FCEDA1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783AE9FA-568F-6D19-7718-FB069D6BFC4F}"/>
                  </a:ext>
                </a:extLst>
              </p:cNvPr>
              <p:cNvCxnSpPr/>
              <p:nvPr/>
            </p:nvCxnSpPr>
            <p:spPr>
              <a:xfrm>
                <a:off x="3371521" y="3688339"/>
                <a:ext cx="145234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5" name="Elbow Connector 494">
              <a:extLst>
                <a:ext uri="{FF2B5EF4-FFF2-40B4-BE49-F238E27FC236}">
                  <a16:creationId xmlns:a16="http://schemas.microsoft.com/office/drawing/2014/main" id="{BF61BFB7-6BAE-2B8C-F942-88123872E2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594A99E8-5C6C-703C-9D81-B04A4DF83CA9}"/>
              </a:ext>
            </a:extLst>
          </p:cNvPr>
          <p:cNvSpPr txBox="1"/>
          <p:nvPr/>
        </p:nvSpPr>
        <p:spPr>
          <a:xfrm>
            <a:off x="1733676" y="366321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9707C-A352-B049-24C2-49FDEFD98BE1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3AAD67BA-C4DC-B340-255F-B913CEA86305}"/>
              </a:ext>
            </a:extLst>
          </p:cNvPr>
          <p:cNvGrpSpPr/>
          <p:nvPr/>
        </p:nvGrpSpPr>
        <p:grpSpPr>
          <a:xfrm>
            <a:off x="446990" y="2086108"/>
            <a:ext cx="8482270" cy="1881832"/>
            <a:chOff x="446990" y="2086108"/>
            <a:chExt cx="8482270" cy="1881832"/>
          </a:xfrm>
        </p:grpSpPr>
        <p:cxnSp>
          <p:nvCxnSpPr>
            <p:cNvPr id="492" name="Elbow Connector 491">
              <a:extLst>
                <a:ext uri="{FF2B5EF4-FFF2-40B4-BE49-F238E27FC236}">
                  <a16:creationId xmlns:a16="http://schemas.microsoft.com/office/drawing/2014/main" id="{2497CEE4-66AF-2F04-13EF-B77EE2AB6DC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40" y="2119597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Elbow Connector 492">
              <a:extLst>
                <a:ext uri="{FF2B5EF4-FFF2-40B4-BE49-F238E27FC236}">
                  <a16:creationId xmlns:a16="http://schemas.microsoft.com/office/drawing/2014/main" id="{9274ABBC-21DB-3442-311A-5468C7CBF80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51465" y="2684563"/>
              <a:ext cx="1689586" cy="492676"/>
            </a:xfrm>
            <a:prstGeom prst="bentConnector4">
              <a:avLst>
                <a:gd name="adj1" fmla="val 46510"/>
                <a:gd name="adj2" fmla="val -113"/>
              </a:avLst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FFAA443-BCC4-4E55-50E3-8A75FC30F024}"/>
              </a:ext>
            </a:extLst>
          </p:cNvPr>
          <p:cNvGrpSpPr/>
          <p:nvPr/>
        </p:nvGrpSpPr>
        <p:grpSpPr>
          <a:xfrm>
            <a:off x="3782323" y="2354336"/>
            <a:ext cx="7363499" cy="1050552"/>
            <a:chOff x="3782323" y="2354336"/>
            <a:chExt cx="7363499" cy="1050552"/>
          </a:xfrm>
          <a:effectLst>
            <a:glow rad="50800">
              <a:srgbClr val="011223">
                <a:alpha val="61376"/>
              </a:srgbClr>
            </a:glo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6FFEC5F-BBA7-F2D3-6133-A7F78C5946BA}"/>
                </a:ext>
              </a:extLst>
            </p:cNvPr>
            <p:cNvGrpSpPr/>
            <p:nvPr/>
          </p:nvGrpSpPr>
          <p:grpSpPr>
            <a:xfrm>
              <a:off x="3812655" y="2354336"/>
              <a:ext cx="7333167" cy="1050552"/>
              <a:chOff x="3812655" y="2354336"/>
              <a:chExt cx="7333167" cy="1050552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00E9ABE-A82C-80A9-2C83-E5FE7DFFBB71}"/>
                  </a:ext>
                </a:extLst>
              </p:cNvPr>
              <p:cNvSpPr/>
              <p:nvPr/>
            </p:nvSpPr>
            <p:spPr>
              <a:xfrm flipV="1">
                <a:off x="10507773" y="3145411"/>
                <a:ext cx="377320" cy="259477"/>
              </a:xfrm>
              <a:custGeom>
                <a:avLst/>
                <a:gdLst>
                  <a:gd name="connsiteX0" fmla="*/ 0 w 405114"/>
                  <a:gd name="connsiteY0" fmla="*/ 150471 h 162045"/>
                  <a:gd name="connsiteX1" fmla="*/ 57873 w 405114"/>
                  <a:gd name="connsiteY1" fmla="*/ 162045 h 162045"/>
                  <a:gd name="connsiteX2" fmla="*/ 104172 w 405114"/>
                  <a:gd name="connsiteY2" fmla="*/ 150471 h 162045"/>
                  <a:gd name="connsiteX3" fmla="*/ 208344 w 405114"/>
                  <a:gd name="connsiteY3" fmla="*/ 92597 h 162045"/>
                  <a:gd name="connsiteX4" fmla="*/ 254643 w 405114"/>
                  <a:gd name="connsiteY4" fmla="*/ 46298 h 162045"/>
                  <a:gd name="connsiteX5" fmla="*/ 358815 w 405114"/>
                  <a:gd name="connsiteY5" fmla="*/ 0 h 162045"/>
                  <a:gd name="connsiteX6" fmla="*/ 405114 w 405114"/>
                  <a:gd name="connsiteY6" fmla="*/ 0 h 162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114" h="162045">
                    <a:moveTo>
                      <a:pt x="0" y="150471"/>
                    </a:moveTo>
                    <a:cubicBezTo>
                      <a:pt x="19291" y="154329"/>
                      <a:pt x="38200" y="162045"/>
                      <a:pt x="57873" y="162045"/>
                    </a:cubicBezTo>
                    <a:cubicBezTo>
                      <a:pt x="73781" y="162045"/>
                      <a:pt x="88876" y="154841"/>
                      <a:pt x="104172" y="150471"/>
                    </a:cubicBezTo>
                    <a:cubicBezTo>
                      <a:pt x="144925" y="138827"/>
                      <a:pt x="175184" y="125757"/>
                      <a:pt x="208344" y="92597"/>
                    </a:cubicBezTo>
                    <a:cubicBezTo>
                      <a:pt x="223777" y="77164"/>
                      <a:pt x="236483" y="58405"/>
                      <a:pt x="254643" y="46298"/>
                    </a:cubicBezTo>
                    <a:cubicBezTo>
                      <a:pt x="286113" y="25318"/>
                      <a:pt x="317492" y="0"/>
                      <a:pt x="358815" y="0"/>
                    </a:cubicBezTo>
                    <a:lnTo>
                      <a:pt x="405114" y="0"/>
                    </a:lnTo>
                  </a:path>
                </a:pathLst>
              </a:custGeom>
              <a:noFill/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Elbow Connector 13">
                <a:extLst>
                  <a:ext uri="{FF2B5EF4-FFF2-40B4-BE49-F238E27FC236}">
                    <a16:creationId xmlns:a16="http://schemas.microsoft.com/office/drawing/2014/main" id="{5F811EC8-11DF-E540-D07A-9AED27A682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25529" y="2354336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2C89B061-3C6C-74CE-550C-1233A4E578F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80551" y="2218003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64479E-1865-D9F7-FEAF-ED3F1E99ADFE}"/>
                </a:ext>
              </a:extLst>
            </p:cNvPr>
            <p:cNvCxnSpPr/>
            <p:nvPr/>
          </p:nvCxnSpPr>
          <p:spPr>
            <a:xfrm>
              <a:off x="3782323" y="2384802"/>
              <a:ext cx="7360920" cy="0"/>
            </a:xfrm>
            <a:prstGeom prst="line">
              <a:avLst/>
            </a:prstGeom>
            <a:ln w="57150">
              <a:solidFill>
                <a:schemeClr val="accent4"/>
              </a:solidFill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C5C04CF-3BCA-C978-4751-A746C91170FE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B2E3C-5EB8-C4F6-1791-88716BE365FC}"/>
              </a:ext>
            </a:extLst>
          </p:cNvPr>
          <p:cNvSpPr txBox="1"/>
          <p:nvPr/>
        </p:nvSpPr>
        <p:spPr>
          <a:xfrm>
            <a:off x="6851313" y="1214946"/>
            <a:ext cx="2541732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1AC3BC-0523-F214-9FC8-A0219BA94339}"/>
              </a:ext>
            </a:extLst>
          </p:cNvPr>
          <p:cNvSpPr txBox="1"/>
          <p:nvPr/>
        </p:nvSpPr>
        <p:spPr>
          <a:xfrm>
            <a:off x="121919" y="1063996"/>
            <a:ext cx="2975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25" indent="-238125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Feed PC into blocks.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FAA0E3-FA49-5F77-0773-23FEC25D5B0C}"/>
              </a:ext>
            </a:extLst>
          </p:cNvPr>
          <p:cNvSpPr txBox="1"/>
          <p:nvPr/>
        </p:nvSpPr>
        <p:spPr>
          <a:xfrm>
            <a:off x="122782" y="1581025"/>
            <a:ext cx="2936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25" marR="0" lvl="0" indent="-23812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Write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DE2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ALU output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6DAC3"/>
                </a:solidFill>
                <a:effectLst/>
                <a:uLnTx/>
                <a:uFillTx/>
                <a:latin typeface="18 VAG Rounded Light   02390" pitchFamily="2" charset="0"/>
                <a:ea typeface="+mn-ea"/>
                <a:cs typeface="+mn-cs"/>
              </a:rPr>
              <a:t>to PC.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C1D073-2A85-CC42-A40D-67138A04CFAB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491CF70-1DCE-99E1-C3EC-C94DEA565F61}"/>
              </a:ext>
            </a:extLst>
          </p:cNvPr>
          <p:cNvGrpSpPr/>
          <p:nvPr/>
        </p:nvGrpSpPr>
        <p:grpSpPr>
          <a:xfrm>
            <a:off x="881793" y="3655539"/>
            <a:ext cx="562890" cy="120155"/>
            <a:chOff x="881793" y="3655539"/>
            <a:chExt cx="562890" cy="12015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6BC9C6C-29B2-CB51-4229-82570F07030A}"/>
                </a:ext>
              </a:extLst>
            </p:cNvPr>
            <p:cNvSpPr/>
            <p:nvPr/>
          </p:nvSpPr>
          <p:spPr>
            <a:xfrm>
              <a:off x="881793" y="3657768"/>
              <a:ext cx="405114" cy="117926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94BDC04-38A5-EBF5-105A-A3377ED5C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363" y="3655539"/>
              <a:ext cx="27432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6F058C-D77F-485A-C4DF-9C16DE19A36A}"/>
              </a:ext>
            </a:extLst>
          </p:cNvPr>
          <p:cNvGrpSpPr/>
          <p:nvPr/>
        </p:nvGrpSpPr>
        <p:grpSpPr>
          <a:xfrm>
            <a:off x="1772305" y="2249603"/>
            <a:ext cx="8815497" cy="1431541"/>
            <a:chOff x="1772305" y="2249603"/>
            <a:chExt cx="8815497" cy="1431541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306617E8-2495-3552-E17D-93C2D1744599}"/>
                </a:ext>
              </a:extLst>
            </p:cNvPr>
            <p:cNvCxnSpPr>
              <a:cxnSpLocks/>
            </p:cNvCxnSpPr>
            <p:nvPr/>
          </p:nvCxnSpPr>
          <p:spPr>
            <a:xfrm>
              <a:off x="3385133" y="2271859"/>
              <a:ext cx="6695229" cy="0"/>
            </a:xfrm>
            <a:prstGeom prst="line">
              <a:avLst/>
            </a:prstGeom>
            <a:ln w="6350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FA22D0B-5F1D-B941-FEE5-3AA4B84AEBBB}"/>
                </a:ext>
              </a:extLst>
            </p:cNvPr>
            <p:cNvGrpSpPr/>
            <p:nvPr/>
          </p:nvGrpSpPr>
          <p:grpSpPr>
            <a:xfrm>
              <a:off x="1772305" y="2249603"/>
              <a:ext cx="8815497" cy="1431541"/>
              <a:chOff x="1772305" y="2249603"/>
              <a:chExt cx="8815497" cy="1431541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B55EF8BD-3E4B-F677-3BD7-17C2BF65B618}"/>
                  </a:ext>
                </a:extLst>
              </p:cNvPr>
              <p:cNvGrpSpPr/>
              <p:nvPr/>
            </p:nvGrpSpPr>
            <p:grpSpPr>
              <a:xfrm>
                <a:off x="1780532" y="2249603"/>
                <a:ext cx="8807270" cy="1431541"/>
                <a:chOff x="1780532" y="2238028"/>
                <a:chExt cx="8807270" cy="1431541"/>
              </a:xfrm>
            </p:grpSpPr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B765FD9C-855D-36BA-4D60-D058772109D8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487" name="Elbow Connector 486">
                    <a:extLst>
                      <a:ext uri="{FF2B5EF4-FFF2-40B4-BE49-F238E27FC236}">
                        <a16:creationId xmlns:a16="http://schemas.microsoft.com/office/drawing/2014/main" id="{5CC815C5-EF8A-163F-497D-793E781F06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E4888EEA-E36B-EDD5-3863-28086ABA25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1" name="Elbow Connector 480">
                  <a:extLst>
                    <a:ext uri="{FF2B5EF4-FFF2-40B4-BE49-F238E27FC236}">
                      <a16:creationId xmlns:a16="http://schemas.microsoft.com/office/drawing/2014/main" id="{0777FBFB-6F2D-60BA-C559-45507BACC5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3004479" y="2389869"/>
                  <a:ext cx="493173" cy="234008"/>
                </a:xfrm>
                <a:prstGeom prst="bentConnector3">
                  <a:avLst>
                    <a:gd name="adj1" fmla="val 1283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Elbow Connector 485">
                  <a:extLst>
                    <a:ext uri="{FF2B5EF4-FFF2-40B4-BE49-F238E27FC236}">
                      <a16:creationId xmlns:a16="http://schemas.microsoft.com/office/drawing/2014/main" id="{360DF9E4-BB29-3B98-C39F-CCEA9041F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878058" y="2426926"/>
                  <a:ext cx="898642" cy="520846"/>
                </a:xfrm>
                <a:prstGeom prst="bentConnector3">
                  <a:avLst>
                    <a:gd name="adj1" fmla="val 99694"/>
                  </a:avLst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541DA3A6-E877-D1A9-6EEF-8987209885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2305" y="3669569"/>
                <a:ext cx="365760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2954428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25001</TotalTime>
  <Words>1067</Words>
  <Application>Microsoft Macintosh PowerPoint</Application>
  <PresentationFormat>Widescreen</PresentationFormat>
  <Paragraphs>556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7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Lighting the JALR Datapath (7/7)</vt:lpstr>
      <vt:lpstr>Lighting the JALR Datapath (1/7)</vt:lpstr>
      <vt:lpstr>Lighting the JALR Datapath (2/7)</vt:lpstr>
      <vt:lpstr>Lighting the JALR Datapath (3/7)</vt:lpstr>
      <vt:lpstr>Lighting the JALR Datapath (4/7)</vt:lpstr>
      <vt:lpstr>Lighting the JALR Datapath (5/7)</vt:lpstr>
      <vt:lpstr>Lighting the JALR Datapath (6/7)</vt:lpstr>
      <vt:lpstr>Lighting the JALR Datapath (7/7)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907</cp:revision>
  <cp:lastPrinted>2022-09-30T17:03:13Z</cp:lastPrinted>
  <dcterms:created xsi:type="dcterms:W3CDTF">2022-09-05T20:39:51Z</dcterms:created>
  <dcterms:modified xsi:type="dcterms:W3CDTF">2026-03-26T00:25:41Z</dcterms:modified>
</cp:coreProperties>
</file>