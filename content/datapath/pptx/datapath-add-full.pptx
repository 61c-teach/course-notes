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  <p:sldMasterId id="2147483709" r:id="rId2"/>
  </p:sldMasterIdLst>
  <p:notesMasterIdLst>
    <p:notesMasterId r:id="rId11"/>
  </p:notesMasterIdLst>
  <p:sldIdLst>
    <p:sldId id="1448" r:id="rId3"/>
    <p:sldId id="1455" r:id="rId4"/>
    <p:sldId id="1449" r:id="rId5"/>
    <p:sldId id="1454" r:id="rId6"/>
    <p:sldId id="1453" r:id="rId7"/>
    <p:sldId id="1452" r:id="rId8"/>
    <p:sldId id="1451" r:id="rId9"/>
    <p:sldId id="1450" r:id="rId10"/>
  </p:sldIdLst>
  <p:sldSz cx="12192000" cy="685800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223"/>
    <a:srgbClr val="00264A"/>
    <a:srgbClr val="00152A"/>
    <a:srgbClr val="002548"/>
    <a:srgbClr val="4991B2"/>
    <a:srgbClr val="000000"/>
    <a:srgbClr val="032141"/>
    <a:srgbClr val="D9E1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68"/>
    <p:restoredTop sz="94304"/>
  </p:normalViewPr>
  <p:slideViewPr>
    <p:cSldViewPr snapToGrid="0">
      <p:cViewPr varScale="1">
        <p:scale>
          <a:sx n="76" d="100"/>
          <a:sy n="76" d="100"/>
        </p:scale>
        <p:origin x="200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79AFB-556A-7647-8681-E8CCC214AEB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562F5-9C85-F843-B903-B3B42F5C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7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9E68-6317-9719-C0DE-63FA4EC9B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60A2B-3366-1E7F-E667-D7A8D7C3C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F18AF-C4E0-3A6B-C74C-0D8CF36CF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C9C46-C6BE-0088-61B1-EFBBA72C06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94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7A6DC-DFF9-83A8-D076-2DCE1950B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56C9A-668C-41D2-150C-28BB957E4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671F6-6357-955C-B2FF-1DEAFD27F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7A18C-0F66-538A-78FB-C1AB3CBB4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19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08E77-5580-2B18-19B0-36959E399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0E8075-30D3-1DA3-F1BC-4F5FFB63BB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E90CD-0207-3F63-7C7D-58F4DD703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7B987-CDC1-3972-2C79-721E62D071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558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381C1-4A7F-CFD4-81D5-10B6C91A9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C857B-2889-4BD7-9353-5F4E898E7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5BB264-40EF-7DE4-F837-715A984D4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417D4-3D37-F2BF-C2E7-045A8CC3D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52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E8486-1302-151B-2C6E-7B5D34955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5B45E-83A6-DF2D-78EE-96EAE1006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A68D35-EDCF-5C05-523F-4F7DDC4EB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BB7F4-AB4D-4879-531E-539F82CB2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39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7DF72-BC3F-8834-68B6-240C2745B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4BDC53-BBAB-881A-6DF9-72058DD42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69B746-DFF2-A2B7-9483-16595C558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5882C-710D-3306-F63A-C61E1DB3F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67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6D783-D6F5-F83B-0E41-3A0D1236B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B7B8D-C2C4-5668-DD03-B5F6DC454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CF8627-96CB-8711-4147-BFD342B8E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C072-943A-6075-53C3-2825674995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08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5119C-907A-6DDA-11A4-5169FA7EC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C51612-562B-E89B-5141-5DBA1A9E6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662AD9-B49F-A6AE-0E0C-0DECB9D50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990A1-22C9-457E-2BD0-B1758C19C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79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2.tiff"/><Relationship Id="rId4" Type="http://schemas.openxmlformats.org/officeDocument/2006/relationships/image" Target="../media/image9.jp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tiff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emf"/><Relationship Id="rId5" Type="http://schemas.openxmlformats.org/officeDocument/2006/relationships/image" Target="../media/image2.tiff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04D8-8C6A-A1BE-E710-691D034BA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B3F4E-7F7A-7010-DF2B-2B5FC40C0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3635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185DB5B-BEBF-6B87-32BE-E3D2FAA3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021" y="4561558"/>
            <a:ext cx="7789961" cy="761999"/>
          </a:xfrm>
          <a:prstGeom prst="rect">
            <a:avLst/>
          </a:prstGeom>
        </p:spPr>
        <p:txBody>
          <a:bodyPr/>
          <a:lstStyle>
            <a:lvl1pPr algn="ctr">
              <a:defRPr sz="42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D695780-6F13-8D58-9C18-35AACFB35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405076"/>
            <a:ext cx="6908800" cy="163284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>
                    <a:alpha val="99000"/>
                  </a:srgbClr>
                </a:solidFill>
                <a:effectLst/>
                <a:latin typeface="18 VAG Rounded Bold   07390" charset="0"/>
              </a:rPr>
              <a:t>CS61C</a:t>
            </a:r>
            <a:endParaRPr lang="en-US" sz="6400" b="1" dirty="0">
              <a:solidFill>
                <a:srgbClr val="4991B1">
                  <a:alpha val="99000"/>
                </a:srgbClr>
              </a:solidFill>
              <a:latin typeface="18 VAG Rounded Bold   07390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62D69298-76B5-35A4-3319-24FFE4F5C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1859824"/>
            <a:ext cx="6908800" cy="15405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in</a:t>
            </a:r>
            <a:b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</a:b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bg2">
                    <a:alpha val="99000"/>
                  </a:schemeClr>
                </a:solidFill>
                <a:latin typeface="18 VAG Rounded Thin   55390" pitchFamily="2" charset="0"/>
              </a:rPr>
              <a:t>(a.k.a. Machine Structures)</a:t>
            </a:r>
            <a:endParaRPr lang="en-US" sz="3833" b="1" dirty="0">
              <a:solidFill>
                <a:schemeClr val="bg2">
                  <a:alpha val="99000"/>
                </a:schemeClr>
              </a:solidFill>
              <a:latin typeface="18 VAG Rounded Bold   07390" charset="0"/>
            </a:endParaRPr>
          </a:p>
        </p:txBody>
      </p:sp>
      <p:pic>
        <p:nvPicPr>
          <p:cNvPr id="16" name="Google Shape;23;p49">
            <a:extLst>
              <a:ext uri="{FF2B5EF4-FFF2-40B4-BE49-F238E27FC236}">
                <a16:creationId xmlns:a16="http://schemas.microsoft.com/office/drawing/2014/main" id="{34967360-50B3-A7B0-0715-41A94158E827}"/>
              </a:ext>
            </a:extLst>
          </p:cNvPr>
          <p:cNvPicPr preferRelativeResize="0"/>
          <p:nvPr/>
        </p:nvPicPr>
        <p:blipFill>
          <a:blip r:embed="rId2"/>
          <a:srcRect l="481" r="481"/>
          <a:stretch/>
        </p:blipFill>
        <p:spPr>
          <a:xfrm>
            <a:off x="8888173" y="410681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ECC42E-4CE3-4707-674B-71A0975151E3}"/>
              </a:ext>
            </a:extLst>
          </p:cNvPr>
          <p:cNvSpPr txBox="1"/>
          <p:nvPr/>
        </p:nvSpPr>
        <p:spPr>
          <a:xfrm>
            <a:off x="8410205" y="2493787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Assistant Teaching Professor</a:t>
            </a:r>
            <a:b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Lisa Yan</a:t>
            </a:r>
          </a:p>
        </p:txBody>
      </p:sp>
      <p:sp>
        <p:nvSpPr>
          <p:cNvPr id="19" name="Google Shape;24;p49">
            <a:extLst>
              <a:ext uri="{FF2B5EF4-FFF2-40B4-BE49-F238E27FC236}">
                <a16:creationId xmlns:a16="http://schemas.microsoft.com/office/drawing/2014/main" id="{55D34F2F-A07D-B6C8-15A2-8BEA5F388780}"/>
              </a:ext>
            </a:extLst>
          </p:cNvPr>
          <p:cNvSpPr/>
          <p:nvPr/>
        </p:nvSpPr>
        <p:spPr>
          <a:xfrm>
            <a:off x="3822337" y="6370191"/>
            <a:ext cx="4547326" cy="492388"/>
          </a:xfrm>
          <a:prstGeom prst="rect">
            <a:avLst/>
          </a:prstGeom>
          <a:gradFill>
            <a:gsLst>
              <a:gs pos="0">
                <a:srgbClr val="002A52"/>
              </a:gs>
              <a:gs pos="100000">
                <a:srgbClr val="003262"/>
              </a:gs>
            </a:gsLst>
            <a:lin ang="5400000" scaled="0"/>
          </a:gra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1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cs61c.org</a:t>
            </a:r>
            <a:r>
              <a:rPr lang="en-US"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1199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19;p49">
            <a:extLst>
              <a:ext uri="{FF2B5EF4-FFF2-40B4-BE49-F238E27FC236}">
                <a16:creationId xmlns:a16="http://schemas.microsoft.com/office/drawing/2014/main" id="{6FB1CB93-C34B-732D-69A5-FDC99B477111}"/>
              </a:ext>
            </a:extLst>
          </p:cNvPr>
          <p:cNvSpPr/>
          <p:nvPr/>
        </p:nvSpPr>
        <p:spPr>
          <a:xfrm>
            <a:off x="3108960" y="5135309"/>
            <a:ext cx="5974080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5432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540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8D4BA-5CFB-7F64-C19D-CFBCDCDDF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475" y="909321"/>
            <a:ext cx="5998909" cy="5364480"/>
          </a:xfrm>
        </p:spPr>
        <p:txBody>
          <a:bodyPr anchor="ctr">
            <a:normAutofit/>
          </a:bodyPr>
          <a:lstStyle>
            <a:lvl1pPr marL="609585" indent="-531271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3600" b="0" i="0">
                <a:solidFill>
                  <a:schemeClr val="bg1"/>
                </a:solidFill>
                <a:latin typeface="18 VAG Rounded Light   02390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CEBC6-3272-877B-6FC0-88185C9300D1}"/>
              </a:ext>
            </a:extLst>
          </p:cNvPr>
          <p:cNvSpPr/>
          <p:nvPr/>
        </p:nvSpPr>
        <p:spPr>
          <a:xfrm>
            <a:off x="0" y="908051"/>
            <a:ext cx="5514021" cy="5365751"/>
          </a:xfrm>
          <a:prstGeom prst="rect">
            <a:avLst/>
          </a:prstGeom>
          <a:gradFill>
            <a:gsLst>
              <a:gs pos="0">
                <a:schemeClr val="tx1">
                  <a:alpha val="15000"/>
                </a:schemeClr>
              </a:gs>
              <a:gs pos="100000">
                <a:srgbClr val="3A7EA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latin typeface="18 VAG Rounded Light   0239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C5CA34-43CE-D2B0-CA59-D41610FD01AD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A31750-A405-1B89-FEC0-D5EA9AD8CE8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6AF6151-774C-D88A-F797-71D61040C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37" y="886850"/>
            <a:ext cx="5181600" cy="536575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78315" indent="0">
              <a:tabLst/>
              <a:defRPr sz="58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Google Shape;19;p49">
            <a:extLst>
              <a:ext uri="{FF2B5EF4-FFF2-40B4-BE49-F238E27FC236}">
                <a16:creationId xmlns:a16="http://schemas.microsoft.com/office/drawing/2014/main" id="{EE6D3610-51E7-072A-C443-EB48D2CE05B3}"/>
              </a:ext>
            </a:extLst>
          </p:cNvPr>
          <p:cNvSpPr/>
          <p:nvPr/>
        </p:nvSpPr>
        <p:spPr>
          <a:xfrm>
            <a:off x="330438" y="5084098"/>
            <a:ext cx="4740068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0292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3AF8-3354-C1AF-87B5-7D4A7143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D4C7F-8368-7F6B-D89B-1288477CF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8413" y="916710"/>
            <a:ext cx="5303520" cy="5260254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06F8F-A65B-D532-67B0-48E3513EB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33316"/>
            <a:ext cx="5394960" cy="5243648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77D10F-3A40-C609-3618-CF470B0B02F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7E0520-96D2-C5AA-6269-0C246918494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54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1067-BA44-3904-7E43-138A62BA9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714379-5477-4D73-C7EF-823FDEF5649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6669C0-8787-EED5-07F5-111A4D70AA8F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11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12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A3CF7-6031-BD55-66FF-DEF78D03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465" y="2306249"/>
            <a:ext cx="8137073" cy="2245505"/>
          </a:xfrm>
        </p:spPr>
        <p:txBody>
          <a:bodyPr>
            <a:noAutofit/>
          </a:bodyPr>
          <a:lstStyle>
            <a:lvl1pPr algn="ctr">
              <a:defRPr sz="8533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3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75D6C36-AF3C-3D5D-85D0-B0BCB39B2FA3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656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BD31BE-11B0-12C9-4F44-86656D6D03F8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29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9E1F49-FF31-2B00-2304-6BCA27806331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6AFDBD-60BE-5483-0C26-669A37732B99}"/>
              </a:ext>
            </a:extLst>
          </p:cNvPr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913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032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8B2A-FB40-E32F-5166-4622746C4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CBE5D-916B-9810-03A4-1958ED6BB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595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CE9ED49C-E0F6-3E47-BD59-EA863495A6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1F4736C-1B40-EF40-A4E6-C67F6BA9BB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BBAC4D5-0EE4-FD4C-8CC9-387D71F8E638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rgbClr val="E4DDD2"/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rgbClr val="E4DDD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8CC368-03BC-234A-917E-B8B2D87214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6AA3AF-E757-5D40-AF18-590283A894E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03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solidFill>
                  <a:srgbClr val="00BEE2"/>
                </a:solidFill>
                <a:latin typeface="VAG Rundschrift D Light" pitchFamily="2" charset="77"/>
              </a:defRPr>
            </a:lvl3pPr>
            <a:lvl4pPr marL="1685519" indent="-457189">
              <a:buClr>
                <a:srgbClr val="FFC117"/>
              </a:buClr>
              <a:buFont typeface="Arial" panose="020B0604020202020204" pitchFamily="34" charset="0"/>
              <a:buChar char="•"/>
              <a:defRPr sz="2400" b="0" i="0">
                <a:solidFill>
                  <a:srgbClr val="FFC117"/>
                </a:solidFill>
                <a:latin typeface="VAG Rundschrift D Light" pitchFamily="2" charset="77"/>
              </a:defRPr>
            </a:lvl4pPr>
            <a:lvl5pPr>
              <a:buClr>
                <a:srgbClr val="E4DDD2"/>
              </a:buClr>
              <a:defRPr b="0" i="0">
                <a:solidFill>
                  <a:srgbClr val="E4DDD2"/>
                </a:solidFill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8896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2677E839-A4BD-EF4E-B7C9-4C82DFEEEF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928127"/>
            <a:ext cx="3937000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33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928127"/>
            <a:ext cx="4000501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D9E74F-8295-8546-AB63-B09A36C3C5C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78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10502901" cy="5365751"/>
          </a:xfrm>
        </p:spPr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latin typeface="VAG Rundschrift D Light" pitchFamily="2" charset="77"/>
              </a:defRPr>
            </a:lvl3pPr>
            <a:lvl4pPr>
              <a:defRPr b="0" i="0">
                <a:latin typeface="VAG Rundschrift D Light" pitchFamily="2" charset="77"/>
              </a:defRPr>
            </a:lvl4pPr>
            <a:lvl5pPr>
              <a:defRPr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9283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E29CF758-356F-D645-A544-8AD2373E33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825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5843" y="901825"/>
            <a:ext cx="4980157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89000"/>
            <a:ext cx="54229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18 VAG Rounded Black   0939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18 VAG Rounded Black   0939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0BEC86-E652-F848-AA3E-EC0AC5D44BB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006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8572501" cy="53657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49531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8ECFEE2E-863C-C649-AF97-D7D700C3C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889000"/>
            <a:ext cx="3937000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9600" y="889000"/>
            <a:ext cx="40005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AFCD5E-49BF-E247-8C97-949C07F042F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417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2DF9A1AA-6E36-A244-B9C8-150E2F1D4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38010211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68AA9D09-0281-BC43-ACED-6D4085FEB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15" name="Picture 14" descr="A picture containing light&#10;&#10;Description automatically generated">
            <a:extLst>
              <a:ext uri="{FF2B5EF4-FFF2-40B4-BE49-F238E27FC236}">
                <a16:creationId xmlns:a16="http://schemas.microsoft.com/office/drawing/2014/main" id="{019910D7-85CB-0247-9141-23A9945206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chemeClr val="bg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A07AA5D-B271-D84F-A242-5CBE7971CF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A36E3C-0B8E-D148-80CC-68FAAB4D55A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6BABD46-61F1-7C48-91F4-12BDB7C8B8CB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FC28AFEE-91A4-6C48-A147-EC214E5A8F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991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  <a:lvl2pPr>
              <a:defRPr>
                <a:latin typeface="VAGRundschriftD" panose="00000500000000000000" pitchFamily="50" charset="0"/>
              </a:defRPr>
            </a:lvl2pPr>
            <a:lvl3pPr>
              <a:defRPr>
                <a:latin typeface="VAGRundschriftD" panose="00000500000000000000" pitchFamily="50" charset="0"/>
              </a:defRPr>
            </a:lvl3pPr>
            <a:lvl4pPr>
              <a:defRPr>
                <a:latin typeface="VAGRundschriftD" panose="00000500000000000000" pitchFamily="50" charset="0"/>
              </a:defRPr>
            </a:lvl4pPr>
            <a:lvl5pPr>
              <a:defRPr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9972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8ED939BA-A982-714F-AC2A-BE41FDE657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picture containing light&#10;&#10;Description automatically generated">
            <a:extLst>
              <a:ext uri="{FF2B5EF4-FFF2-40B4-BE49-F238E27FC236}">
                <a16:creationId xmlns:a16="http://schemas.microsoft.com/office/drawing/2014/main" id="{EC63A20D-21AB-2B40-91E4-4FDA4EB93B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889000"/>
            <a:ext cx="3937000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889000"/>
            <a:ext cx="3971925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C76881-1B14-4D4F-83AB-0BD4F70F885A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1BAD8DF-85B5-244D-B7EE-8DE77A729BC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1068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food&#10;&#10;Description automatically generated">
            <a:extLst>
              <a:ext uri="{FF2B5EF4-FFF2-40B4-BE49-F238E27FC236}">
                <a16:creationId xmlns:a16="http://schemas.microsoft.com/office/drawing/2014/main" id="{6BD88787-61C8-AE47-8735-AE6C83007A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light&#10;&#10;Description automatically generated">
            <a:extLst>
              <a:ext uri="{FF2B5EF4-FFF2-40B4-BE49-F238E27FC236}">
                <a16:creationId xmlns:a16="http://schemas.microsoft.com/office/drawing/2014/main" id="{ADF33AB0-2DBB-E042-B8C0-EC348F7CC1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16543147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food&#10;&#10;Description automatically generated">
            <a:extLst>
              <a:ext uri="{FF2B5EF4-FFF2-40B4-BE49-F238E27FC236}">
                <a16:creationId xmlns:a16="http://schemas.microsoft.com/office/drawing/2014/main" id="{6C194DF9-C0AF-304B-88A9-02036DD406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122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F8288F7D-1E3A-1E47-9FDA-D20C05CD80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  <p:pic>
        <p:nvPicPr>
          <p:cNvPr id="12" name="Picture 11" descr="A picture containing light&#10;&#10;Description automatically generated">
            <a:extLst>
              <a:ext uri="{FF2B5EF4-FFF2-40B4-BE49-F238E27FC236}">
                <a16:creationId xmlns:a16="http://schemas.microsoft.com/office/drawing/2014/main" id="{3F85B7C0-ACB5-AB44-8C40-83F8FCB8A3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13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19392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5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image" Target="../media/image7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2.tiff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0000">
              <a:schemeClr val="tx1"/>
            </a:gs>
            <a:gs pos="100000">
              <a:srgbClr val="00326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>
            <a:extLst>
              <a:ext uri="{FF2B5EF4-FFF2-40B4-BE49-F238E27FC236}">
                <a16:creationId xmlns:a16="http://schemas.microsoft.com/office/drawing/2014/main" id="{07444E4B-B667-204F-6CBC-6541042F7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997" y="76200"/>
            <a:ext cx="10509504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BFD2F-B4A1-0BFE-9946-F9ACEA1C1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413" y="916710"/>
            <a:ext cx="11332079" cy="5287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oogle Shape;13;p48">
            <a:extLst>
              <a:ext uri="{FF2B5EF4-FFF2-40B4-BE49-F238E27FC236}">
                <a16:creationId xmlns:a16="http://schemas.microsoft.com/office/drawing/2014/main" id="{86EC8A50-6ED8-8792-AC2D-624D27BA987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176" y="6362905"/>
            <a:ext cx="1264675" cy="389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6FE450-8072-3EB0-9EC8-CEC906BCB0A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F0B3E7-42CF-CC16-BDE1-F34A834A2E4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6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1" i="0" kern="1200">
          <a:solidFill>
            <a:schemeClr val="bg2">
              <a:alpha val="99099"/>
            </a:schemeClr>
          </a:solidFill>
          <a:latin typeface="18 VAG Rounded Bold   07390" pitchFamily="2" charset="0"/>
          <a:ea typeface="+mj-ea"/>
          <a:cs typeface="+mj-cs"/>
        </a:defRPr>
      </a:lvl1pPr>
    </p:titleStyle>
    <p:bodyStyle>
      <a:lvl1pPr marL="467772" indent="-383108" algn="l" defTabSz="914377" rtl="0" eaLnBrk="1" latinLnBrk="0" hangingPunct="1">
        <a:lnSpc>
          <a:spcPct val="100000"/>
        </a:lnSpc>
        <a:spcBef>
          <a:spcPts val="1000"/>
        </a:spcBef>
        <a:buClrTx/>
        <a:buSzPct val="95000"/>
        <a:buFont typeface="Wingdings" pitchFamily="2" charset="2"/>
        <a:buChar char="§"/>
        <a:tabLst/>
        <a:defRPr sz="3600" b="1" i="0" kern="1200">
          <a:ln>
            <a:noFill/>
          </a:ln>
          <a:solidFill>
            <a:schemeClr val="bg1">
              <a:alpha val="99000"/>
            </a:schemeClr>
          </a:solidFill>
          <a:latin typeface="18 VAG Rounded Bold   07390" pitchFamily="2" charset="0"/>
          <a:ea typeface="+mn-ea"/>
          <a:cs typeface="+mn-cs"/>
        </a:defRPr>
      </a:lvl1pPr>
      <a:lvl2pPr marL="768331" indent="-311143" algn="l" defTabSz="914377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SzPct val="100000"/>
        <a:buFont typeface="Wingdings" pitchFamily="2" charset="2"/>
        <a:buChar char="§"/>
        <a:tabLst/>
        <a:defRPr sz="3200" b="0" i="0" kern="1200">
          <a:solidFill>
            <a:schemeClr val="accent2"/>
          </a:solidFill>
          <a:latin typeface="18 VAG Rounded Light   02390" pitchFamily="2" charset="0"/>
          <a:ea typeface="+mn-ea"/>
          <a:cs typeface="+mn-cs"/>
        </a:defRPr>
      </a:lvl2pPr>
      <a:lvl3pPr marL="1066773" indent="-298443" algn="l" defTabSz="914377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tabLst/>
        <a:defRPr sz="2800" b="0" i="0" kern="1200">
          <a:solidFill>
            <a:schemeClr val="accent1"/>
          </a:solidFill>
          <a:latin typeface="18 VAG Rounded Light   02390" pitchFamily="2" charset="0"/>
          <a:ea typeface="+mn-ea"/>
          <a:cs typeface="+mn-cs"/>
        </a:defRPr>
      </a:lvl3pPr>
      <a:lvl4pPr marL="1449881" indent="-298443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400" b="0" i="0" kern="1200">
          <a:solidFill>
            <a:schemeClr val="accent3"/>
          </a:solidFill>
          <a:latin typeface="18 VAG Rounded Light   02390" pitchFamily="2" charset="0"/>
          <a:ea typeface="+mn-ea"/>
          <a:cs typeface="+mn-cs"/>
        </a:defRPr>
      </a:lvl4pPr>
      <a:lvl5pPr marL="1763140" indent="-226478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000" b="0" i="0" kern="1200">
          <a:solidFill>
            <a:schemeClr val="bg2"/>
          </a:solidFill>
          <a:latin typeface="18 VAG Rounded Light   02390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DD4C6C20-F48B-6B49-86FF-DB6B770C5747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0"/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5"/>
                </a:solidFill>
                <a:latin typeface="VAGRundschriftD" panose="00000500000000000000" pitchFamily="50" charset="0"/>
                <a:ea typeface="+mn-ea"/>
                <a:cs typeface="+mn-cs"/>
              </a:rPr>
              <a:t>RISC-V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cxnSp>
        <p:nvCxnSpPr>
          <p:cNvPr id="13" name="Straight Connector 12"/>
          <p:cNvCxnSpPr>
            <a:cxnSpLocks/>
          </p:cNvCxnSpPr>
          <p:nvPr userDrawn="1"/>
        </p:nvCxnSpPr>
        <p:spPr>
          <a:xfrm>
            <a:off x="1115843" y="888611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48000" y="908050"/>
            <a:ext cx="8572501" cy="5365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0" rIns="130622" bIns="653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1"/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926C7-7ABA-BC4B-B059-3F085BB916B3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73723A-86A7-6746-8062-52657EB054C9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54BFA1-742A-6040-9A02-17161CC49CF5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21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67" kern="1200" spc="-119">
          <a:solidFill>
            <a:srgbClr val="E4DDD2"/>
          </a:solidFill>
          <a:latin typeface="18 VAG Rounded Bold   07390"/>
          <a:ea typeface="ＭＳ Ｐゴシック" charset="-128"/>
          <a:cs typeface="AppleGaramond Bd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5pPr>
      <a:lvl6pPr marL="54424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6pPr>
      <a:lvl7pPr marL="108849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7pPr>
      <a:lvl8pPr marL="163273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8pPr>
      <a:lvl9pPr marL="217698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9pPr>
    </p:titleStyle>
    <p:bodyStyle>
      <a:lvl1pPr marL="489442" indent="-408184" algn="l" rtl="0" eaLnBrk="0" fontAlgn="base" hangingPunct="0">
        <a:spcBef>
          <a:spcPts val="833"/>
        </a:spcBef>
        <a:spcAft>
          <a:spcPct val="0"/>
        </a:spcAft>
        <a:buClr>
          <a:srgbClr val="E4DDD2"/>
        </a:buClr>
        <a:buSzPct val="95000"/>
        <a:buFont typeface="Wingdings" pitchFamily="-1" charset="2"/>
        <a:buChar char=""/>
        <a:defRPr sz="3200" b="0" i="0" kern="1200">
          <a:solidFill>
            <a:schemeClr val="tx1"/>
          </a:solidFill>
          <a:latin typeface="VAG Rundschrift D Light" pitchFamily="2" charset="77"/>
          <a:ea typeface="ＭＳ Ｐゴシック" charset="-128"/>
          <a:cs typeface="VAG Rundschrift D Light" pitchFamily="2" charset="77"/>
        </a:defRPr>
      </a:lvl1pPr>
      <a:lvl2pPr marL="880619" indent="-340153" algn="l" rtl="0" eaLnBrk="0" fontAlgn="base" hangingPunct="0">
        <a:spcBef>
          <a:spcPct val="20000"/>
        </a:spcBef>
        <a:spcAft>
          <a:spcPct val="0"/>
        </a:spcAft>
        <a:buSzPct val="90000"/>
        <a:buFont typeface="Wingdings" pitchFamily="-1" charset="2"/>
        <a:buChar char=""/>
        <a:defRPr sz="2667" b="0" i="0" kern="1200">
          <a:solidFill>
            <a:srgbClr val="C5DBC3"/>
          </a:solidFill>
          <a:latin typeface="VAG Rundschrift D Light" pitchFamily="2" charset="77"/>
          <a:ea typeface="ＭＳ Ｐゴシック" charset="-128"/>
          <a:cs typeface="+mn-cs"/>
        </a:defRPr>
      </a:lvl2pPr>
      <a:lvl3pPr marL="1184868" indent="-272123" algn="l" rtl="0" eaLnBrk="0" fontAlgn="base" hangingPunct="0">
        <a:spcBef>
          <a:spcPct val="20000"/>
        </a:spcBef>
        <a:spcAft>
          <a:spcPct val="0"/>
        </a:spcAft>
        <a:buFont typeface="Wingdings 2" pitchFamily="-1" charset="2"/>
        <a:buChar char=""/>
        <a:defRPr sz="2667" b="0" i="0" kern="1200">
          <a:solidFill>
            <a:srgbClr val="00BEE2"/>
          </a:solidFill>
          <a:latin typeface="VAG Rundschrift D Light" pitchFamily="2" charset="77"/>
          <a:ea typeface="ＭＳ Ｐゴシック" charset="-128"/>
          <a:cs typeface="+mn-cs"/>
        </a:defRPr>
      </a:lvl3pPr>
      <a:lvl4pPr marL="1685519" indent="-457189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Font typeface="Arial" panose="020B0604020202020204" pitchFamily="34" charset="0"/>
        <a:buChar char="•"/>
        <a:defRPr sz="2500" b="0" i="0" kern="1200">
          <a:solidFill>
            <a:srgbClr val="FFC117"/>
          </a:solidFill>
          <a:latin typeface="VAG Rundschrift D Light" pitchFamily="2" charset="77"/>
          <a:ea typeface="ＭＳ Ｐゴシック" charset="-128"/>
          <a:cs typeface="+mn-cs"/>
        </a:defRPr>
      </a:lvl4pPr>
      <a:lvl5pPr marL="1763128" indent="-249446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-1" charset="2"/>
        <a:buChar char=""/>
        <a:defRPr sz="2400" b="0" i="0" kern="1200">
          <a:solidFill>
            <a:srgbClr val="E4DDD2"/>
          </a:solidFill>
          <a:latin typeface="VAG Rundschrift D Light" pitchFamily="2" charset="77"/>
          <a:ea typeface="ＭＳ Ｐゴシック" charset="-128"/>
          <a:cs typeface="+mn-cs"/>
        </a:defRPr>
      </a:lvl5pPr>
      <a:lvl6pPr marL="2035476" indent="-25035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2264058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7pPr>
      <a:lvl8pPr marL="2492642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8pPr>
      <a:lvl9pPr marL="2721224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442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884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3273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1769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7212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26546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80971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3539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CD3B8-02D1-A7DF-0612-00EF54948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EFB51CDA-14C2-95D3-DD0C-549EDC263770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272951FC-59C8-9780-D23A-AE4D986C4838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0A12C3A-66D6-4FE3-D041-904BED71D523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469B98AA-251A-FF27-C5CE-9D556DA5855B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E0744C8-A8DA-4A3C-65C9-F124811BD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dirty="0"/>
              <a:t> Datapath (7/7)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E669B877-D101-2EC6-043F-84620F0BA6CA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3D039335-1640-8160-98ED-DC510C3CD614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F7AAFD38-4D2D-B1D1-3186-76829B62D799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8333B301-97F8-891B-4552-AF364CAAB0E4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7676254F-ED37-C39D-6C5F-D8763445CA3D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6EEDC58F-49E7-FAEB-2587-919017A5EA07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75DA6D1C-276A-D646-66DF-0EF02ED33D5F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32B97CB9-22D0-AA3C-B395-CF5AE7F3FF15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400E9F79-6F97-928A-EFF9-CD9957C96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E6F1B119-8741-571F-AA30-9885A7DD7786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920F5048-C0F9-2B8B-1361-65D6A7AC5B46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5D04885A-8A2E-C9F6-0983-219B4C82A8B8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02A80789-294E-50FF-098D-F889722C3FA6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8438253F-AC55-83E1-2EB2-5AAFD4399500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9E3A478B-D219-1BB8-0041-8A10E3B8D7F0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0E6FE522-A749-A3EB-A36A-843486E628E0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C8C920CC-CAD3-4516-FEEE-A9A2AA618C63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C34809F0-43E7-FF3C-0F22-3EDB1D61EF20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04D2D7B1-417E-6F2E-9E41-B3DD91EB35E8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19D7BF40-0ADE-855F-EAFC-BFC88161CB44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515A45B1-0A63-A560-4CA0-047812BA2D34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876F7E71-26B3-8E4B-5F16-E130498504E4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C9AB2901-F261-5F24-12AA-28E2D071C67D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313202C7-E724-E960-368D-5EDB6C15AE73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0582727D-82A0-377F-6C23-68A42DCA54EC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DBB46E76-FFF1-0F22-3122-14150C4A2107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A137635A-0F70-61F9-AA28-31F09C42EDE4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8AC9F72B-4ADD-4C85-E2F0-BE298312ACEA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4003AE33-EF6B-21D9-AA1F-EE571B740C7C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1211C305-3B1B-E0FD-C980-75786335E709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BE9DEC75-2537-EAFD-757F-880B7D853836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6D534FAE-5656-42D4-DCBB-9EC370E72DBE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9111AE75-ECBF-470D-88C2-CF921BD19606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188C778D-E85D-0C97-7548-F07EE3A263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9B12EC2D-23F8-B953-274C-7D298ED90B5D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C3072AE9-4F61-CC15-A0C9-26E3405A92ED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256C333A-572C-7099-4F56-4AD3CD5421E7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1576853-E085-6457-9BF7-62DF17C7F9A9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DF16D30A-C9A6-9515-D631-FD38E1774BA4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C5D79A8F-F132-88B5-5131-D459DA6F0A11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86D24B0B-9EF1-A476-32AD-34ECDEA9C0E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52D37FAB-3683-80C4-A21C-BF3C35EE8CDD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CE32879E-52D2-2FE2-CE98-6E038F7F5766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622024-20D0-BE29-835E-172D2128DDD0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CA7C48-84A2-96E2-7660-6436CB67611A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4E41448-D4A2-B235-3B70-B93FB194DB1F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D94AC82-A747-1444-74EE-76020AC570AA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4DAB125-9C7B-25EA-C7DD-D8CCA6EC45F3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D8E107-2989-9D48-A0C9-9B77C2FF42E1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04B30597-F5B7-4DE9-BD7C-8F6CA3776C79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5AF8AAA9-A411-E97F-666B-404C8D730B10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CDBF3FD8-F2BE-8411-9967-DDFD4C3538D1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F56AA6B-4433-217C-71D6-25840FAECB83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CA299F8D-6E05-6D45-3F30-F85849E28FC5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9FC7E88-4538-BA6C-5B18-638621E306BA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8068DA9-F91A-7245-192B-69A5ACB243A2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8159193C-8712-15FC-0B93-8887F00BABD2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2362639-496B-64C0-D615-31EF0C1AA4E1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CBF073C-F5E8-8DBA-AD8A-1289549E7190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26F5C100-BE48-0849-E584-48CB25508499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050915CB-E6A0-1982-24D8-10923ED878B4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F514669E-67AD-1CD2-976E-CA843ED82DE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60665752-15C0-6AD9-39B2-71956CE135D8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F25B42-156A-96A9-14F7-7FFE449F5AD5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AF9C2740-B64B-0662-9D11-9928F1E29DC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3BC22D-E2B0-B219-E2D3-2CBE29C020E2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339E986-32DB-2393-AC04-827CFDF11B84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F41062D-64A6-4829-A76D-82331C700640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691BADB7-3713-DE24-A799-BC8E7051FFA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48AB0179-9064-BAEC-DBED-87FB5C483FC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2214EBD-2AE0-9A37-EA2D-6F3FEC38CD9C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FD3CACA-12BC-F7E9-D3EE-68D13995F5DC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B8D08F85-C5B5-FFFF-806C-24D867C0A954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5D4002AB-2899-5C8E-6598-0377EFEC7C06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A1049567-6910-CD36-E90B-C88AB1EA9010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793D5560-99F7-6A4B-2BE2-1DA221625DB5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50BC099-BF16-24E7-C441-CB596205EB2A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215700E-A1C8-E290-A596-3BE0FAA47E8F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B5BA505-563D-EC52-F1F9-27C8015E46E6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251B334-1041-193F-7A6D-D54CB27A201C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132E90A2-D950-0DC9-928B-2D18A092636D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D262239D-1492-9BBC-6021-8A4EBCB869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318EF85B-3F29-1307-4171-EB2264806B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95A2B167-0EF3-BC41-7CC7-9BC4736CB2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4F8AB8B-26DD-AA3D-A15A-24A2DE5189B1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984EF07-618B-EBFB-9211-2A18D502C8BB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7CFAFCA-9463-954E-E2ED-A1ACBEF273D6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3BD64920-19CA-8E2F-D36F-679B7584F8B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2AA43FA-422C-37EC-B0C7-E49D7D4AE89D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10A8DD24-9085-CC45-F72D-F7D22DAC66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8665A767-B1F5-6757-7D07-B39A1371B4A4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A53740C3-DB65-1B8F-1C39-6B53D5F0A1FA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0C97AF43-24B0-9B36-E541-CA199B33AC3B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883C0561-BFA2-BFBD-4F07-47C24B3D77E1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B4A8ECE5-EC5F-9116-F43B-0096C808CA16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AFAD62E3-730A-EE15-071C-20F1ABB5F009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7F8481D-0765-0F4B-3FDC-3B1EF48773DB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5714492-F635-F1B4-34FF-9D733F5A209C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5BB93DD-42BB-D105-E10F-46742A2689FC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A13637ED-9775-44F0-F0E4-2BA5C2F34FE0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F75E7C67-75DB-1FBA-08F7-AD8F9E84ADC5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53B3F3C0-3CB5-7578-525E-9D6720E824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0881A04A-1E87-2166-8C42-77FC56FF5F2C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63" name="Elbow Connector 62">
                      <a:extLst>
                        <a:ext uri="{FF2B5EF4-FFF2-40B4-BE49-F238E27FC236}">
                          <a16:creationId xmlns:a16="http://schemas.microsoft.com/office/drawing/2014/main" id="{AC2405F3-65EF-23E1-C74C-E6CCC8C936E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0" name="Straight Connector 449">
                      <a:extLst>
                        <a:ext uri="{FF2B5EF4-FFF2-40B4-BE49-F238E27FC236}">
                          <a16:creationId xmlns:a16="http://schemas.microsoft.com/office/drawing/2014/main" id="{307D511B-BC6C-C956-7412-197C12BA610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4EB99AC8-8EB9-4C84-6E8B-190D2308F5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Elbow Connector 60">
                    <a:extLst>
                      <a:ext uri="{FF2B5EF4-FFF2-40B4-BE49-F238E27FC236}">
                        <a16:creationId xmlns:a16="http://schemas.microsoft.com/office/drawing/2014/main" id="{BB7B6928-2673-409F-8083-05969B28B2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Elbow Connector 61">
                    <a:extLst>
                      <a:ext uri="{FF2B5EF4-FFF2-40B4-BE49-F238E27FC236}">
                        <a16:creationId xmlns:a16="http://schemas.microsoft.com/office/drawing/2014/main" id="{780D31BA-5EBE-699D-D3CD-2435132C49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330E7E06-80C9-62E0-49A2-DBD08B012950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032BBD6-9D2D-C0D4-156E-6ADB359ED8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66DA7963-38AF-006B-8638-E074FF928382}"/>
              </a:ext>
            </a:extLst>
          </p:cNvPr>
          <p:cNvSpPr txBox="1"/>
          <p:nvPr/>
        </p:nvSpPr>
        <p:spPr>
          <a:xfrm>
            <a:off x="3486169" y="1063996"/>
            <a:ext cx="2831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Read from register file.</a:t>
            </a:r>
          </a:p>
        </p:txBody>
      </p: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D83D40AB-E012-51EA-2E0A-EF8E66921A12}"/>
              </a:ext>
            </a:extLst>
          </p:cNvPr>
          <p:cNvGrpSpPr/>
          <p:nvPr/>
        </p:nvGrpSpPr>
        <p:grpSpPr>
          <a:xfrm>
            <a:off x="7709119" y="3666625"/>
            <a:ext cx="585916" cy="88926"/>
            <a:chOff x="7709119" y="3666625"/>
            <a:chExt cx="585916" cy="88926"/>
          </a:xfrm>
        </p:grpSpPr>
        <p:cxnSp>
          <p:nvCxnSpPr>
            <p:cNvPr id="470" name="Straight Arrow Connector 469">
              <a:extLst>
                <a:ext uri="{FF2B5EF4-FFF2-40B4-BE49-F238E27FC236}">
                  <a16:creationId xmlns:a16="http://schemas.microsoft.com/office/drawing/2014/main" id="{FBE4899B-2270-0148-8397-E0E5BAE56854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EFE9DD42-CC57-D22B-6673-437BB67EF019}"/>
                </a:ext>
              </a:extLst>
            </p:cNvPr>
            <p:cNvSpPr/>
            <p:nvPr/>
          </p:nvSpPr>
          <p:spPr>
            <a:xfrm flipV="1">
              <a:off x="7709119" y="3666625"/>
              <a:ext cx="310910" cy="8892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F7CE70E0-5DE6-49AD-0AAE-6B6A8F1E0206}"/>
              </a:ext>
            </a:extLst>
          </p:cNvPr>
          <p:cNvGrpSpPr/>
          <p:nvPr/>
        </p:nvGrpSpPr>
        <p:grpSpPr>
          <a:xfrm>
            <a:off x="6249574" y="3670874"/>
            <a:ext cx="1513202" cy="94632"/>
            <a:chOff x="6249574" y="3681034"/>
            <a:chExt cx="1513202" cy="94632"/>
          </a:xfrm>
        </p:grpSpPr>
        <p:cxnSp>
          <p:nvCxnSpPr>
            <p:cNvPr id="480" name="Elbow Connector 479">
              <a:extLst>
                <a:ext uri="{FF2B5EF4-FFF2-40B4-BE49-F238E27FC236}">
                  <a16:creationId xmlns:a16="http://schemas.microsoft.com/office/drawing/2014/main" id="{7CDFC1E1-7654-3B6D-C2AD-6C26FA2BD46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031628" y="3044518"/>
              <a:ext cx="94632" cy="1367664"/>
            </a:xfrm>
            <a:prstGeom prst="bentConnector4">
              <a:avLst>
                <a:gd name="adj1" fmla="val -456294"/>
                <a:gd name="adj2" fmla="val 76963"/>
              </a:avLst>
            </a:prstGeom>
            <a:ln w="57150">
              <a:solidFill>
                <a:schemeClr val="accent1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DC11D2A4-7B95-CE49-DD3E-49E8F7A9E42D}"/>
                </a:ext>
              </a:extLst>
            </p:cNvPr>
            <p:cNvCxnSpPr/>
            <p:nvPr/>
          </p:nvCxnSpPr>
          <p:spPr>
            <a:xfrm flipH="1" flipV="1">
              <a:off x="6249574" y="3687560"/>
              <a:ext cx="121965" cy="0"/>
            </a:xfrm>
            <a:prstGeom prst="line">
              <a:avLst/>
            </a:prstGeom>
            <a:ln w="571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5C3ED651-3873-0B32-2D6B-F3D2B4826CA9}"/>
              </a:ext>
            </a:extLst>
          </p:cNvPr>
          <p:cNvGrpSpPr/>
          <p:nvPr/>
        </p:nvGrpSpPr>
        <p:grpSpPr>
          <a:xfrm>
            <a:off x="7685590" y="4267424"/>
            <a:ext cx="599285" cy="165682"/>
            <a:chOff x="7685590" y="4267424"/>
            <a:chExt cx="599285" cy="165682"/>
          </a:xfrm>
        </p:grpSpPr>
        <p:cxnSp>
          <p:nvCxnSpPr>
            <p:cNvPr id="483" name="Straight Arrow Connector 482">
              <a:extLst>
                <a:ext uri="{FF2B5EF4-FFF2-40B4-BE49-F238E27FC236}">
                  <a16:creationId xmlns:a16="http://schemas.microsoft.com/office/drawing/2014/main" id="{459C342E-F24D-EDCF-04FC-489E58B02A5B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3E875DAA-D100-85ED-E0CC-FD6F8F79BE84}"/>
                </a:ext>
              </a:extLst>
            </p:cNvPr>
            <p:cNvSpPr/>
            <p:nvPr/>
          </p:nvSpPr>
          <p:spPr>
            <a:xfrm flipV="1">
              <a:off x="7685590" y="4267424"/>
              <a:ext cx="405114" cy="165682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5" name="TextBox 484">
            <a:extLst>
              <a:ext uri="{FF2B5EF4-FFF2-40B4-BE49-F238E27FC236}">
                <a16:creationId xmlns:a16="http://schemas.microsoft.com/office/drawing/2014/main" id="{3E4B1C85-5E61-69F6-1E22-43A0A0BB6161}"/>
              </a:ext>
            </a:extLst>
          </p:cNvPr>
          <p:cNvSpPr txBox="1"/>
          <p:nvPr/>
        </p:nvSpPr>
        <p:spPr>
          <a:xfrm>
            <a:off x="6277442" y="1060450"/>
            <a:ext cx="263999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ALU computes</a:t>
            </a:r>
            <a:b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address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 =</a:t>
            </a:r>
            <a:b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R[rs1] + R[rs2]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EF9F26-5E22-17A8-43BD-F5DCAD5B78AF}"/>
              </a:ext>
            </a:extLst>
          </p:cNvPr>
          <p:cNvSpPr txBox="1"/>
          <p:nvPr/>
        </p:nvSpPr>
        <p:spPr>
          <a:xfrm>
            <a:off x="8331951" y="998582"/>
            <a:ext cx="2356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Don’t write to memory.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F787A7-0191-C40A-94DE-893B1B5C8B7F}"/>
              </a:ext>
            </a:extLst>
          </p:cNvPr>
          <p:cNvSpPr txBox="1"/>
          <p:nvPr/>
        </p:nvSpPr>
        <p:spPr>
          <a:xfrm>
            <a:off x="10229952" y="998582"/>
            <a:ext cx="19071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result 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</a:t>
            </a:r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 to register.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98A2FE4-FF18-E1CB-C33C-19EFA50E81D5}"/>
              </a:ext>
            </a:extLst>
          </p:cNvPr>
          <p:cNvGrpSpPr/>
          <p:nvPr/>
        </p:nvGrpSpPr>
        <p:grpSpPr>
          <a:xfrm>
            <a:off x="3790286" y="2375193"/>
            <a:ext cx="7347064" cy="1060125"/>
            <a:chOff x="3790286" y="2375193"/>
            <a:chExt cx="7347064" cy="1060125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37DB45B-DE9E-D31E-A119-56570D1DCE8B}"/>
                </a:ext>
              </a:extLst>
            </p:cNvPr>
            <p:cNvGrpSpPr/>
            <p:nvPr/>
          </p:nvGrpSpPr>
          <p:grpSpPr>
            <a:xfrm>
              <a:off x="3790286" y="2375193"/>
              <a:ext cx="7347064" cy="1031998"/>
              <a:chOff x="3790286" y="2375193"/>
              <a:chExt cx="7347064" cy="1031998"/>
            </a:xfrm>
            <a:effectLst/>
          </p:grpSpPr>
          <p:cxnSp>
            <p:nvCxnSpPr>
              <p:cNvPr id="34" name="Elbow Connector 33">
                <a:extLst>
                  <a:ext uri="{FF2B5EF4-FFF2-40B4-BE49-F238E27FC236}">
                    <a16:creationId xmlns:a16="http://schemas.microsoft.com/office/drawing/2014/main" id="{E36A35C1-CD9F-2352-8280-1BD263066C0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Connector 485">
                <a:extLst>
                  <a:ext uri="{FF2B5EF4-FFF2-40B4-BE49-F238E27FC236}">
                    <a16:creationId xmlns:a16="http://schemas.microsoft.com/office/drawing/2014/main" id="{81BA61A7-F759-D215-B70E-A7C6955FEDC9}"/>
                  </a:ext>
                </a:extLst>
              </p:cNvPr>
              <p:cNvCxnSpPr/>
              <p:nvPr/>
            </p:nvCxnSpPr>
            <p:spPr>
              <a:xfrm>
                <a:off x="3790286" y="2384802"/>
                <a:ext cx="7334708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Elbow Connector 486">
                <a:extLst>
                  <a:ext uri="{FF2B5EF4-FFF2-40B4-BE49-F238E27FC236}">
                    <a16:creationId xmlns:a16="http://schemas.microsoft.com/office/drawing/2014/main" id="{9C668321-127B-0FC5-9A26-5ABA7F622164}"/>
                  </a:ext>
                </a:extLst>
              </p:cNvPr>
              <p:cNvCxnSpPr>
                <a:cxnSpLocks/>
                <a:stCxn id="323" idx="0"/>
              </p:cNvCxnSpPr>
              <p:nvPr/>
            </p:nvCxnSpPr>
            <p:spPr>
              <a:xfrm flipV="1">
                <a:off x="10817058" y="2375193"/>
                <a:ext cx="320292" cy="1031998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C95918D-FD3A-D63E-D934-8D96331BFED6}"/>
                </a:ext>
              </a:extLst>
            </p:cNvPr>
            <p:cNvSpPr/>
            <p:nvPr/>
          </p:nvSpPr>
          <p:spPr>
            <a:xfrm flipV="1">
              <a:off x="10489132" y="3389599"/>
              <a:ext cx="398302" cy="45719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4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2C81E39F-35A2-C7B9-8253-39229A7677D8}"/>
              </a:ext>
            </a:extLst>
          </p:cNvPr>
          <p:cNvGrpSpPr/>
          <p:nvPr/>
        </p:nvGrpSpPr>
        <p:grpSpPr>
          <a:xfrm>
            <a:off x="6250264" y="4183344"/>
            <a:ext cx="1513202" cy="94632"/>
            <a:chOff x="6249574" y="3681034"/>
            <a:chExt cx="1513202" cy="94632"/>
          </a:xfrm>
        </p:grpSpPr>
        <p:cxnSp>
          <p:nvCxnSpPr>
            <p:cNvPr id="510" name="Elbow Connector 509">
              <a:extLst>
                <a:ext uri="{FF2B5EF4-FFF2-40B4-BE49-F238E27FC236}">
                  <a16:creationId xmlns:a16="http://schemas.microsoft.com/office/drawing/2014/main" id="{1D61557D-4D5C-28DB-93F2-D4AB6FBB19A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031628" y="3044518"/>
              <a:ext cx="94632" cy="1367664"/>
            </a:xfrm>
            <a:prstGeom prst="bentConnector4">
              <a:avLst>
                <a:gd name="adj1" fmla="val 629513"/>
                <a:gd name="adj2" fmla="val 75584"/>
              </a:avLst>
            </a:prstGeom>
            <a:ln w="57150">
              <a:solidFill>
                <a:schemeClr val="accent1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BB223855-5477-4FCF-CF41-BD08E60027D7}"/>
                </a:ext>
              </a:extLst>
            </p:cNvPr>
            <p:cNvCxnSpPr/>
            <p:nvPr/>
          </p:nvCxnSpPr>
          <p:spPr>
            <a:xfrm flipH="1" flipV="1">
              <a:off x="6249574" y="3687560"/>
              <a:ext cx="121965" cy="0"/>
            </a:xfrm>
            <a:prstGeom prst="line">
              <a:avLst/>
            </a:prstGeom>
            <a:ln w="571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595A28F2-9C1C-EF77-3DCC-A25B0A844589}"/>
              </a:ext>
            </a:extLst>
          </p:cNvPr>
          <p:cNvCxnSpPr>
            <a:cxnSpLocks/>
          </p:cNvCxnSpPr>
          <p:nvPr/>
        </p:nvCxnSpPr>
        <p:spPr>
          <a:xfrm flipV="1">
            <a:off x="8833634" y="3382107"/>
            <a:ext cx="1709928" cy="594360"/>
          </a:xfrm>
          <a:prstGeom prst="bentConnector3">
            <a:avLst>
              <a:gd name="adj1" fmla="val 6354"/>
            </a:avLst>
          </a:prstGeom>
          <a:ln w="6350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2302DFE9-5773-69E2-0698-78ACFCE2B05C}"/>
              </a:ext>
            </a:extLst>
          </p:cNvPr>
          <p:cNvGrpSpPr/>
          <p:nvPr/>
        </p:nvGrpSpPr>
        <p:grpSpPr>
          <a:xfrm>
            <a:off x="3062789" y="3429000"/>
            <a:ext cx="1765694" cy="2117475"/>
            <a:chOff x="3062789" y="3429000"/>
            <a:chExt cx="1765694" cy="2117475"/>
          </a:xfrm>
        </p:grpSpPr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2C264F5E-D0D2-3C11-A0A4-D09596C87BEE}"/>
                </a:ext>
              </a:extLst>
            </p:cNvPr>
            <p:cNvGrpSpPr/>
            <p:nvPr/>
          </p:nvGrpSpPr>
          <p:grpSpPr>
            <a:xfrm>
              <a:off x="3062789" y="3429000"/>
              <a:ext cx="1765694" cy="2117475"/>
              <a:chOff x="3062789" y="3429000"/>
              <a:chExt cx="1765694" cy="2117475"/>
            </a:xfrm>
          </p:grpSpPr>
          <p:grpSp>
            <p:nvGrpSpPr>
              <p:cNvPr id="451" name="Group 450">
                <a:extLst>
                  <a:ext uri="{FF2B5EF4-FFF2-40B4-BE49-F238E27FC236}">
                    <a16:creationId xmlns:a16="http://schemas.microsoft.com/office/drawing/2014/main" id="{48EB24E5-6D23-47F3-BFDB-87031564E188}"/>
                  </a:ext>
                </a:extLst>
              </p:cNvPr>
              <p:cNvGrpSpPr/>
              <p:nvPr/>
            </p:nvGrpSpPr>
            <p:grpSpPr>
              <a:xfrm>
                <a:off x="3062789" y="3429000"/>
                <a:ext cx="1765694" cy="2117475"/>
                <a:chOff x="3062789" y="3429000"/>
                <a:chExt cx="1765694" cy="2117475"/>
              </a:xfrm>
            </p:grpSpPr>
            <p:cxnSp>
              <p:nvCxnSpPr>
                <p:cNvPr id="455" name="Straight Arrow Connector 454">
                  <a:extLst>
                    <a:ext uri="{FF2B5EF4-FFF2-40B4-BE49-F238E27FC236}">
                      <a16:creationId xmlns:a16="http://schemas.microsoft.com/office/drawing/2014/main" id="{07AC2527-9389-B8EF-FDBA-57C0FEAEFB9B}"/>
                    </a:ext>
                  </a:extLst>
                </p:cNvPr>
                <p:cNvCxnSpPr/>
                <p:nvPr/>
              </p:nvCxnSpPr>
              <p:spPr>
                <a:xfrm>
                  <a:off x="3193944" y="3971033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3" name="Elbow Connector 452">
                  <a:extLst>
                    <a:ext uri="{FF2B5EF4-FFF2-40B4-BE49-F238E27FC236}">
                      <a16:creationId xmlns:a16="http://schemas.microsoft.com/office/drawing/2014/main" id="{09734EC8-FE78-6D94-F308-678EF76AE9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62789" y="3429000"/>
                  <a:ext cx="1765694" cy="524103"/>
                </a:xfrm>
                <a:prstGeom prst="bentConnector3">
                  <a:avLst>
                    <a:gd name="adj1" fmla="val 17967"/>
                  </a:avLst>
                </a:prstGeom>
                <a:ln w="57150">
                  <a:solidFill>
                    <a:schemeClr val="accent5"/>
                  </a:solidFill>
                  <a:headEnd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4" name="Straight Arrow Connector 463">
                <a:extLst>
                  <a:ext uri="{FF2B5EF4-FFF2-40B4-BE49-F238E27FC236}">
                    <a16:creationId xmlns:a16="http://schemas.microsoft.com/office/drawing/2014/main" id="{BF003941-9773-E038-BFF3-9FB8954D5D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0822" y="3685038"/>
                <a:ext cx="1453897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CA866C53-4503-C6B1-8C17-D9E2FAC15E9B}"/>
                </a:ext>
              </a:extLst>
            </p:cNvPr>
            <p:cNvCxnSpPr>
              <a:cxnSpLocks/>
            </p:cNvCxnSpPr>
            <p:nvPr/>
          </p:nvCxnSpPr>
          <p:spPr>
            <a:xfrm>
              <a:off x="3372392" y="3950561"/>
              <a:ext cx="1453897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EF972A07-5722-B73C-3993-DDDB62E3122B}"/>
              </a:ext>
            </a:extLst>
          </p:cNvPr>
          <p:cNvSpPr txBox="1"/>
          <p:nvPr/>
        </p:nvSpPr>
        <p:spPr>
          <a:xfrm>
            <a:off x="655210" y="5562420"/>
            <a:ext cx="901272" cy="4863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2"/>
                </a:solidFill>
                <a:latin typeface="18 VAG Rounded Light   02390" pitchFamily="2" charset="0"/>
              </a:rPr>
              <a:t>not taken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77775B5-DD05-65F4-64DA-4BA6CC361644}"/>
              </a:ext>
            </a:extLst>
          </p:cNvPr>
          <p:cNvSpPr txBox="1"/>
          <p:nvPr/>
        </p:nvSpPr>
        <p:spPr>
          <a:xfrm>
            <a:off x="4070302" y="5553911"/>
            <a:ext cx="806631" cy="520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solidFill>
                <a:schemeClr val="accent5"/>
              </a:solidFill>
              <a:latin typeface="18 VAG Rounded Light   02390" pitchFamily="2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1248AA4-97EC-D76B-FFAD-2192765D5115}"/>
              </a:ext>
            </a:extLst>
          </p:cNvPr>
          <p:cNvSpPr txBox="1"/>
          <p:nvPr/>
        </p:nvSpPr>
        <p:spPr>
          <a:xfrm>
            <a:off x="5335397" y="5556000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4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12FAA28-6744-55F6-4D69-F7B8F74001B4}"/>
              </a:ext>
            </a:extLst>
          </p:cNvPr>
          <p:cNvSpPr txBox="1"/>
          <p:nvPr/>
        </p:nvSpPr>
        <p:spPr>
          <a:xfrm>
            <a:off x="6410974" y="5557569"/>
            <a:ext cx="5020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BrUn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*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A35F831-0F0A-A7C9-E2D3-2E97422716E4}"/>
              </a:ext>
            </a:extLst>
          </p:cNvPr>
          <p:cNvSpPr txBox="1"/>
          <p:nvPr/>
        </p:nvSpPr>
        <p:spPr>
          <a:xfrm>
            <a:off x="7560125" y="5526419"/>
            <a:ext cx="4491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5"/>
                </a:solidFill>
                <a:latin typeface="18 VAG Rounded Light   02390" pitchFamily="2" charset="0"/>
              </a:rPr>
              <a:t>0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5D9C1AF-D2DD-B027-DA5E-909B4C39C7E1}"/>
              </a:ext>
            </a:extLst>
          </p:cNvPr>
          <p:cNvSpPr txBox="1"/>
          <p:nvPr/>
        </p:nvSpPr>
        <p:spPr>
          <a:xfrm>
            <a:off x="7955924" y="5518212"/>
            <a:ext cx="460382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ASel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1"/>
                </a:solidFill>
                <a:latin typeface="18 VAG Rounded Light   02390" pitchFamily="2" charset="0"/>
              </a:rPr>
              <a:t>0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787789FE-9CB0-B4BA-C49C-284610C87A01}"/>
              </a:ext>
            </a:extLst>
          </p:cNvPr>
          <p:cNvSpPr txBox="1"/>
          <p:nvPr/>
        </p:nvSpPr>
        <p:spPr>
          <a:xfrm>
            <a:off x="8429817" y="5538557"/>
            <a:ext cx="688971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F9921D1-05B3-5505-7FBE-37ECE4F534F9}"/>
              </a:ext>
            </a:extLst>
          </p:cNvPr>
          <p:cNvSpPr txBox="1"/>
          <p:nvPr/>
        </p:nvSpPr>
        <p:spPr>
          <a:xfrm>
            <a:off x="9282643" y="5557569"/>
            <a:ext cx="82747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MemRW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6"/>
                </a:solidFill>
                <a:latin typeface="18 VAG Rounded Light   02390" pitchFamily="2" charset="0"/>
              </a:rPr>
              <a:t>Read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8A7CB37-9386-73E6-4CD9-98A162B79302}"/>
              </a:ext>
            </a:extLst>
          </p:cNvPr>
          <p:cNvSpPr txBox="1"/>
          <p:nvPr/>
        </p:nvSpPr>
        <p:spPr>
          <a:xfrm>
            <a:off x="10249476" y="5559045"/>
            <a:ext cx="65595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WBSel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4"/>
                </a:solidFill>
                <a:latin typeface="18 VAG Rounded Light   0239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609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0BBF3-51AC-0F84-C34F-BC59CD2F3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7859770D-60B7-DF2D-BC31-8F6472CA4A4C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CE1A6134-4439-FFDB-B799-4D22829364CF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D7933C28-EAC8-7F95-D81B-38120C0B513E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C14B89D1-CA00-F796-A28F-E865F779DA14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6F30645-06B1-BC75-7007-DC6C505F1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dirty="0"/>
              <a:t> Datapath (1/7)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B34FBD6F-68FB-3A90-88E7-A508226EA28F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CA1C4CB2-277A-9B68-4D3B-847BFF8CB9FF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365EFC19-6467-F42F-18AB-838D8954C67B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5E207FED-6E47-3B51-FB67-66F56658C28E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39C7E2C3-4FFE-290A-C50C-128021A3E663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C18EECE1-4C1A-5D0F-C8D5-D2F2FFEBD6F2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E4F88722-26CD-53F3-6A31-C953CB9C525E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ED6C3846-8B7F-3FBC-C056-95F924367179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7354ACB8-FE38-D352-D1A3-B55ACF8DC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8AD65827-C918-DAC1-B843-0AC75E944428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870B0DBD-0FF0-A9E5-AF33-A46AD3D22721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201365AF-2A3B-732D-E624-1A04D33E6A5E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4B9DCF1B-5635-9AA7-CCA7-F7444A41885C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F544EBD6-03AD-F3EB-7689-0B4AB220DA3D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20A2CDB0-69AE-D65B-FB5B-212EEAD68A6D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182194D1-05C1-0EE8-EBB4-8E6658820DA2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0D7192D2-6D98-A4F3-F4EC-0C3DDC2D590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504F10E1-E8CC-16D8-F3DB-DD642F42E029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80DCA2B1-20DE-01E3-EF68-9C97879EDD52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4F4A602D-4C08-E7DD-8639-850F350329C4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33A9BAAC-35A5-3C5B-7DDD-1F74F9703448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43167A88-400B-FD27-669B-119D981E9F8A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36A97FA4-50FF-0A19-373A-98117955EEF5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E45E1896-BA4F-88F3-E2ED-D037EC8630E0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3B74C72A-E9E1-0596-99C0-2DA178AE5F1D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95FA4D3C-2EC0-48BB-FE7A-B8518CBE8893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815771E6-1F18-E3F4-B8FF-0BB3FFE90BEE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D52E859A-C9C0-4948-CB65-97AC8E5E8BEB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D4998FD9-9528-D36A-2BEC-48FB8DA23250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E852A25A-3093-78DD-D2E4-81CA455D85FF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44999E83-1EF4-EDA1-E289-E4C433422504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FC63ECB-B52B-1793-27A5-FEEEB81CD084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60578870-3540-3729-C57B-742602095F8F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80846F64-4BA2-1168-4E79-D410DB8FF658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911B7DDB-37B0-A567-C32E-6D9669C24B86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164536C9-4C4A-B752-FF12-9FD3C4DB1AA3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1042D64D-6860-B05C-CACD-67C6D8A66FDC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1716B117-BED9-7101-5E0E-E2B378A2C7F8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BAB35D44-BC96-1F9F-7391-F3330CD80E4C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18E04EFC-E2A4-1BF7-E85B-509957D8404B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47B1F121-D256-0599-AA65-D8C09B4EECD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92227DF4-A302-7EFD-F227-909FBF42CE4E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4519A1D5-F300-6766-2504-87958DE1907E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6E94D8-98E5-07CF-0402-A8DCC1CB42AA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F2F0F5-8F03-C29A-DA41-60B8DB5C4F11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6D1B5D-2085-51E6-2832-5149137E579E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4A3DA29-0F39-201C-B418-DE9D6C83738A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3DAA455-3D84-E83A-4C58-9970BF5435F9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9789D1E-C290-AB95-4643-BCA26B9A42FF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7E04C793-1242-35C8-41FE-188E6EE8DD99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031780CA-1973-60E4-F38C-19F9CCCF8CD5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C3B47844-4155-670C-3BD5-2BA7ECA559AA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98154F3-C19B-AC3C-85F8-A2D86A4D0E94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C5B931B5-64E3-0A88-D51B-6A116AB5805A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ABD3CB0-4887-DBC6-6F10-80ED40436DCE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410D9CB-64C1-CFD0-7387-2D49D649F049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64057D7F-F2CB-2032-F5CE-891EF8B449B9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19456B7-58C2-91CD-3596-7B0DD21BED6C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16219E48-6F24-58C6-CFC0-71C88CC007A4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644AE46F-E54A-0035-053C-85FD7E3E2A8F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61B7D90D-4377-7B80-A068-434DB4402915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E1EF8817-9924-BB2A-8828-650B497D46E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35EAF976-E422-C7C0-DAD7-DB8BA0D8C34C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F8CAC01-0FA4-C1A8-772A-3A4838EF06CB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71550A72-277E-1E8D-1853-E08B8CFEFA1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7ADF56-D4A5-E8D0-EDFB-6354CCFB406E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D232435-B01D-ED7C-8339-B37EC45489BF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D74DDCA-2DCD-B843-7FA8-70129D7CD280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9ED4BA41-6091-4D97-6730-88EB6F2EE64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CE939E59-3115-A4D7-0107-BD82E949791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F4FDE973-A65A-089F-C690-28FCECD50AC0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2E6D13A2-FB7B-E768-C1C5-ABE9CF093E1C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A7F9B4E1-93E0-13D8-8AF9-6F054C477E5B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538B6A4C-40DD-A471-4901-101D1C8CC59F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DA23E9B8-9412-A169-BE34-66C35479A82A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A4B6383E-0BFB-7511-C197-00862EE89FC0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ED4810B-2B8D-D7F8-786F-5EF91790A9DF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56D5A65-3A32-73F1-CEA5-84E51F516D7C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53CFF5C-3041-64AB-345C-F2E22320E9AD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BCFDBD2-DA67-C987-D5E5-DB41DFD7E6C5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69967412-E0F5-4957-70EC-CD7AC698C456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785B8D8C-0157-B5D2-EE70-486F3DADE2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ED61E9E-084B-9950-865D-2200B76BFD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FDCEC727-2A81-6423-037C-DB39396BD5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83500C4-600E-C759-AFD4-0324A0191C5A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7265853-41CB-BFC7-A3B9-C582C6D66DC7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DEA5EEA-9137-1ADE-072A-CAF196DC7400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8A299E23-C389-00C3-78FC-1400B6BEC8E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CACBEE6-253C-AA36-96F1-F244B4C1F162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7EA62BA3-AAFA-495F-D6F4-A31348F626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0DB734BF-5605-0848-61A4-82A12C2F5051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3DB69DA6-2CA3-9A5A-E62F-D5FDD0617903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CC79957B-6D5C-F12E-4EB5-A233A8D6A191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242AA324-657B-9C37-D1CA-BD465B612955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37F1C3C8-936D-0366-220F-D013A5656323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6775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788EC-042E-FEC2-91D2-0B04533B3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7FE40D45-87DB-BC48-9AEF-5837A98D0916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9DF21066-64F5-4EAF-817D-234940E47490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E4765C86-6271-7576-AC9B-3EB1CCD6ED0B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804A695B-5DF8-0329-B876-A4E9164C3E5B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888BC82-C484-518A-1232-9F0749E95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dirty="0"/>
              <a:t> Datapath (2/7)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ABA84371-7201-57BE-FD25-98D55EA94EF9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ABD6A21B-B1A6-CE53-B24A-A39AB72F041C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D0D524C3-3D5B-98FC-D653-AA7E4B0B21BE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2628B14D-7827-221B-D67D-C40A7E57CE33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474B9B2F-60B0-FD09-EDB1-861AE008272E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FEAE52DB-E487-B039-FDF5-3E786567EEBC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51D0CDF7-3BAF-8250-0B4B-3ED7C9B9B36B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AC997880-FA72-5A4C-8B68-F2E5C4542BBA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6F44DCCA-C22C-E89D-F93F-31EA1DAF9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C2A455C4-AD1C-0B9D-6D84-398FA0E2CA85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904BF1AE-B5DB-ECE8-7EFD-1056B85AB649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366312A8-18D8-FFFF-1FB7-BF566DDF3F81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2AA07D38-2169-99F2-1342-1ADA4D11DAAB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13025002-BB84-B429-2E00-4975CD7D12F0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ACB1E5AF-9047-D3F8-4053-3EDD2D48FD9A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7AB9BDE1-E87F-BC1C-00CF-725AF41B7092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0DFCAF00-A9F3-3AE1-28BC-B610AB5001C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2381C0CD-8D61-9F26-0C63-93912B62D700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BE23EDB1-A021-5992-5CEB-B0CDE7CA62BA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C694BAB4-08DC-86C7-C534-E9D8FB8702C5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9D0DC18A-EF71-B3D0-6CBF-1C2906C56A9C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2F29C365-D10E-4DB5-4B82-D793A4663E52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F5E16553-392A-F328-0C58-C2F08FCAD913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69F3E606-CD3C-0ED9-FE6D-AECD6E146136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5C54DE6A-68A0-7A67-B70A-A396DBBCE878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6814DC87-B884-BA5B-6335-830E3C09C0C6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E4D877D1-50C5-263D-38F5-84667DBBD0CD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01CBDC57-5D11-5ABF-7968-514EA4841E05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6BB6F68E-0F13-F44A-16FE-6D9EF14CFED3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1D837E42-2FBD-8E45-9AF8-B77F4DCEE1F9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2A510DC2-B294-C161-F9CB-A69BEC12DEBD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7F49DA77-560F-BACB-02FB-250500C598D7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A1486C52-5D36-13F1-7A61-12294CCB2595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FB3D8629-A377-C783-3EEC-DD9FB9CA54C7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597535C1-7864-BD22-DD4D-99518EE56574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7506E2D0-052A-9E47-606A-875BCDEDDF74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95548581-19AB-A033-B054-744AAD6E3C55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67CDC6DA-FA02-D648-CB51-C9C40DC52F66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5006975E-C332-E46A-E61D-08AA5597C95D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21E3BC52-9350-577E-97F7-1A3A7303B0B8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371554E3-09C2-A9AC-E456-47E7F7DFA28F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BD17427B-ED26-2EE7-D57C-0769F8E39404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A84720CA-96CA-0EF3-A1C7-2DD0362ED53F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741380-BEB2-9F46-55E2-A97E7ABAD431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C8A5AA9-E90A-35C5-2A64-4EAFB06DB6EF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C8183BA-55D8-8555-2E27-A81113C26864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F532B84-17C9-A9CD-A173-3155DE5DD739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C52C8C2-0175-171D-9744-ECBA99987A40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53366A1-961E-F7C6-1106-1A9618578E44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21352049-DCE3-7C08-3A1D-A7A3FA9ECF4F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D2283463-23F4-6ADD-FFEE-5D6540F060FB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5B8043A8-4759-9BF9-CB11-3DD461B1D0B3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148933D-0F0C-F03B-EAF9-292C0DC7610E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43FECC8-40FD-BA15-9C8F-176E9CA85DC5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FECD94E-2722-8DED-B9B4-F79A6A2996EE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186691F-7AF0-DA5F-F6AC-5D263864C4AD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92168940-0711-E98C-B8B1-1588DF98DA48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FE6F6D53-D155-6CBE-A0C7-5C3ABB656D96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D3098FA-62E2-E546-0BA3-74BE150D2BD8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F104C536-E5E4-F0AC-25EA-6B402BF85E17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3E15546B-B7EF-F03D-000E-B4CF5E719B1A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0F30A9B5-928A-AB60-6E75-729ACB2F81C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80BBBB01-B674-F8A3-9138-93A419809E37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36D55FA-6445-8C95-E62B-DD209EA43041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C45BC752-FE7B-ABFE-2581-055EBE84359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CA70A36-C6D9-BF49-989A-94DD919344EC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CCA7320-7D83-63D3-C44F-146B71B70BF0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079CE53-627B-1200-6AF9-4FA824832ED2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C419EDB2-CF2B-042A-E72C-8E1A5D4AC04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5B4EA6FE-C24C-5FFF-9972-B5CF1E92E60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BEE60809-8FD5-4CDB-3705-2D60954AD3B5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D8E2DD68-887D-B9EE-B558-787349F94804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534423B0-B17E-C4E2-38EC-8AE15FEC6CB4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7C2BF35C-91FC-7DC7-CDC1-351B7C41C574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21A64D0A-2AEE-607A-C183-970986B3C6EE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89EEA94F-5DDD-0283-0C99-B0D79F2EB7C2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F7E192F-EF1C-4276-A6E1-4223C1F3EF30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ECED966-A3AC-09D1-8012-D49DC963E3C6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E53990C-31D3-18D6-E772-1CC948FD2EAC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6E5F173-9D36-ECF1-9ECE-01D7AB974E79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82D20949-7710-50A3-60ED-02B3A69C9637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99EA01C7-39B6-B18B-4D70-2FAB414418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11B842A-45C1-7062-4D96-2F35657A43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FBAF3247-49BE-D02E-2E88-564933E77F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4A3608E-A586-CCEA-5AFA-3CED23FB958B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C735FD7-4710-D9DD-2118-734BCA4FD103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BD6F1F-3F75-FE31-20D2-DC8E31E4AF6F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15711CFF-221B-FEDE-F210-A00B0F169CA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E9DE5BB-1BAD-2B69-4A77-646AE3464995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4BA85C66-5C63-99C3-4473-4DF2F948C0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E8AE7199-D5C7-49EE-ECA5-BDD2094F90C1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A8E8A767-2B86-BC5E-39C1-F6C64F7603D0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305E513D-1008-6A4C-4142-BD3BB840B82C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446A4426-34B6-0691-68C7-C4546E91AA96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9227730A-CD33-174C-636B-C5DF1A747BE2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5803A3C-DBA4-6F9A-98CD-13E76C36F6B1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C7FD245-4A65-B74F-837C-09BDD6BEA8F4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EC38390C-A9A1-B8E2-6893-CF4C0F3F07C5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D7C6A36-F5E7-82A7-ADE0-D5FB6D41DB2D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E78AD185-6EB3-1E9F-66C6-3AB6C6394C37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ADFEB5D0-87B7-7614-0F1B-C3D7902CF28C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79D4C256-49CF-9FCB-97B0-9FDEDBF94C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89AAFBEA-5244-7C6D-EB6E-8D4F47E28293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63" name="Elbow Connector 62">
                      <a:extLst>
                        <a:ext uri="{FF2B5EF4-FFF2-40B4-BE49-F238E27FC236}">
                          <a16:creationId xmlns:a16="http://schemas.microsoft.com/office/drawing/2014/main" id="{BAF3E10C-EEE0-63D0-15D3-EF1B1FCDD3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0" name="Straight Connector 449">
                      <a:extLst>
                        <a:ext uri="{FF2B5EF4-FFF2-40B4-BE49-F238E27FC236}">
                          <a16:creationId xmlns:a16="http://schemas.microsoft.com/office/drawing/2014/main" id="{82D0D287-53D4-192A-FDF7-5123C4A902F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3B8941DA-FB7B-58F0-3126-1675221303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Elbow Connector 60">
                    <a:extLst>
                      <a:ext uri="{FF2B5EF4-FFF2-40B4-BE49-F238E27FC236}">
                        <a16:creationId xmlns:a16="http://schemas.microsoft.com/office/drawing/2014/main" id="{929CAEF5-DC58-612F-196B-B7EA216B6C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Elbow Connector 61">
                    <a:extLst>
                      <a:ext uri="{FF2B5EF4-FFF2-40B4-BE49-F238E27FC236}">
                        <a16:creationId xmlns:a16="http://schemas.microsoft.com/office/drawing/2014/main" id="{56C38A45-D519-E264-D593-AC148975F8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6FBB75D3-C523-64CB-3334-8D23EA1E9265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2DD99B1-7FB1-2DE2-7214-B302A4CF2B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4680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580C6-40C5-7661-AAFB-01DBF999B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AC5241E1-02A5-2782-DC4C-D2796DB028AC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039F794E-FA2A-4943-1EEB-F9A8F03BE07D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3A70C2EE-A2D7-2EB0-6541-88C684D82FCF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DE7E3FEB-33FF-365C-AA35-A282AFA75CD3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77775F-309C-1115-01F8-466725E38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dirty="0"/>
              <a:t> Datapath (3/7)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A417973B-E8C1-64FC-E89A-FE48CBFC36AC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A18005E7-F509-7130-E393-E5E822D93B88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0B2D70D5-F06F-72FE-C422-9EABDB58D611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890DEAFE-F049-E900-D00B-8F87DE2ACD0B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B3C9DC68-1302-A679-E30D-60E832838C57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211AB67B-4A9A-7726-6AAA-6DCD57C7FFBD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73C11F9C-AAFC-F351-2D50-AA27FA50F3C1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1B5DF552-2B48-B4E6-8711-2F7078ABBC54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50F9EAB2-D233-16C1-D05F-85002FA1F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D9465A98-C965-0F75-B8C8-84858B6C6E28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CC09D0CA-E325-0B19-5EDB-21276822411A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8EBAD59B-556F-D79E-CE87-08ABDBF67ACC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BE2292F1-DC7E-9B30-EC4D-55B4CBE96C2D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306B98CC-2D99-5D5E-5BE9-DEB9A9CBBDAC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1B7B5545-773D-6543-5333-B645F00B8AE3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35BF1E71-D644-889C-9F3D-7B0605F76F7D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F1936A8F-C1F7-77F8-6DB3-A29518D136CA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9C0E8FED-F1B0-AA5E-65DE-FE7B58A2B73F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1AC41BB1-0CA6-C8A7-23D5-6F93742AD628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5D7961FB-E82D-EDD8-A091-DC0ABFEA81B6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A95506C2-6827-D45D-C0CF-43E19AE0A953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A22EE203-368F-3D92-2FC4-15B74E52817A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401E64DF-4DCA-3AE1-50AD-D5BA8C98A3FD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C5564873-E3A3-361B-CDFB-2D4504FCD7CC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7F703AF4-4928-671B-5E27-3B4E786CF369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180B1E92-EE14-BC5F-A019-F057045B7041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A9331156-608E-1076-DF2D-E3FF7D260E61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763B79D6-A4B9-F05B-70D9-3F806F15E340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591FBA31-2991-A411-AD63-923E6875A74F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AD7C9624-2A9B-C1A2-0492-B58BFC1C1EE1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868FA2EA-FB0A-5C27-EAA3-F0C1258260E7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C1F937DC-D04B-9867-894F-1EB84788104C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FBEF16E0-B572-25E0-C733-F25639DC919B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C1E992E7-7B2F-332C-200E-7D290E4EDEFD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E5F69234-DF87-A877-322E-7AEC1A35356E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087B0127-402B-A3AF-B6B0-E46EF17B233D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9D1A4C60-55D2-E195-2614-11B040ECECE7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6E39AE23-DFC4-4303-4FD6-16ED37BE4886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FD24E2DE-47C9-24DE-3F4C-B62041DC144A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1E4744A7-30FB-E095-9AAA-DEEB7FC0E57E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95800FCC-4EC7-D819-D462-F916EC5E690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B609843F-3F13-14DC-C6D6-EF375D7030B3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0B1D2A75-4A2B-DCD4-9ACF-EC898A07CC43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681E7E-19FE-FD32-06C2-0E4514870FA3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9EBB43-3C39-562E-7128-5A5FA160E60D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B747B2F-3EA2-1C68-76B9-9528C48EA84F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2DB38F0-127F-F254-CF0F-A2FB92CF7F66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23AA2AC-87D3-E71A-E844-3A543A825458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FE255BB-48A9-3F0D-A7E7-C8EE8A662B59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1180B035-19D3-4EA5-62D4-E8031CAC07E6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F22B4B48-82BA-879B-985E-CF4BF42B81CD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382700B2-B13C-8C62-DAD4-D31EBA7AD69C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7CEF384-06D2-503C-4D25-6314BAD8E3E2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15D7A8C-4B28-68C6-19ED-FF2AEA4E49F3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F53A7115-AF10-AE3D-C65D-0658A51B8308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B1B2891-8DFC-99CC-F8E6-9D82E68FB83F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550AE11-52CD-A5DC-1498-4127AF46594F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E1605DDD-B95A-31CF-8614-4F37E6F75F84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85DB050A-6EF3-16C3-509A-DE390F606C55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63164DF4-F79A-1EAF-319B-C33421B831CB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5D284056-7906-7A45-BB16-E4AFA6F068A2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1B686658-6B68-8D20-DEA7-EADFF24A2CF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D618F25A-FD71-B874-A149-D03856F45884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1BCFB8-CA2A-198F-16AB-0764DEED67A6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40E14EA5-5FE1-8E93-7749-395193C3D2C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3BBC44E-605B-02EA-A8A7-1D56D746E093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E17762E-611B-E89E-ABC6-267017ABD60D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3513FFE-19B5-248D-42FD-7DC683298515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F4DCD8A6-88B9-275D-F8C6-AE87D9E9A4C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EF02CF4C-7B28-E424-25E1-6FC019B1A2A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FA357D8-5309-B529-B621-B3A21896BF4F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AB1D4AC3-D647-A1C5-0BD7-F2E7520C9EFC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DAB55832-C55B-EBE5-8110-B9B4614C8353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C11206E3-96C3-C25E-335E-71E2EC9B0B83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A578966E-1E36-14B1-9AA6-1708A92EDFF9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E67DC9A7-38E2-478C-2946-63C8F760A3F2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1A29D84-032C-7F1F-003E-AF74EAE0892B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CD5EACD-DD8C-9A9F-301C-CF2A28829AB7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72F5ADA-4813-B4ED-EC84-80597FE9160E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276CF38-2865-F1D0-C386-717C26632408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9980FBE6-C6D1-1A65-340E-D3335C395CBA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5838F380-46EE-85BD-B016-8591FA2D40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D1687767-4039-4A3B-545A-4E48953E7C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D48FB71E-4E54-B40F-6C5F-46F764D96E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6BFB7EE-6A37-F80D-C781-6824DB11412B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78FFDAE-FD65-E291-D956-926EA2A9CFF8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F43C6C7-F504-4DF0-5147-655653377A89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0B92782C-B343-3199-6512-582407461D8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323365A-D3BF-D78A-8546-7F6B7D20BB46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A8C041CB-3195-92F6-AEDB-0996422550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C9E1B860-6A16-0E79-2C69-4C7F45FB735A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D6A17D06-B3C3-95FA-F702-82EACFD7AB03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9968C502-B300-97CD-D9B1-90CCF72C38BA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0E0B1716-DAE1-2F57-82BB-13B741121680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A6EF7EDE-81F0-AFF7-931B-204ACEC47061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EF77A33F-B4FB-A1C5-AD58-6E8770071298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7D4457F-B1CF-DE79-5D2E-D5706B0029F0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350B2F7-8784-DFA8-D8D9-A9E8FF8E2CCB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FDBBCF4-DBAD-BC1F-C99C-A611B5941744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93B26692-7129-7D21-05E1-B4D2A16479B6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A75DAD6E-F627-4581-E551-0B5A19805EF9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43BB6CA6-166B-9C8F-84B4-1FA7AFDA63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ADDCECA5-0149-803B-9EED-687113D0236B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63" name="Elbow Connector 62">
                      <a:extLst>
                        <a:ext uri="{FF2B5EF4-FFF2-40B4-BE49-F238E27FC236}">
                          <a16:creationId xmlns:a16="http://schemas.microsoft.com/office/drawing/2014/main" id="{32F87BE2-3149-388A-6888-1B7861204C3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0" name="Straight Connector 449">
                      <a:extLst>
                        <a:ext uri="{FF2B5EF4-FFF2-40B4-BE49-F238E27FC236}">
                          <a16:creationId xmlns:a16="http://schemas.microsoft.com/office/drawing/2014/main" id="{B7B90ED2-716A-4408-14D2-C9B397B66BD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45D7B603-8D7B-DE6C-A875-0E1FB621EB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Elbow Connector 60">
                    <a:extLst>
                      <a:ext uri="{FF2B5EF4-FFF2-40B4-BE49-F238E27FC236}">
                        <a16:creationId xmlns:a16="http://schemas.microsoft.com/office/drawing/2014/main" id="{C3455D81-982D-8A4C-A9D7-13D97076B5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Elbow Connector 61">
                    <a:extLst>
                      <a:ext uri="{FF2B5EF4-FFF2-40B4-BE49-F238E27FC236}">
                        <a16:creationId xmlns:a16="http://schemas.microsoft.com/office/drawing/2014/main" id="{98AC1A99-6B30-36AA-3712-C487248A0F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EF9DFC6E-3FAD-57E5-B06F-78A25CF90BB0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B043B88-B792-1246-8406-9C060C4F26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9245334F-4A70-FDA0-85D9-51FF19AF461C}"/>
              </a:ext>
            </a:extLst>
          </p:cNvPr>
          <p:cNvSpPr txBox="1"/>
          <p:nvPr/>
        </p:nvSpPr>
        <p:spPr>
          <a:xfrm>
            <a:off x="3486169" y="1063996"/>
            <a:ext cx="2831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Read from register file.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494E3D45-C9E0-306C-F91A-EB6D31617698}"/>
              </a:ext>
            </a:extLst>
          </p:cNvPr>
          <p:cNvGrpSpPr/>
          <p:nvPr/>
        </p:nvGrpSpPr>
        <p:grpSpPr>
          <a:xfrm>
            <a:off x="3062789" y="3429000"/>
            <a:ext cx="1765694" cy="2117475"/>
            <a:chOff x="3062789" y="3429000"/>
            <a:chExt cx="1765694" cy="2117475"/>
          </a:xfrm>
        </p:grpSpPr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5FAE9AF1-0A11-EE8C-A69E-C148DA164A18}"/>
                </a:ext>
              </a:extLst>
            </p:cNvPr>
            <p:cNvGrpSpPr/>
            <p:nvPr/>
          </p:nvGrpSpPr>
          <p:grpSpPr>
            <a:xfrm>
              <a:off x="3062789" y="3429000"/>
              <a:ext cx="1765694" cy="2117475"/>
              <a:chOff x="3062789" y="3429000"/>
              <a:chExt cx="1765694" cy="2117475"/>
            </a:xfrm>
          </p:grpSpPr>
          <p:grpSp>
            <p:nvGrpSpPr>
              <p:cNvPr id="451" name="Group 450">
                <a:extLst>
                  <a:ext uri="{FF2B5EF4-FFF2-40B4-BE49-F238E27FC236}">
                    <a16:creationId xmlns:a16="http://schemas.microsoft.com/office/drawing/2014/main" id="{70EB07B8-CE65-0A85-EEFE-EB533441D78E}"/>
                  </a:ext>
                </a:extLst>
              </p:cNvPr>
              <p:cNvGrpSpPr/>
              <p:nvPr/>
            </p:nvGrpSpPr>
            <p:grpSpPr>
              <a:xfrm>
                <a:off x="3062789" y="3429000"/>
                <a:ext cx="1765694" cy="2117475"/>
                <a:chOff x="3062789" y="3429000"/>
                <a:chExt cx="1765694" cy="2117475"/>
              </a:xfrm>
            </p:grpSpPr>
            <p:cxnSp>
              <p:nvCxnSpPr>
                <p:cNvPr id="455" name="Straight Arrow Connector 454">
                  <a:extLst>
                    <a:ext uri="{FF2B5EF4-FFF2-40B4-BE49-F238E27FC236}">
                      <a16:creationId xmlns:a16="http://schemas.microsoft.com/office/drawing/2014/main" id="{5F6AB4EB-76BB-71A4-57BC-4CAEE3D201F3}"/>
                    </a:ext>
                  </a:extLst>
                </p:cNvPr>
                <p:cNvCxnSpPr/>
                <p:nvPr/>
              </p:nvCxnSpPr>
              <p:spPr>
                <a:xfrm>
                  <a:off x="3193944" y="3971033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3" name="Elbow Connector 452">
                  <a:extLst>
                    <a:ext uri="{FF2B5EF4-FFF2-40B4-BE49-F238E27FC236}">
                      <a16:creationId xmlns:a16="http://schemas.microsoft.com/office/drawing/2014/main" id="{FC2CCFF6-AA91-9977-829C-563FCA776C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62789" y="3429000"/>
                  <a:ext cx="1765694" cy="524103"/>
                </a:xfrm>
                <a:prstGeom prst="bentConnector3">
                  <a:avLst>
                    <a:gd name="adj1" fmla="val 17967"/>
                  </a:avLst>
                </a:prstGeom>
                <a:ln w="57150">
                  <a:solidFill>
                    <a:schemeClr val="accent5"/>
                  </a:solidFill>
                  <a:headEnd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4" name="Straight Arrow Connector 463">
                <a:extLst>
                  <a:ext uri="{FF2B5EF4-FFF2-40B4-BE49-F238E27FC236}">
                    <a16:creationId xmlns:a16="http://schemas.microsoft.com/office/drawing/2014/main" id="{3A3D4C9B-496B-5D4F-C034-055184D548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0822" y="3685038"/>
                <a:ext cx="1453897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B7A1DEC8-37D3-1C0B-A8E7-136A5ABBB0C3}"/>
                </a:ext>
              </a:extLst>
            </p:cNvPr>
            <p:cNvCxnSpPr>
              <a:cxnSpLocks/>
            </p:cNvCxnSpPr>
            <p:nvPr/>
          </p:nvCxnSpPr>
          <p:spPr>
            <a:xfrm>
              <a:off x="3372392" y="3950561"/>
              <a:ext cx="1453897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16594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53EE0-8F9E-9AAA-9084-60989A048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85D1718B-BE8C-7136-6707-09C7E5065D8D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964A5794-F32E-24E8-7B26-0373D85E61A5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D83B5BD3-8659-807B-6A97-9C0EA21023B0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025C5FB5-5418-C2FB-A71F-5FCFA312D73F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3A6188B-C6CE-3B69-F8B8-2A9285C8B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dirty="0"/>
              <a:t> Datapath (4/7)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07FB6961-7EC9-6B69-AA9A-325141111969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5D0762F8-E13A-7DB3-4B89-3DCB6D4DCF16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EDFAE4E5-561A-613E-D2D1-55C9616BD21B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96B29E9B-D303-4221-7115-0308E9B50DA1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FA9EAB89-2781-F3EF-32E0-6FD8097CE3C8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75F528EA-CBEB-EC70-BB25-DAB2FD3BC2DA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685C0DCB-B45F-430A-DDB0-C04ED36CF2AF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92AFD056-536D-565D-39AB-88D01780C163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BDE4D82F-12DD-1512-3165-8231FDC42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5A77F4A9-4EF8-DD74-29C4-10B423732293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04E7C5BB-A0C3-327D-9266-998760AE07E0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C6864E29-40B5-9113-AF9D-926128985136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E68581E7-6942-E8F2-77CF-E9954E559AEC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142E9D33-966A-16AF-41BF-BB29CC90EF0A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CB6F8A3D-C1FD-92A9-F084-B7DDD4ABA690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7ABF81C9-8973-DA26-2490-ED31428D8577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36AE4985-FAAC-68A8-A526-01FDEDF3C1E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F361B48C-77E6-F7D5-4A8F-31318A2EAF75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333F6688-62A3-677B-5B73-6FBA1DDF4CD8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AF30CAAA-FD43-849C-5312-F4EA21319FFC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905C282D-C57A-13C0-124E-70F8CB1F6760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4A2273D3-4357-8EFD-86F1-0F0CE0ECEB80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476D6864-E7BB-F7EF-D483-4B721BDA82F0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B333041D-C379-66D5-34A8-9461D183E62F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6B6857F9-17EA-3164-1F2D-76C3B61F8DA2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88E628D8-9F1E-00A3-AF08-C03CC70C63A8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E2F09319-3863-FDDA-554B-9510AFD372D9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F6B5D15B-AC27-FB7C-D567-4EE41FC1E80B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D501CDD1-D4C8-21DA-939D-A84E51ED3427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D4E5E38C-7E34-42B8-28DA-1B79AC3E41B5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4891DCAF-7E27-3D4E-F62F-1F65D02CC3DB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751C7364-C06B-DA01-64E3-9924C233112E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44DC1AD9-6E58-8618-1379-37D14759E484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B0B3DC56-6A6C-69CB-EE8C-4928600F5197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7AA3A173-3B7B-211F-E59F-6EF3B11D22D6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3DB6749E-EE3A-EBF1-5AD7-F44F1310706A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7067B87F-AAA6-9CA5-DABE-C6062D0B7D05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26A02E0-530C-543E-A4A2-C154ADFD6225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FD5E0D0A-3C5D-F1A5-4774-8A618EBBEA76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E7F94028-1EED-8C92-BA17-1B0164D110FF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B78F9CFD-B472-F88A-F178-7853AC34955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23C383E6-D8BB-B96F-7B71-CC219C232BDE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CBC12D6F-919C-1538-4670-B7C2496546A2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E58794-7199-D8D9-DE77-668700E3FB63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F80C434-B9BD-84CA-0D89-06A98B95178C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5ECC9FF-7119-2C6D-A576-B3C7A5B576F5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AF87F1B-FD7F-C84F-F6F9-B3DEDC6E7D9E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EF47A8B-B4EA-D62A-097C-73E8ED49FDDE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D1A44E4-4480-849A-256D-CB7F9FD16239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93C59673-6496-CBE6-3D15-CBDA59A53162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63C0AB3D-1EEF-0DFC-B81B-22A65FD0F0B6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CF8FA25F-6E3C-B7FC-192C-EA9C759BE8FD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F2D9D2F-539F-D672-7313-32A71C0A9140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70EB19E-9B2D-5403-C1BC-8184E18339C8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F4290DA-4E3F-43A1-80B6-6356217C4BC7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373005D-B886-81C2-EE0F-6564C5448879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ECC77912-ABB2-49F1-B580-DB0A33ECE7F5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F430E00D-7942-A090-D0ED-A03F091C779B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18A29136-5F5F-C463-8448-A49D88F2E979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D32C2EEB-FFB8-77AE-1CB9-7F03B59BD4FC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565FAAA8-2D98-68A0-271C-530E1E8C790D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9E635B67-B031-8D11-5C5B-F9E6A039412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0FDBFC9C-9476-DED5-998B-639772B47CB0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C95016E-4E03-6EA9-2CB9-34D04FD1FBF0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A00557CD-D9EC-7211-B151-B1AF17BAEC2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70FA2BC-7BB9-AFB9-7224-C6CA87C3A07C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09C18A0-B4B7-B332-F9B9-20905B1A1D85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EED26ED-FF12-76F9-47E0-27B016D978C3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633EB547-E4C4-322F-4C6C-FC68A8BAB59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144CEB32-9A12-77A9-2796-9B42FB98617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E906654-33A0-401A-2D77-522DC447791B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3D6D19B-1EDF-DFAB-7EF1-2B315C3FF203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91B07626-4AB0-E025-4432-875C797BEFBB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94FF488D-C226-FDB9-EF10-752AD0EBEC69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ED13B33D-3EC7-3F1D-6545-AFB871DE6A15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3E3434A6-C63E-2243-D7F4-0AC7C8DCE2E8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0D34E3E-BE46-2975-65E5-24942D1ABC60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20C1635-1F2B-8153-DB74-681CF8E7C847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329D9ED-9F88-97EF-CFDC-DD2818C3B6FC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776C249-1CFD-8B3B-0EC0-0D69CAB6B9A1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6E274290-117C-3150-A8BF-30E2D0B841AE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63604085-9479-E9B2-7834-2457C1CB6B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68A58D4C-B691-A08D-198C-E864F07585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E0D58490-061F-6026-B4E0-B46568B164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3B190B4-F39D-447B-2652-19172DAB9758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041A7DA-3C29-F148-08BD-262E34DDC2CD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27574B1-CED4-8581-FC6B-55DD5E602D5F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5393BA34-D0C4-DE3D-47A7-13FBB0E79D1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4DF98A4-3D7E-5459-8621-D6B200239690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B8AD80DD-AEC5-EDC2-866C-A066C10D17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5177AEFE-5D72-7D73-94F4-845A4246B9D8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B08A0CA7-23AD-A650-A25A-8C956E3B5BC3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90382E00-7208-41F6-8D7A-1FE84DA362B4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4DDC544A-DBB9-09FB-47F5-40F1237B33BF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0C2F95AC-5361-EB2A-F311-39524C9E28A2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E4189B18-DC6F-6435-2FF5-E2F660081006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846CAE1-3794-E2CF-4A3A-4A984134D0A0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6D7F3D8-7283-E2F5-9D0C-FC3DA60B1247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15D3CC2-D983-B8A1-E995-8DA852D8E1EC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30D3155F-6759-EFE4-B69B-306131089831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6CEF32CC-4443-850F-4DF9-626F2F5AA9D2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A92BFED2-795A-51B9-E3BA-FADFBA3BA0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9A249A3E-7830-6696-63F8-71F3FC0968BD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63" name="Elbow Connector 62">
                      <a:extLst>
                        <a:ext uri="{FF2B5EF4-FFF2-40B4-BE49-F238E27FC236}">
                          <a16:creationId xmlns:a16="http://schemas.microsoft.com/office/drawing/2014/main" id="{C2B743CC-4B14-FCD1-10CE-60AE84EA138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0" name="Straight Connector 449">
                      <a:extLst>
                        <a:ext uri="{FF2B5EF4-FFF2-40B4-BE49-F238E27FC236}">
                          <a16:creationId xmlns:a16="http://schemas.microsoft.com/office/drawing/2014/main" id="{674A5201-EB4F-7BB4-6805-8B24843F150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3FB53E3C-EB43-D88D-2F1B-0F0DE2C061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Elbow Connector 60">
                    <a:extLst>
                      <a:ext uri="{FF2B5EF4-FFF2-40B4-BE49-F238E27FC236}">
                        <a16:creationId xmlns:a16="http://schemas.microsoft.com/office/drawing/2014/main" id="{724D8EB7-9B71-5066-AB53-BA6FFAC27D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Elbow Connector 61">
                    <a:extLst>
                      <a:ext uri="{FF2B5EF4-FFF2-40B4-BE49-F238E27FC236}">
                        <a16:creationId xmlns:a16="http://schemas.microsoft.com/office/drawing/2014/main" id="{8C757093-3780-BF57-BE41-27EEEE05C3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D09BB313-31B5-1A6A-0913-2D06E08925F5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9DBEC4D-341E-64B5-40EA-ADA11EAD4B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0BAF5DFE-FE02-3D80-633F-B31C3B3CF925}"/>
              </a:ext>
            </a:extLst>
          </p:cNvPr>
          <p:cNvSpPr txBox="1"/>
          <p:nvPr/>
        </p:nvSpPr>
        <p:spPr>
          <a:xfrm>
            <a:off x="3486169" y="1063996"/>
            <a:ext cx="2831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Read from register file.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E95AF6EA-C877-8268-D0C0-CBBB7CAA5224}"/>
              </a:ext>
            </a:extLst>
          </p:cNvPr>
          <p:cNvGrpSpPr/>
          <p:nvPr/>
        </p:nvGrpSpPr>
        <p:grpSpPr>
          <a:xfrm>
            <a:off x="3062789" y="3429000"/>
            <a:ext cx="1765694" cy="2117475"/>
            <a:chOff x="3062789" y="3429000"/>
            <a:chExt cx="1765694" cy="2117475"/>
          </a:xfrm>
        </p:grpSpPr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F0E71065-E2DB-838E-AF9A-A2F0853B2A22}"/>
                </a:ext>
              </a:extLst>
            </p:cNvPr>
            <p:cNvGrpSpPr/>
            <p:nvPr/>
          </p:nvGrpSpPr>
          <p:grpSpPr>
            <a:xfrm>
              <a:off x="3062789" y="3429000"/>
              <a:ext cx="1765694" cy="2117475"/>
              <a:chOff x="3062789" y="3429000"/>
              <a:chExt cx="1765694" cy="2117475"/>
            </a:xfrm>
          </p:grpSpPr>
          <p:grpSp>
            <p:nvGrpSpPr>
              <p:cNvPr id="451" name="Group 450">
                <a:extLst>
                  <a:ext uri="{FF2B5EF4-FFF2-40B4-BE49-F238E27FC236}">
                    <a16:creationId xmlns:a16="http://schemas.microsoft.com/office/drawing/2014/main" id="{725DD99F-8E09-17AD-44EC-2CE59BB3EDD9}"/>
                  </a:ext>
                </a:extLst>
              </p:cNvPr>
              <p:cNvGrpSpPr/>
              <p:nvPr/>
            </p:nvGrpSpPr>
            <p:grpSpPr>
              <a:xfrm>
                <a:off x="3062789" y="3429000"/>
                <a:ext cx="1765694" cy="2117475"/>
                <a:chOff x="3062789" y="3429000"/>
                <a:chExt cx="1765694" cy="2117475"/>
              </a:xfrm>
            </p:grpSpPr>
            <p:cxnSp>
              <p:nvCxnSpPr>
                <p:cNvPr id="455" name="Straight Arrow Connector 454">
                  <a:extLst>
                    <a:ext uri="{FF2B5EF4-FFF2-40B4-BE49-F238E27FC236}">
                      <a16:creationId xmlns:a16="http://schemas.microsoft.com/office/drawing/2014/main" id="{B8A4F45F-006A-1599-B311-BADAA4A3F470}"/>
                    </a:ext>
                  </a:extLst>
                </p:cNvPr>
                <p:cNvCxnSpPr/>
                <p:nvPr/>
              </p:nvCxnSpPr>
              <p:spPr>
                <a:xfrm>
                  <a:off x="3193944" y="3971033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3" name="Elbow Connector 452">
                  <a:extLst>
                    <a:ext uri="{FF2B5EF4-FFF2-40B4-BE49-F238E27FC236}">
                      <a16:creationId xmlns:a16="http://schemas.microsoft.com/office/drawing/2014/main" id="{9D3C6A51-2D2F-BB06-34B3-3678FC8B90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62789" y="3429000"/>
                  <a:ext cx="1765694" cy="524103"/>
                </a:xfrm>
                <a:prstGeom prst="bentConnector3">
                  <a:avLst>
                    <a:gd name="adj1" fmla="val 17967"/>
                  </a:avLst>
                </a:prstGeom>
                <a:ln w="57150">
                  <a:solidFill>
                    <a:schemeClr val="accent5"/>
                  </a:solidFill>
                  <a:headEnd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4" name="Straight Arrow Connector 463">
                <a:extLst>
                  <a:ext uri="{FF2B5EF4-FFF2-40B4-BE49-F238E27FC236}">
                    <a16:creationId xmlns:a16="http://schemas.microsoft.com/office/drawing/2014/main" id="{05DD8ABE-5BDA-9821-AD94-BC1653724F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0822" y="3685038"/>
                <a:ext cx="1453897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CF1FA55E-CC98-6424-4AF3-F683BBBF9E71}"/>
                </a:ext>
              </a:extLst>
            </p:cNvPr>
            <p:cNvCxnSpPr>
              <a:cxnSpLocks/>
            </p:cNvCxnSpPr>
            <p:nvPr/>
          </p:nvCxnSpPr>
          <p:spPr>
            <a:xfrm>
              <a:off x="3372392" y="3950561"/>
              <a:ext cx="1453897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AAF2CF1C-0B36-D28C-E0B1-265A414A5559}"/>
              </a:ext>
            </a:extLst>
          </p:cNvPr>
          <p:cNvSpPr txBox="1"/>
          <p:nvPr/>
        </p:nvSpPr>
        <p:spPr>
          <a:xfrm>
            <a:off x="655210" y="5562420"/>
            <a:ext cx="901272" cy="4863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2"/>
                </a:solidFill>
                <a:latin typeface="18 VAG Rounded Light   02390" pitchFamily="2" charset="0"/>
              </a:rPr>
              <a:t>not taken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C7D5F7E-90AF-05AF-75B4-8BDEA5FFE11E}"/>
              </a:ext>
            </a:extLst>
          </p:cNvPr>
          <p:cNvSpPr txBox="1"/>
          <p:nvPr/>
        </p:nvSpPr>
        <p:spPr>
          <a:xfrm>
            <a:off x="4070302" y="5553911"/>
            <a:ext cx="806631" cy="520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solidFill>
                <a:schemeClr val="accent5"/>
              </a:solidFill>
              <a:latin typeface="18 VAG Rounded Light   02390" pitchFamily="2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7AE3AA2-D70E-0035-979B-E092590FE15E}"/>
              </a:ext>
            </a:extLst>
          </p:cNvPr>
          <p:cNvSpPr txBox="1"/>
          <p:nvPr/>
        </p:nvSpPr>
        <p:spPr>
          <a:xfrm>
            <a:off x="5335397" y="5556000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4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356C118-21EE-CADB-98A7-FA8939D2A135}"/>
              </a:ext>
            </a:extLst>
          </p:cNvPr>
          <p:cNvSpPr txBox="1"/>
          <p:nvPr/>
        </p:nvSpPr>
        <p:spPr>
          <a:xfrm>
            <a:off x="6410974" y="5557569"/>
            <a:ext cx="5020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BrUn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*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6B153CE-6102-7DFF-35FB-3AF0891F6303}"/>
              </a:ext>
            </a:extLst>
          </p:cNvPr>
          <p:cNvSpPr txBox="1"/>
          <p:nvPr/>
        </p:nvSpPr>
        <p:spPr>
          <a:xfrm>
            <a:off x="7560125" y="5526419"/>
            <a:ext cx="4491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5"/>
                </a:solidFill>
                <a:latin typeface="18 VAG Rounded Light   02390" pitchFamily="2" charset="0"/>
              </a:rPr>
              <a:t>0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41F6A75-94E2-E1B3-A3E6-E7A8F23E5698}"/>
              </a:ext>
            </a:extLst>
          </p:cNvPr>
          <p:cNvSpPr txBox="1"/>
          <p:nvPr/>
        </p:nvSpPr>
        <p:spPr>
          <a:xfrm>
            <a:off x="7955924" y="5518212"/>
            <a:ext cx="460382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ASel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1"/>
                </a:solidFill>
                <a:latin typeface="18 VAG Rounded Light   02390" pitchFamily="2" charset="0"/>
              </a:rPr>
              <a:t>0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363F53A-0ACD-8749-5B93-A45943F3FD2D}"/>
              </a:ext>
            </a:extLst>
          </p:cNvPr>
          <p:cNvSpPr txBox="1"/>
          <p:nvPr/>
        </p:nvSpPr>
        <p:spPr>
          <a:xfrm>
            <a:off x="8429817" y="5538557"/>
            <a:ext cx="688971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A35E5DE-3091-BAF1-B184-D46DF64CA6B6}"/>
              </a:ext>
            </a:extLst>
          </p:cNvPr>
          <p:cNvSpPr txBox="1"/>
          <p:nvPr/>
        </p:nvSpPr>
        <p:spPr>
          <a:xfrm>
            <a:off x="9282643" y="5557569"/>
            <a:ext cx="82747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MemRW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6"/>
                </a:solidFill>
                <a:latin typeface="18 VAG Rounded Light   02390" pitchFamily="2" charset="0"/>
              </a:rPr>
              <a:t>Read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0ABC48E-C213-3451-5970-D46C5AD73745}"/>
              </a:ext>
            </a:extLst>
          </p:cNvPr>
          <p:cNvSpPr txBox="1"/>
          <p:nvPr/>
        </p:nvSpPr>
        <p:spPr>
          <a:xfrm>
            <a:off x="10249476" y="5559045"/>
            <a:ext cx="65595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WBSel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4"/>
                </a:solidFill>
                <a:latin typeface="18 VAG Rounded Light   0239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35348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BDF30-52D7-F804-3EB5-CE3813514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56222D90-42F9-6642-4460-66952B495AAE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D4716D05-8D29-E969-DB94-E6E7E9F4802B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15A5D023-698E-92EE-C4DA-996ECA0180AA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5505CE45-C2C5-D310-655D-A75FBBB787F4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B6ECDC7-5392-BE8C-3C2E-F7B6E6CD2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dirty="0"/>
              <a:t> Datapath (5/7)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9A189436-1411-7342-BDCB-45CDEE33E3F1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1FDEA261-1CF5-B009-3811-4F45E397025E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2415EF67-4450-2C69-A7DC-0E5D3CE196D6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5B13F2C9-BE3B-267A-D405-E0CC2F05DF5D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A30010D0-1140-1669-D5B6-0974E717BC76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2CA2B321-EFE8-BF78-28E2-66688A6F490D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1AE65F3D-519A-C673-256C-5D0D4EF2F540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F13C8B8D-CADE-8407-7B18-39229C50FBA5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3988CBB1-B787-37C1-D432-DD8D15076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84AC5E6E-FEB0-148D-EBFC-EFF72C53C8E5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B9C925D3-CF7C-0E46-CEEA-DBFC3684B610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A38B0102-3CBC-DCBF-39E2-4F9235603BC0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6371E2B3-382C-57DB-8DFE-730A8BDDFEDB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A6C3629A-EB7C-0543-FD03-3C818C8CF9DA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7CAD430A-CF04-E5C0-EC54-B313A8D7C696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99E2CF6D-13C2-003D-D9BC-76947E2F2A4B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B72F5C96-19F2-56E5-222C-76FDB6BFD153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14C8C4B4-D086-F089-DE33-F9F97E647722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CB0A5734-5E4E-8A9B-5E4E-6116EDF4A9AD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E681B4CF-3B7C-EED8-C5C5-BB7F524FB9CD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A7252EBC-A248-96FC-A2F3-E299938BE85E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2067403D-9267-4999-60EC-43CF4DAF9ED5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49388DE5-31BE-FD8F-64C4-EC74ECD1763D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4BDD644C-4579-BEAC-4BA7-C3820CD7ED83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88AA913D-9878-B329-7C2C-79AC87BDC55F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F67585E7-465D-0A72-D8A7-DAC86647AC7E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70E250D2-337C-CE63-4BF3-A98C6196B624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C9390018-B1CB-A16F-D210-F4C4204FC0E1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EB8709D0-4965-466D-E000-BC4871BD15D1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993227E9-A2FD-B56E-12DF-C8D1BE32DA98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8C300908-CE71-4C4B-1DC1-13BD82FD1D40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9DE86278-AE8F-C0A1-F2F0-5A7F94D52211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31404EE3-7126-985C-70F7-99006A699331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D850838E-FEF2-9FC5-2DA5-3106FF00DA20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4920D5F3-1F75-C608-8BF3-1705A13D9C9C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0B283328-142E-E0B2-E640-E570CF7E0BA6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DA8AB444-0A6F-E43C-9337-36E7226F1A7F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3F88674-A5C0-0B55-C712-798B427C4281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EB559CF2-FBAD-0713-4D87-669406B197C6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0293A73F-5B10-0687-3978-8B18183AA67A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99D29D84-7867-DB02-D50F-B785853971C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4870F4A2-F18B-77CC-3C3D-D7E16EF6362F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484C4AF4-884A-92A9-DDF3-FEF4898095A7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0F0086-5DCC-7998-7540-D087F8ABA4CE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AD4364E-3D2B-B31B-8C86-27E297988D92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C3D8917-0AE6-8C84-2005-DB9B15E92631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0F3397E-F92F-4054-2A2E-FA6924659B6E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81C167E-D15D-2D29-921D-2A947970C471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FD4364B-B5A5-50DE-731F-66C567B8E822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52E82DF8-A7C2-3E98-4874-5E7D5705C42D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ACD3A045-5E4B-D6A1-E67C-21619E469362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6B0484E1-7201-3DC2-7BD8-FE68F4087760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53C023B-00A4-C5CE-9028-70BF2A40D220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CEEA4346-6E71-42CE-DE1E-4CA23453F7F2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4085D80-C0B9-71DB-4F1B-39CB9B4E9DC1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367BD9C-CBF9-D974-74D2-F44C394315AD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E2B932AB-D34D-18BB-C496-2BAE6212459E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2BF2AEE-B5A1-E2AC-7618-FD4243D86A5B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214A2DF4-3308-B0EE-D5EF-BE4B794D4E89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410F8CAE-0112-EF15-1B7B-6DA778E55A5B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526F227D-F3DD-0519-5AE5-1D8CDAACC7E7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27F99E8F-9B3C-A5BC-B68D-F225E3D24A9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7BA42AF6-8C73-43F3-E41D-A58B3DBD1C47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EDDE6C-AD38-864A-F6EC-18347CA45AF4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897A7545-DAA7-9660-2DF8-7E9EBB1E3477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044E3DD-05BB-6E01-743A-5F503B495BF8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39408CC-51E9-D7BE-3DC4-0A187D0E7149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F69B349-E7AA-A464-92E6-95BE0D9092D3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933B9B86-D03E-A3AC-5479-38338200010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472D2E84-0222-E68B-7496-F35FF59220A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4A09ECC7-FEBA-AB8F-A1BC-B6A12F4F5F80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27EC6FD-7944-35E7-F34C-A20D3AF40084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AC808728-CD42-5E8D-8427-4FF37DB7D089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4B686A69-BEDC-9769-338A-FF4652C665CF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645F9DA6-7125-E25B-3444-959C0E2BD6D7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F55C44F4-A5D4-0E01-F800-E997F20F02B0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14076EB-7658-3C54-1238-4ADE804C93D0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0873403-9323-4F8B-A0AC-E10FABF85A2B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D165359-7F69-1E8B-53DE-CDCDA64001E1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144453A-24D6-2313-BCB7-17D98B1AD34F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8BA699A9-1AFD-4D4A-0928-3DE6C8032AB3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F98A11B2-5FC8-4D12-B142-116D90E5B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98216BE8-8800-871E-C44D-A5336B6E39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990DBA8E-B72B-1162-D535-3446C5EAD5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070C931-DFB9-9BCC-234E-3613D57A0876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22BEF33-7C27-111C-A915-4124B8F30BB8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FC33467-5A4F-B224-B0B5-1459591287A0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B6BDAE6C-45AA-B42E-CDA1-1CF4412D8FB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FCC8FE9-1C69-7777-CEA1-A41C9E5F1866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B3399573-DDDB-0EFF-D645-88CB269195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1D525E54-5E78-4DF4-606F-03FCFA295BA3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91324FFD-7AF1-DDA4-3D5D-230CF71A0071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CCF897FF-5462-AC37-CF6A-C14D397FEF33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DC5D7A8B-205B-E589-E97A-99CC67B73BEE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90584D79-5E3F-1D9B-486E-5FE4D309F3F2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23894C6B-E53E-14D4-FE9B-5E5E318C0448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45350E8-CF15-09B4-E500-CAB42B962CCE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5BB3AE3-EFF4-6B0B-82F1-AFBEB93ADE11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591AC7A-3F6A-70E3-099E-16254045F35E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378851D4-A55D-C9D0-7DCD-6CAAC4E4517D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38C461C0-4796-C91D-383D-254CADF05FD6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78666625-4F32-D13E-B044-30F38F4E37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5A18FCA0-3871-7431-5CD1-6484E2C50FC8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63" name="Elbow Connector 62">
                      <a:extLst>
                        <a:ext uri="{FF2B5EF4-FFF2-40B4-BE49-F238E27FC236}">
                          <a16:creationId xmlns:a16="http://schemas.microsoft.com/office/drawing/2014/main" id="{B947F02C-1D0A-6F7F-288A-5A743846707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0" name="Straight Connector 449">
                      <a:extLst>
                        <a:ext uri="{FF2B5EF4-FFF2-40B4-BE49-F238E27FC236}">
                          <a16:creationId xmlns:a16="http://schemas.microsoft.com/office/drawing/2014/main" id="{6F8BA7FE-7F7E-9342-CFBA-1EC597BCF2D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08DD3C09-E6FB-AB0B-6F76-666F4A300F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Elbow Connector 60">
                    <a:extLst>
                      <a:ext uri="{FF2B5EF4-FFF2-40B4-BE49-F238E27FC236}">
                        <a16:creationId xmlns:a16="http://schemas.microsoft.com/office/drawing/2014/main" id="{106CE05E-3294-9126-B946-42801672AFA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Elbow Connector 61">
                    <a:extLst>
                      <a:ext uri="{FF2B5EF4-FFF2-40B4-BE49-F238E27FC236}">
                        <a16:creationId xmlns:a16="http://schemas.microsoft.com/office/drawing/2014/main" id="{A7B770F7-1552-686F-D1A4-604F3E07B8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B4FB7D4C-6CFA-6D4B-A3A6-B786BE1E7466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E7BE7CC-AE24-74A6-FA22-46989F630C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827510E1-CF43-A376-B457-E5382D149433}"/>
              </a:ext>
            </a:extLst>
          </p:cNvPr>
          <p:cNvSpPr txBox="1"/>
          <p:nvPr/>
        </p:nvSpPr>
        <p:spPr>
          <a:xfrm>
            <a:off x="3486169" y="1063996"/>
            <a:ext cx="2831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Read from register file.</a:t>
            </a:r>
          </a:p>
        </p:txBody>
      </p: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DAD6C715-04CE-5772-1917-92F746FF2CEF}"/>
              </a:ext>
            </a:extLst>
          </p:cNvPr>
          <p:cNvGrpSpPr/>
          <p:nvPr/>
        </p:nvGrpSpPr>
        <p:grpSpPr>
          <a:xfrm>
            <a:off x="7709119" y="3666625"/>
            <a:ext cx="585916" cy="88926"/>
            <a:chOff x="7709119" y="3666625"/>
            <a:chExt cx="585916" cy="88926"/>
          </a:xfrm>
        </p:grpSpPr>
        <p:cxnSp>
          <p:nvCxnSpPr>
            <p:cNvPr id="470" name="Straight Arrow Connector 469">
              <a:extLst>
                <a:ext uri="{FF2B5EF4-FFF2-40B4-BE49-F238E27FC236}">
                  <a16:creationId xmlns:a16="http://schemas.microsoft.com/office/drawing/2014/main" id="{CB95AAFA-2793-479D-3332-6F981B94930A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FC8382AF-E2F4-720D-6177-F284763755E1}"/>
                </a:ext>
              </a:extLst>
            </p:cNvPr>
            <p:cNvSpPr/>
            <p:nvPr/>
          </p:nvSpPr>
          <p:spPr>
            <a:xfrm flipV="1">
              <a:off x="7709119" y="3666625"/>
              <a:ext cx="310910" cy="8892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AE6CE0D2-D414-2BDB-A4A7-83D72AD6A246}"/>
              </a:ext>
            </a:extLst>
          </p:cNvPr>
          <p:cNvGrpSpPr/>
          <p:nvPr/>
        </p:nvGrpSpPr>
        <p:grpSpPr>
          <a:xfrm>
            <a:off x="6249574" y="3670874"/>
            <a:ext cx="1513202" cy="94632"/>
            <a:chOff x="6249574" y="3681034"/>
            <a:chExt cx="1513202" cy="94632"/>
          </a:xfrm>
        </p:grpSpPr>
        <p:cxnSp>
          <p:nvCxnSpPr>
            <p:cNvPr id="480" name="Elbow Connector 479">
              <a:extLst>
                <a:ext uri="{FF2B5EF4-FFF2-40B4-BE49-F238E27FC236}">
                  <a16:creationId xmlns:a16="http://schemas.microsoft.com/office/drawing/2014/main" id="{285A4690-AC74-C810-C465-8EA1917D172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031628" y="3044518"/>
              <a:ext cx="94632" cy="1367664"/>
            </a:xfrm>
            <a:prstGeom prst="bentConnector4">
              <a:avLst>
                <a:gd name="adj1" fmla="val -456294"/>
                <a:gd name="adj2" fmla="val 76963"/>
              </a:avLst>
            </a:prstGeom>
            <a:ln w="57150">
              <a:solidFill>
                <a:schemeClr val="accent1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1434C789-1EF5-84F1-FD5B-860AB57C3418}"/>
                </a:ext>
              </a:extLst>
            </p:cNvPr>
            <p:cNvCxnSpPr/>
            <p:nvPr/>
          </p:nvCxnSpPr>
          <p:spPr>
            <a:xfrm flipH="1" flipV="1">
              <a:off x="6249574" y="3687560"/>
              <a:ext cx="121965" cy="0"/>
            </a:xfrm>
            <a:prstGeom prst="line">
              <a:avLst/>
            </a:prstGeom>
            <a:ln w="571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DDF8F07D-73AA-289C-DA51-01689A1A656C}"/>
              </a:ext>
            </a:extLst>
          </p:cNvPr>
          <p:cNvGrpSpPr/>
          <p:nvPr/>
        </p:nvGrpSpPr>
        <p:grpSpPr>
          <a:xfrm>
            <a:off x="7685590" y="4267424"/>
            <a:ext cx="599285" cy="165682"/>
            <a:chOff x="7685590" y="4267424"/>
            <a:chExt cx="599285" cy="165682"/>
          </a:xfrm>
        </p:grpSpPr>
        <p:cxnSp>
          <p:nvCxnSpPr>
            <p:cNvPr id="483" name="Straight Arrow Connector 482">
              <a:extLst>
                <a:ext uri="{FF2B5EF4-FFF2-40B4-BE49-F238E27FC236}">
                  <a16:creationId xmlns:a16="http://schemas.microsoft.com/office/drawing/2014/main" id="{D755C20C-625D-4CCA-9CD0-355564AC9655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3750CACD-0AA4-E274-2622-8464F84BA0C9}"/>
                </a:ext>
              </a:extLst>
            </p:cNvPr>
            <p:cNvSpPr/>
            <p:nvPr/>
          </p:nvSpPr>
          <p:spPr>
            <a:xfrm flipV="1">
              <a:off x="7685590" y="4267424"/>
              <a:ext cx="405114" cy="165682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5" name="TextBox 484">
            <a:extLst>
              <a:ext uri="{FF2B5EF4-FFF2-40B4-BE49-F238E27FC236}">
                <a16:creationId xmlns:a16="http://schemas.microsoft.com/office/drawing/2014/main" id="{5FB544B7-2ADA-98CE-CB1F-C50DE7FCF783}"/>
              </a:ext>
            </a:extLst>
          </p:cNvPr>
          <p:cNvSpPr txBox="1"/>
          <p:nvPr/>
        </p:nvSpPr>
        <p:spPr>
          <a:xfrm>
            <a:off x="6277442" y="1060450"/>
            <a:ext cx="263999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ALU computes</a:t>
            </a:r>
            <a:b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address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 =</a:t>
            </a:r>
            <a:b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R[rs1] + R[rs2]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33B15201-81F4-7B32-ABF1-DF71814ABF07}"/>
              </a:ext>
            </a:extLst>
          </p:cNvPr>
          <p:cNvGrpSpPr/>
          <p:nvPr/>
        </p:nvGrpSpPr>
        <p:grpSpPr>
          <a:xfrm>
            <a:off x="6250264" y="4183344"/>
            <a:ext cx="1513202" cy="94632"/>
            <a:chOff x="6249574" y="3681034"/>
            <a:chExt cx="1513202" cy="94632"/>
          </a:xfrm>
        </p:grpSpPr>
        <p:cxnSp>
          <p:nvCxnSpPr>
            <p:cNvPr id="510" name="Elbow Connector 509">
              <a:extLst>
                <a:ext uri="{FF2B5EF4-FFF2-40B4-BE49-F238E27FC236}">
                  <a16:creationId xmlns:a16="http://schemas.microsoft.com/office/drawing/2014/main" id="{42BF4CCB-9A77-D17F-FDFF-3FC9AFD60A0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031628" y="3044518"/>
              <a:ext cx="94632" cy="1367664"/>
            </a:xfrm>
            <a:prstGeom prst="bentConnector4">
              <a:avLst>
                <a:gd name="adj1" fmla="val 629513"/>
                <a:gd name="adj2" fmla="val 75584"/>
              </a:avLst>
            </a:prstGeom>
            <a:ln w="57150">
              <a:solidFill>
                <a:schemeClr val="accent1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2D83D6E2-7E68-AF3E-C041-6A118DC2725F}"/>
                </a:ext>
              </a:extLst>
            </p:cNvPr>
            <p:cNvCxnSpPr/>
            <p:nvPr/>
          </p:nvCxnSpPr>
          <p:spPr>
            <a:xfrm flipH="1" flipV="1">
              <a:off x="6249574" y="3687560"/>
              <a:ext cx="121965" cy="0"/>
            </a:xfrm>
            <a:prstGeom prst="line">
              <a:avLst/>
            </a:prstGeom>
            <a:ln w="571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CF4A9552-336B-A785-58B7-9FEFBAA8B0FF}"/>
              </a:ext>
            </a:extLst>
          </p:cNvPr>
          <p:cNvCxnSpPr>
            <a:cxnSpLocks/>
          </p:cNvCxnSpPr>
          <p:nvPr/>
        </p:nvCxnSpPr>
        <p:spPr>
          <a:xfrm flipV="1">
            <a:off x="8833634" y="3382107"/>
            <a:ext cx="1709928" cy="594360"/>
          </a:xfrm>
          <a:prstGeom prst="bentConnector3">
            <a:avLst>
              <a:gd name="adj1" fmla="val 6354"/>
            </a:avLst>
          </a:prstGeom>
          <a:ln w="6350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24577ACC-681D-D117-D03D-5289ECFB59C7}"/>
              </a:ext>
            </a:extLst>
          </p:cNvPr>
          <p:cNvGrpSpPr/>
          <p:nvPr/>
        </p:nvGrpSpPr>
        <p:grpSpPr>
          <a:xfrm>
            <a:off x="3062789" y="3429000"/>
            <a:ext cx="1765694" cy="2117475"/>
            <a:chOff x="3062789" y="3429000"/>
            <a:chExt cx="1765694" cy="2117475"/>
          </a:xfrm>
        </p:grpSpPr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2DE8AA6B-EF60-7B45-9A82-47D46211F95B}"/>
                </a:ext>
              </a:extLst>
            </p:cNvPr>
            <p:cNvGrpSpPr/>
            <p:nvPr/>
          </p:nvGrpSpPr>
          <p:grpSpPr>
            <a:xfrm>
              <a:off x="3062789" y="3429000"/>
              <a:ext cx="1765694" cy="2117475"/>
              <a:chOff x="3062789" y="3429000"/>
              <a:chExt cx="1765694" cy="2117475"/>
            </a:xfrm>
          </p:grpSpPr>
          <p:grpSp>
            <p:nvGrpSpPr>
              <p:cNvPr id="451" name="Group 450">
                <a:extLst>
                  <a:ext uri="{FF2B5EF4-FFF2-40B4-BE49-F238E27FC236}">
                    <a16:creationId xmlns:a16="http://schemas.microsoft.com/office/drawing/2014/main" id="{B5CC4BDE-1062-9F84-DC1D-5B1D25A71A04}"/>
                  </a:ext>
                </a:extLst>
              </p:cNvPr>
              <p:cNvGrpSpPr/>
              <p:nvPr/>
            </p:nvGrpSpPr>
            <p:grpSpPr>
              <a:xfrm>
                <a:off x="3062789" y="3429000"/>
                <a:ext cx="1765694" cy="2117475"/>
                <a:chOff x="3062789" y="3429000"/>
                <a:chExt cx="1765694" cy="2117475"/>
              </a:xfrm>
            </p:grpSpPr>
            <p:cxnSp>
              <p:nvCxnSpPr>
                <p:cNvPr id="455" name="Straight Arrow Connector 454">
                  <a:extLst>
                    <a:ext uri="{FF2B5EF4-FFF2-40B4-BE49-F238E27FC236}">
                      <a16:creationId xmlns:a16="http://schemas.microsoft.com/office/drawing/2014/main" id="{2DF82337-408D-61C8-9946-7372961A6820}"/>
                    </a:ext>
                  </a:extLst>
                </p:cNvPr>
                <p:cNvCxnSpPr/>
                <p:nvPr/>
              </p:nvCxnSpPr>
              <p:spPr>
                <a:xfrm>
                  <a:off x="3193944" y="3971033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3" name="Elbow Connector 452">
                  <a:extLst>
                    <a:ext uri="{FF2B5EF4-FFF2-40B4-BE49-F238E27FC236}">
                      <a16:creationId xmlns:a16="http://schemas.microsoft.com/office/drawing/2014/main" id="{77930C02-FA98-1504-FE5B-50DC85FCA4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62789" y="3429000"/>
                  <a:ext cx="1765694" cy="524103"/>
                </a:xfrm>
                <a:prstGeom prst="bentConnector3">
                  <a:avLst>
                    <a:gd name="adj1" fmla="val 17967"/>
                  </a:avLst>
                </a:prstGeom>
                <a:ln w="57150">
                  <a:solidFill>
                    <a:schemeClr val="accent5"/>
                  </a:solidFill>
                  <a:headEnd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4" name="Straight Arrow Connector 463">
                <a:extLst>
                  <a:ext uri="{FF2B5EF4-FFF2-40B4-BE49-F238E27FC236}">
                    <a16:creationId xmlns:a16="http://schemas.microsoft.com/office/drawing/2014/main" id="{7731D8F8-8656-1294-2C74-B68EE29058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0822" y="3685038"/>
                <a:ext cx="1453897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8FB3594-45B0-5B74-26A4-4E3F0BCC76F5}"/>
                </a:ext>
              </a:extLst>
            </p:cNvPr>
            <p:cNvCxnSpPr>
              <a:cxnSpLocks/>
            </p:cNvCxnSpPr>
            <p:nvPr/>
          </p:nvCxnSpPr>
          <p:spPr>
            <a:xfrm>
              <a:off x="3372392" y="3950561"/>
              <a:ext cx="1453897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18577B05-F2C7-3E4E-13E0-07B511CEE358}"/>
              </a:ext>
            </a:extLst>
          </p:cNvPr>
          <p:cNvSpPr txBox="1"/>
          <p:nvPr/>
        </p:nvSpPr>
        <p:spPr>
          <a:xfrm>
            <a:off x="655210" y="5562420"/>
            <a:ext cx="901272" cy="4863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2"/>
                </a:solidFill>
                <a:latin typeface="18 VAG Rounded Light   02390" pitchFamily="2" charset="0"/>
              </a:rPr>
              <a:t>not taken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25AFB3B-BD8A-3DFD-2323-EACBAC51634F}"/>
              </a:ext>
            </a:extLst>
          </p:cNvPr>
          <p:cNvSpPr txBox="1"/>
          <p:nvPr/>
        </p:nvSpPr>
        <p:spPr>
          <a:xfrm>
            <a:off x="4070302" y="5553911"/>
            <a:ext cx="806631" cy="520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solidFill>
                <a:schemeClr val="accent5"/>
              </a:solidFill>
              <a:latin typeface="18 VAG Rounded Light   02390" pitchFamily="2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4E6F0F2-B01C-CC83-476A-22A0957450E8}"/>
              </a:ext>
            </a:extLst>
          </p:cNvPr>
          <p:cNvSpPr txBox="1"/>
          <p:nvPr/>
        </p:nvSpPr>
        <p:spPr>
          <a:xfrm>
            <a:off x="5335397" y="5556000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4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C445409-2246-1EF2-3FA8-2F15008E6564}"/>
              </a:ext>
            </a:extLst>
          </p:cNvPr>
          <p:cNvSpPr txBox="1"/>
          <p:nvPr/>
        </p:nvSpPr>
        <p:spPr>
          <a:xfrm>
            <a:off x="6410974" y="5557569"/>
            <a:ext cx="5020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BrUn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*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A0C9881-1ECF-AAAE-AAA0-EB75E0672EFF}"/>
              </a:ext>
            </a:extLst>
          </p:cNvPr>
          <p:cNvSpPr txBox="1"/>
          <p:nvPr/>
        </p:nvSpPr>
        <p:spPr>
          <a:xfrm>
            <a:off x="7560125" y="5526419"/>
            <a:ext cx="4491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5"/>
                </a:solidFill>
                <a:latin typeface="18 VAG Rounded Light   02390" pitchFamily="2" charset="0"/>
              </a:rPr>
              <a:t>0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B705637-E681-B41A-A916-08E60E0D6EB7}"/>
              </a:ext>
            </a:extLst>
          </p:cNvPr>
          <p:cNvSpPr txBox="1"/>
          <p:nvPr/>
        </p:nvSpPr>
        <p:spPr>
          <a:xfrm>
            <a:off x="7955924" y="5518212"/>
            <a:ext cx="460382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ASel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1"/>
                </a:solidFill>
                <a:latin typeface="18 VAG Rounded Light   02390" pitchFamily="2" charset="0"/>
              </a:rPr>
              <a:t>0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22620E2-DCB8-EF41-BC26-4AEFEBA5A7F1}"/>
              </a:ext>
            </a:extLst>
          </p:cNvPr>
          <p:cNvSpPr txBox="1"/>
          <p:nvPr/>
        </p:nvSpPr>
        <p:spPr>
          <a:xfrm>
            <a:off x="8429817" y="5538557"/>
            <a:ext cx="688971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DCC6A05-4916-F3E6-349C-9A4FAF4DDFDD}"/>
              </a:ext>
            </a:extLst>
          </p:cNvPr>
          <p:cNvSpPr txBox="1"/>
          <p:nvPr/>
        </p:nvSpPr>
        <p:spPr>
          <a:xfrm>
            <a:off x="9282643" y="5557569"/>
            <a:ext cx="82747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MemRW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6"/>
                </a:solidFill>
                <a:latin typeface="18 VAG Rounded Light   02390" pitchFamily="2" charset="0"/>
              </a:rPr>
              <a:t>Read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F190337-49B1-469D-A3C7-288CE224A72B}"/>
              </a:ext>
            </a:extLst>
          </p:cNvPr>
          <p:cNvSpPr txBox="1"/>
          <p:nvPr/>
        </p:nvSpPr>
        <p:spPr>
          <a:xfrm>
            <a:off x="10249476" y="5559045"/>
            <a:ext cx="65595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WBSel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4"/>
                </a:solidFill>
                <a:latin typeface="18 VAG Rounded Light   0239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777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9384D-D3DB-3335-3AA4-8D5FBFCF6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29C73A1B-BA3A-A8B9-9BE5-81FF3EFB9F7B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E208B253-0036-B44C-E3FF-A6652DA7D682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AB65061D-5496-376F-6B7B-BC24CC0DC2ED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A8760B9B-5C22-AF0B-2981-35B7C4F96621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6591E71-781B-F950-4525-F8D26D96D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dirty="0"/>
              <a:t> Datapath (6/7)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F8A23326-A37D-A01D-4BFD-0C07A89EFCCE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2BF16C85-E6AD-6C67-F050-6060F0F5536F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586BB0EC-14E2-E715-68C3-0CFA857C3D26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488EFADA-12DF-AACE-45B3-B5F8CBC4FD85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FF6E7414-4527-8587-D6D2-F42B140A4238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A17EAA7F-2E33-FC48-B7F5-D3594C05FF86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A6335D6D-4238-E3BD-2781-EF976FDFE6FA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8AC202D0-0DCD-3DC8-6531-2CD123B9785A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BFEBDD20-BE74-3378-B767-D061AE60B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474C38BC-02FA-A0DD-2738-02D6AAB42A8B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6045E593-658F-B8A0-AF72-7522A02CBE89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619203CD-FAC6-66E0-B36F-7F331736FA96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35B457F3-561E-4A82-75EF-380B0E4C7531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31314387-AD96-A0CF-858D-5BC074EDB60B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B6378787-3762-C388-41DE-DD641A3F2F34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10466FE5-AD57-23A9-80AC-4D1E3158828F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1B618779-1CE4-DB80-0926-513F3558AC0D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00383D2E-A6CA-9A9B-2716-D22A47942245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D6E04DD0-1045-329D-8C5F-E1A1124D0B2B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098A2F3C-D4E3-1C72-FC18-DB6A37A4C0D9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B47969AE-8F3B-FE64-2EC8-38DCAC218A30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231C507B-825B-0A65-F548-DDCF4527A3CC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88819768-1C88-702F-D961-58AC62BF30B5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5818875A-BF6A-0DF9-A372-9A0CA90AF6A8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E6928F0D-30CB-199D-A090-A6AEB392FA32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F7837FA1-468C-C81D-B953-B1B58057C5BC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2D98D358-03F2-CD69-CDDB-FF75C1BDB842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F9155892-1531-3EE3-42CE-DE7EE3EBF03A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08E2DA92-BB86-9E40-4DCD-4906F58AFC26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9E83BA37-B549-A20A-D858-1A756A928795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64FBECFE-3F58-20A0-6C26-3DAFFF0FB039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E237B6E0-ABD3-5228-A960-CDC1A744A41A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0D98356E-87F8-A954-D4DC-DAC3E5D07A4A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16D805CE-AADE-B6DF-9CD9-45DDAFB9CBFA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9D9923DF-F535-ABF2-BDCD-5F4A4648C60F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B07FD156-37C7-80B6-940C-9E6BC0548BBD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A80B2684-4586-1A40-DF45-15A80C266A8F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87A3FCB3-F77D-8895-39A1-BB731E3A4DDF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AC853DB8-7681-4B87-CAFD-8BFA06800823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549BB09F-19A6-7C46-1446-06F6D0B26D91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CD331452-3715-7243-0F54-11D5B7B4F708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96843298-E259-0A02-852C-F6ACD29BBA52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0BDC7679-4712-449B-4976-06C016E66587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6A3C87-B51A-82D6-5C4F-08FDD5AB8887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58B6802-EBD9-2A05-E925-ED39DA30966B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68E26CE-EE44-6C3B-43E2-B60CCBA91D36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953BA7-03A4-89D0-1B92-A7984E8B2FA2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269D68F-2D57-1B05-FBD2-18756168A18F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8DF8D81-14B5-A48B-E58A-E9D79725972B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B40EF627-6984-2F9F-8523-5DD40AC5ABD6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19ABBBD7-A05F-184F-453C-FA470CDC259D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3F806823-FB0B-86FB-E980-D0A72A5FDD9B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8C5D6C4-753D-B26B-BB50-A1B2C160C432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4731F1C-5ABB-90A2-81BF-DDE92D087597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54B56E3-C641-1BF4-A124-9A08E8D84698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6CD65F8-8585-FAC3-3741-23AD8671C2A3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2CC728E6-6D08-E92E-FFEE-AA8519CEDB4F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6A4DC52-E63F-CE12-FED5-6951F86751F4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31711E28-2C3C-DA65-494E-EA193DCF88C1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DA15A9D0-D0A0-AE76-8336-8A9B9655E251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56404C6A-0A4C-4CAE-218C-19E284BB766B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65AF9191-0126-EC3E-FA01-0CD95627B9E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71D4CBA4-DE5E-1AC9-5A11-F17183468490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7C427AA-D70E-5CDB-B0A2-F70699E9F513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945F83F4-CE8F-ACEA-1FB4-9854FD9E675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4ACC405-6F99-B07F-1A87-FEC11401C342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6A69169-1AFC-D961-B438-5C648B8DC4CA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AE22D0-5548-FAC8-3D81-9B35800B051A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F9C0CD28-C858-977B-96BE-A35CC1FD5B4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D5ECA6A9-CD58-D94D-AAD3-F59C743AACD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58897A4-10AF-CD81-2344-18CF8634FB48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68DB581-8EEC-6966-696F-B801527C1C4B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2DB34086-74C4-AA16-DEAA-CFE82459185D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FFAB69F3-DC3C-C963-7A84-8530FAE04638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98899B49-E50D-4043-E3D3-2C1D9BC07597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AD0E4D0D-C32A-6984-6E40-202A38C5A6C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5F7AA71-B340-4DE3-CAC5-F36CE0AC0B17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015BDEA-015A-6687-A946-DC21F58DED9A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9AC3BC6-5A7F-4D7E-95A4-F7237C991F22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03352EF-54BD-4026-B3D6-C4C6D2B6BFBA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2CFD0F30-1964-897C-94AA-F340C8745479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4927541C-D740-C24D-6887-01CF64082C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34E60891-0202-CC26-E1D8-824D9A5778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B2FF0E02-2687-1B03-943B-DE3706402A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C2880AC-6418-EDA3-B060-53687D6A8600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C6ECAF2-A80E-21CB-740D-352BC36809FB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DD52A64-4CBB-F4A0-E825-2C5D94BFB561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933C257D-951F-F961-4BA2-364902361BE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35E41EB-DA24-687A-FDA0-D3A97F5B1BC1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CFAC69D7-561C-602D-DB30-E15302C9A8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1CB61432-09DC-5FD1-7B07-54F2438A5240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A70197A9-FC17-F7B7-5A08-594DB2F69938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A51A6176-6432-66A3-D0A3-93611B24A577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71120EAA-FFA4-BA7E-39FB-4B0361A5778E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CD623B18-118E-4B86-74EF-D330388DA88A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95A6FC3B-32E4-2DE3-C953-3A84828CD5A9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F260653-D297-20FA-CE39-2DA9ABBEFAD8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A23493B-C150-6311-DD47-A54431149681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4647A7F-7AE0-A7A1-1434-043219291EBE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CDB2B287-2549-3B96-8FB2-F4C2DDBB35E0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76771FF0-554F-AB46-46A0-486253ABE878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238F918D-EB54-16E8-FAAD-ED33C843F0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361A9E62-7698-38BC-1C30-7D3A47B788E4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63" name="Elbow Connector 62">
                      <a:extLst>
                        <a:ext uri="{FF2B5EF4-FFF2-40B4-BE49-F238E27FC236}">
                          <a16:creationId xmlns:a16="http://schemas.microsoft.com/office/drawing/2014/main" id="{C731463A-F934-3169-F754-5902B4DF245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0" name="Straight Connector 449">
                      <a:extLst>
                        <a:ext uri="{FF2B5EF4-FFF2-40B4-BE49-F238E27FC236}">
                          <a16:creationId xmlns:a16="http://schemas.microsoft.com/office/drawing/2014/main" id="{F2796C3F-B76F-66A6-5314-451AE7E17A2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C90A54E2-160E-4967-4576-6F3CD821EF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Elbow Connector 60">
                    <a:extLst>
                      <a:ext uri="{FF2B5EF4-FFF2-40B4-BE49-F238E27FC236}">
                        <a16:creationId xmlns:a16="http://schemas.microsoft.com/office/drawing/2014/main" id="{E9841CB3-4F44-A1E2-A4DA-5925A1CFFA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Elbow Connector 61">
                    <a:extLst>
                      <a:ext uri="{FF2B5EF4-FFF2-40B4-BE49-F238E27FC236}">
                        <a16:creationId xmlns:a16="http://schemas.microsoft.com/office/drawing/2014/main" id="{F4FD5497-54EF-8768-6FD4-8C7690548F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56878117-26FC-89F4-AE43-37F66FCAC277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EF72596-C2BA-6FD4-242A-EBC7566857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21757211-BC38-98E0-4530-702065F96FD8}"/>
              </a:ext>
            </a:extLst>
          </p:cNvPr>
          <p:cNvSpPr txBox="1"/>
          <p:nvPr/>
        </p:nvSpPr>
        <p:spPr>
          <a:xfrm>
            <a:off x="3486169" y="1063996"/>
            <a:ext cx="2831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Read from register file.</a:t>
            </a:r>
          </a:p>
        </p:txBody>
      </p: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A09A50C3-8C8C-6D6F-3A23-12B898F3D346}"/>
              </a:ext>
            </a:extLst>
          </p:cNvPr>
          <p:cNvGrpSpPr/>
          <p:nvPr/>
        </p:nvGrpSpPr>
        <p:grpSpPr>
          <a:xfrm>
            <a:off x="7709119" y="3666625"/>
            <a:ext cx="585916" cy="88926"/>
            <a:chOff x="7709119" y="3666625"/>
            <a:chExt cx="585916" cy="88926"/>
          </a:xfrm>
        </p:grpSpPr>
        <p:cxnSp>
          <p:nvCxnSpPr>
            <p:cNvPr id="470" name="Straight Arrow Connector 469">
              <a:extLst>
                <a:ext uri="{FF2B5EF4-FFF2-40B4-BE49-F238E27FC236}">
                  <a16:creationId xmlns:a16="http://schemas.microsoft.com/office/drawing/2014/main" id="{EC3ADBCB-C39B-4D20-2A9C-3804E151AA83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0288E866-3F4E-03E7-8B9F-885581A9F3A0}"/>
                </a:ext>
              </a:extLst>
            </p:cNvPr>
            <p:cNvSpPr/>
            <p:nvPr/>
          </p:nvSpPr>
          <p:spPr>
            <a:xfrm flipV="1">
              <a:off x="7709119" y="3666625"/>
              <a:ext cx="310910" cy="8892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9B53D9A0-17D2-BFE5-135D-0F5D1332394F}"/>
              </a:ext>
            </a:extLst>
          </p:cNvPr>
          <p:cNvGrpSpPr/>
          <p:nvPr/>
        </p:nvGrpSpPr>
        <p:grpSpPr>
          <a:xfrm>
            <a:off x="6249574" y="3670874"/>
            <a:ext cx="1513202" cy="94632"/>
            <a:chOff x="6249574" y="3681034"/>
            <a:chExt cx="1513202" cy="94632"/>
          </a:xfrm>
        </p:grpSpPr>
        <p:cxnSp>
          <p:nvCxnSpPr>
            <p:cNvPr id="480" name="Elbow Connector 479">
              <a:extLst>
                <a:ext uri="{FF2B5EF4-FFF2-40B4-BE49-F238E27FC236}">
                  <a16:creationId xmlns:a16="http://schemas.microsoft.com/office/drawing/2014/main" id="{E4982685-0E1A-786C-ACB3-D579BC9344A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031628" y="3044518"/>
              <a:ext cx="94632" cy="1367664"/>
            </a:xfrm>
            <a:prstGeom prst="bentConnector4">
              <a:avLst>
                <a:gd name="adj1" fmla="val -456294"/>
                <a:gd name="adj2" fmla="val 76963"/>
              </a:avLst>
            </a:prstGeom>
            <a:ln w="57150">
              <a:solidFill>
                <a:schemeClr val="accent1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3D4A4EBA-1C37-E318-935C-D18A5EF48C90}"/>
                </a:ext>
              </a:extLst>
            </p:cNvPr>
            <p:cNvCxnSpPr/>
            <p:nvPr/>
          </p:nvCxnSpPr>
          <p:spPr>
            <a:xfrm flipH="1" flipV="1">
              <a:off x="6249574" y="3687560"/>
              <a:ext cx="121965" cy="0"/>
            </a:xfrm>
            <a:prstGeom prst="line">
              <a:avLst/>
            </a:prstGeom>
            <a:ln w="571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9916BB8C-596F-FD59-B78C-DE822EF6C708}"/>
              </a:ext>
            </a:extLst>
          </p:cNvPr>
          <p:cNvGrpSpPr/>
          <p:nvPr/>
        </p:nvGrpSpPr>
        <p:grpSpPr>
          <a:xfrm>
            <a:off x="7685590" y="4267424"/>
            <a:ext cx="599285" cy="165682"/>
            <a:chOff x="7685590" y="4267424"/>
            <a:chExt cx="599285" cy="165682"/>
          </a:xfrm>
        </p:grpSpPr>
        <p:cxnSp>
          <p:nvCxnSpPr>
            <p:cNvPr id="483" name="Straight Arrow Connector 482">
              <a:extLst>
                <a:ext uri="{FF2B5EF4-FFF2-40B4-BE49-F238E27FC236}">
                  <a16:creationId xmlns:a16="http://schemas.microsoft.com/office/drawing/2014/main" id="{0479EA46-3623-E30C-E124-ADBEAB1374E9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E96C5441-7EC7-7424-B9B3-1043ECEB1C26}"/>
                </a:ext>
              </a:extLst>
            </p:cNvPr>
            <p:cNvSpPr/>
            <p:nvPr/>
          </p:nvSpPr>
          <p:spPr>
            <a:xfrm flipV="1">
              <a:off x="7685590" y="4267424"/>
              <a:ext cx="405114" cy="165682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5" name="TextBox 484">
            <a:extLst>
              <a:ext uri="{FF2B5EF4-FFF2-40B4-BE49-F238E27FC236}">
                <a16:creationId xmlns:a16="http://schemas.microsoft.com/office/drawing/2014/main" id="{544FB830-AE52-DEAB-DD71-04024C660E92}"/>
              </a:ext>
            </a:extLst>
          </p:cNvPr>
          <p:cNvSpPr txBox="1"/>
          <p:nvPr/>
        </p:nvSpPr>
        <p:spPr>
          <a:xfrm>
            <a:off x="6277442" y="1060450"/>
            <a:ext cx="263999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ALU computes</a:t>
            </a:r>
            <a:b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address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 =</a:t>
            </a:r>
            <a:b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R[rs1] + R[rs2]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EF24E8-A2AD-CBDF-AC3C-B27AA1D4D1DD}"/>
              </a:ext>
            </a:extLst>
          </p:cNvPr>
          <p:cNvSpPr txBox="1"/>
          <p:nvPr/>
        </p:nvSpPr>
        <p:spPr>
          <a:xfrm>
            <a:off x="8331951" y="998582"/>
            <a:ext cx="2356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Don’t write to memory.</a:t>
            </a:r>
          </a:p>
        </p:txBody>
      </p: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40722A1C-6CA6-2A6D-EC6D-2A9D9C05E923}"/>
              </a:ext>
            </a:extLst>
          </p:cNvPr>
          <p:cNvGrpSpPr/>
          <p:nvPr/>
        </p:nvGrpSpPr>
        <p:grpSpPr>
          <a:xfrm>
            <a:off x="6250264" y="4183344"/>
            <a:ext cx="1513202" cy="94632"/>
            <a:chOff x="6249574" y="3681034"/>
            <a:chExt cx="1513202" cy="94632"/>
          </a:xfrm>
        </p:grpSpPr>
        <p:cxnSp>
          <p:nvCxnSpPr>
            <p:cNvPr id="510" name="Elbow Connector 509">
              <a:extLst>
                <a:ext uri="{FF2B5EF4-FFF2-40B4-BE49-F238E27FC236}">
                  <a16:creationId xmlns:a16="http://schemas.microsoft.com/office/drawing/2014/main" id="{9C430682-926E-E145-2AE7-52223203F69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031628" y="3044518"/>
              <a:ext cx="94632" cy="1367664"/>
            </a:xfrm>
            <a:prstGeom prst="bentConnector4">
              <a:avLst>
                <a:gd name="adj1" fmla="val 629513"/>
                <a:gd name="adj2" fmla="val 75584"/>
              </a:avLst>
            </a:prstGeom>
            <a:ln w="57150">
              <a:solidFill>
                <a:schemeClr val="accent1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F9F9DE4C-6E08-F75B-863E-9C671179525C}"/>
                </a:ext>
              </a:extLst>
            </p:cNvPr>
            <p:cNvCxnSpPr/>
            <p:nvPr/>
          </p:nvCxnSpPr>
          <p:spPr>
            <a:xfrm flipH="1" flipV="1">
              <a:off x="6249574" y="3687560"/>
              <a:ext cx="121965" cy="0"/>
            </a:xfrm>
            <a:prstGeom prst="line">
              <a:avLst/>
            </a:prstGeom>
            <a:ln w="571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00E7CE8A-CE23-7CD9-7D47-E35754744EF5}"/>
              </a:ext>
            </a:extLst>
          </p:cNvPr>
          <p:cNvCxnSpPr>
            <a:cxnSpLocks/>
          </p:cNvCxnSpPr>
          <p:nvPr/>
        </p:nvCxnSpPr>
        <p:spPr>
          <a:xfrm flipV="1">
            <a:off x="8833634" y="3382107"/>
            <a:ext cx="1709928" cy="594360"/>
          </a:xfrm>
          <a:prstGeom prst="bentConnector3">
            <a:avLst>
              <a:gd name="adj1" fmla="val 6354"/>
            </a:avLst>
          </a:prstGeom>
          <a:ln w="6350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283F574-0AC1-D82F-AC58-37F2834CCD2D}"/>
              </a:ext>
            </a:extLst>
          </p:cNvPr>
          <p:cNvGrpSpPr/>
          <p:nvPr/>
        </p:nvGrpSpPr>
        <p:grpSpPr>
          <a:xfrm>
            <a:off x="3062789" y="3429000"/>
            <a:ext cx="1765694" cy="2117475"/>
            <a:chOff x="3062789" y="3429000"/>
            <a:chExt cx="1765694" cy="2117475"/>
          </a:xfrm>
        </p:grpSpPr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341D755A-6DDE-AEE5-EE12-D5C8F6615BFA}"/>
                </a:ext>
              </a:extLst>
            </p:cNvPr>
            <p:cNvGrpSpPr/>
            <p:nvPr/>
          </p:nvGrpSpPr>
          <p:grpSpPr>
            <a:xfrm>
              <a:off x="3062789" y="3429000"/>
              <a:ext cx="1765694" cy="2117475"/>
              <a:chOff x="3062789" y="3429000"/>
              <a:chExt cx="1765694" cy="2117475"/>
            </a:xfrm>
          </p:grpSpPr>
          <p:grpSp>
            <p:nvGrpSpPr>
              <p:cNvPr id="451" name="Group 450">
                <a:extLst>
                  <a:ext uri="{FF2B5EF4-FFF2-40B4-BE49-F238E27FC236}">
                    <a16:creationId xmlns:a16="http://schemas.microsoft.com/office/drawing/2014/main" id="{70C4F3DB-2A7F-CAF1-DC62-14DAA3202A41}"/>
                  </a:ext>
                </a:extLst>
              </p:cNvPr>
              <p:cNvGrpSpPr/>
              <p:nvPr/>
            </p:nvGrpSpPr>
            <p:grpSpPr>
              <a:xfrm>
                <a:off x="3062789" y="3429000"/>
                <a:ext cx="1765694" cy="2117475"/>
                <a:chOff x="3062789" y="3429000"/>
                <a:chExt cx="1765694" cy="2117475"/>
              </a:xfrm>
            </p:grpSpPr>
            <p:cxnSp>
              <p:nvCxnSpPr>
                <p:cNvPr id="455" name="Straight Arrow Connector 454">
                  <a:extLst>
                    <a:ext uri="{FF2B5EF4-FFF2-40B4-BE49-F238E27FC236}">
                      <a16:creationId xmlns:a16="http://schemas.microsoft.com/office/drawing/2014/main" id="{105484DE-109A-7F20-45FC-4041A597EC51}"/>
                    </a:ext>
                  </a:extLst>
                </p:cNvPr>
                <p:cNvCxnSpPr/>
                <p:nvPr/>
              </p:nvCxnSpPr>
              <p:spPr>
                <a:xfrm>
                  <a:off x="3193944" y="3971033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3" name="Elbow Connector 452">
                  <a:extLst>
                    <a:ext uri="{FF2B5EF4-FFF2-40B4-BE49-F238E27FC236}">
                      <a16:creationId xmlns:a16="http://schemas.microsoft.com/office/drawing/2014/main" id="{1FDF0286-55A9-70CB-DEEA-C108B381D9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62789" y="3429000"/>
                  <a:ext cx="1765694" cy="524103"/>
                </a:xfrm>
                <a:prstGeom prst="bentConnector3">
                  <a:avLst>
                    <a:gd name="adj1" fmla="val 17967"/>
                  </a:avLst>
                </a:prstGeom>
                <a:ln w="57150">
                  <a:solidFill>
                    <a:schemeClr val="accent5"/>
                  </a:solidFill>
                  <a:headEnd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4" name="Straight Arrow Connector 463">
                <a:extLst>
                  <a:ext uri="{FF2B5EF4-FFF2-40B4-BE49-F238E27FC236}">
                    <a16:creationId xmlns:a16="http://schemas.microsoft.com/office/drawing/2014/main" id="{EE936C6F-454D-F4BE-BB6C-5854A77EB7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0822" y="3685038"/>
                <a:ext cx="1453897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631E9DE5-8A01-5346-E047-AF737E23FF4F}"/>
                </a:ext>
              </a:extLst>
            </p:cNvPr>
            <p:cNvCxnSpPr>
              <a:cxnSpLocks/>
            </p:cNvCxnSpPr>
            <p:nvPr/>
          </p:nvCxnSpPr>
          <p:spPr>
            <a:xfrm>
              <a:off x="3372392" y="3950561"/>
              <a:ext cx="1453897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CCF38FC6-3BAA-3EB0-33FC-654C2D072FFD}"/>
              </a:ext>
            </a:extLst>
          </p:cNvPr>
          <p:cNvSpPr txBox="1"/>
          <p:nvPr/>
        </p:nvSpPr>
        <p:spPr>
          <a:xfrm>
            <a:off x="655210" y="5562420"/>
            <a:ext cx="901272" cy="4863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2"/>
                </a:solidFill>
                <a:latin typeface="18 VAG Rounded Light   02390" pitchFamily="2" charset="0"/>
              </a:rPr>
              <a:t>not taken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C42764A-B823-068D-212A-B25D97F6691E}"/>
              </a:ext>
            </a:extLst>
          </p:cNvPr>
          <p:cNvSpPr txBox="1"/>
          <p:nvPr/>
        </p:nvSpPr>
        <p:spPr>
          <a:xfrm>
            <a:off x="4070302" y="5553911"/>
            <a:ext cx="806631" cy="520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solidFill>
                <a:schemeClr val="accent5"/>
              </a:solidFill>
              <a:latin typeface="18 VAG Rounded Light   02390" pitchFamily="2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A10E8C5-4DFE-9DE0-2504-0EF330C8309D}"/>
              </a:ext>
            </a:extLst>
          </p:cNvPr>
          <p:cNvSpPr txBox="1"/>
          <p:nvPr/>
        </p:nvSpPr>
        <p:spPr>
          <a:xfrm>
            <a:off x="5335397" y="5556000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4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2196BFC-E1DE-35C4-585D-CD1DB6EDD09B}"/>
              </a:ext>
            </a:extLst>
          </p:cNvPr>
          <p:cNvSpPr txBox="1"/>
          <p:nvPr/>
        </p:nvSpPr>
        <p:spPr>
          <a:xfrm>
            <a:off x="6410974" y="5557569"/>
            <a:ext cx="5020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BrUn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*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65E9F8E-8670-F298-F5CF-1C64325D7DE7}"/>
              </a:ext>
            </a:extLst>
          </p:cNvPr>
          <p:cNvSpPr txBox="1"/>
          <p:nvPr/>
        </p:nvSpPr>
        <p:spPr>
          <a:xfrm>
            <a:off x="7560125" y="5526419"/>
            <a:ext cx="4491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5"/>
                </a:solidFill>
                <a:latin typeface="18 VAG Rounded Light   02390" pitchFamily="2" charset="0"/>
              </a:rPr>
              <a:t>0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E8B9986-AF06-2F17-14D8-B59B12F6BFDB}"/>
              </a:ext>
            </a:extLst>
          </p:cNvPr>
          <p:cNvSpPr txBox="1"/>
          <p:nvPr/>
        </p:nvSpPr>
        <p:spPr>
          <a:xfrm>
            <a:off x="7955924" y="5518212"/>
            <a:ext cx="460382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ASel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1"/>
                </a:solidFill>
                <a:latin typeface="18 VAG Rounded Light   02390" pitchFamily="2" charset="0"/>
              </a:rPr>
              <a:t>0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B2833DA-CFC1-1BD6-D403-9ACFFB0BA2CA}"/>
              </a:ext>
            </a:extLst>
          </p:cNvPr>
          <p:cNvSpPr txBox="1"/>
          <p:nvPr/>
        </p:nvSpPr>
        <p:spPr>
          <a:xfrm>
            <a:off x="8429817" y="5538557"/>
            <a:ext cx="688971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F87112E5-B123-DE24-FD1B-D4B37E4681D5}"/>
              </a:ext>
            </a:extLst>
          </p:cNvPr>
          <p:cNvSpPr txBox="1"/>
          <p:nvPr/>
        </p:nvSpPr>
        <p:spPr>
          <a:xfrm>
            <a:off x="9282643" y="5557569"/>
            <a:ext cx="82747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MemRW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6"/>
                </a:solidFill>
                <a:latin typeface="18 VAG Rounded Light   02390" pitchFamily="2" charset="0"/>
              </a:rPr>
              <a:t>Read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D27D875-0DBE-DC26-4FFC-277E4ED7DDDC}"/>
              </a:ext>
            </a:extLst>
          </p:cNvPr>
          <p:cNvSpPr txBox="1"/>
          <p:nvPr/>
        </p:nvSpPr>
        <p:spPr>
          <a:xfrm>
            <a:off x="10249476" y="5559045"/>
            <a:ext cx="65595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WBSel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4"/>
                </a:solidFill>
                <a:latin typeface="18 VAG Rounded Light   0239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11925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AA599-1745-4109-BC9F-08537350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CC906C9E-7AA5-0E78-3651-59EF61483331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879C69BD-AB89-BBF1-D39D-6CDDE4342D7D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F0F45EE-2DA4-A0B3-868F-AF68BE30A3DD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2A061FEE-2FAA-6A11-F433-37BBB09E7BA2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FEB02E4-FDD0-115E-1FD0-11260DE7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dirty="0"/>
              <a:t> Datapath (7/7)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8643CFED-6FDC-2B7B-71FB-798B27C8DF54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4B8290BE-5298-C098-4D30-D6841C1900EB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121F4ACA-4F0D-A49C-8403-BF6C640842B3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0A0DC839-42EB-7B26-44A8-76CB7CAD894B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514C2CA5-9A41-900E-BB9E-25AF958341DC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4F57FF40-D6AC-17BF-C623-BF89B979E240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BDF64E75-D230-EA02-2AD3-8A91B60F57F0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E78FE460-5576-93B0-F5B6-447B31C95E37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8D00104E-6E41-3DEA-8285-50DBFB0D9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E53131EA-1243-9A0A-005C-5D37567F0668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0AFE9A3C-8865-465A-71DF-C2D84A9F651E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3DF225EC-4BF4-6FFE-F014-5BEDA2377045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3A813354-C048-9276-ADCA-CDD77FA0C6AC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469059DE-6B68-AF36-F96A-148AC6B81AFB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32D6F6C4-5232-95BF-07D5-E3F1A24EB8F0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62F92698-2105-2880-808D-99D26C5935F4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69EE299C-A167-E530-A211-D425BAF0D752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49C9EADB-3553-96F4-9CFD-FA97859F0571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21E407EA-7F59-C899-E33C-B33B89F44418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6D1AE90D-1E35-324A-88F2-A6990EDF6777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2EBCCB4A-A846-8AE6-1B5C-7C22719859F3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3149225B-3A4F-4F05-E998-BE361F0E6381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67B6E253-6042-6FFE-21DC-994F1F1A9108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0556169B-366C-9FB4-0F1A-5DD7D494E348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A81740F5-6861-32C5-C7C9-2A593400D320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8B580DC4-C79E-2329-D73D-CECB4232765C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4EE8BAE0-4020-8694-3E8F-56CD1687FAA1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8342C987-D6E3-206B-6228-B81CC444654D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46267D60-C93B-61D9-AF86-223E5ACE88F2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9A9F333B-7308-3816-59F1-AD94C3EBF100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357419FA-7278-82D3-67CE-57023729639F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11197640-6A0A-BE40-954A-DA373D90A621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B2E9FAC9-6777-768E-514B-35C8D6AF1900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5FFABBEE-8C2E-9D4B-80F4-A6E75368C70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90757649-BB91-2EB5-83EE-E30371A7965E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79728D7C-58B0-62A8-BA02-85CC8F04A778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1F19189C-C54D-B229-984E-EA6611140D55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C8401EF-021D-F907-E08C-D6442EC10092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EB99E173-5C4A-6E10-7F05-1E3757F08EDE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B5DA018B-077E-F133-9648-B36EC20B31AC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4A0DF96C-A63D-AD1A-AE78-3671853BE7C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33D3FEB7-70C7-D4E8-3420-6278C9F383ED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66A94ED2-B5B2-5B39-2660-CD81F7A7C4EF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2A9A0F-1382-1CBC-7540-8020ABBB8557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43AED8F-949B-1960-FCBA-D67F89875048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213F735-DE28-3CF2-0EAF-F0710F0DB328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721986-F3EB-967B-5EA1-CB41FFAA5DFD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0A8826A-13E6-DB66-89AB-E4F19ED1374E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D38B19B-92A7-463F-1608-4224CE51E0C3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30DAF965-A3CF-0BE5-517B-A30DB925022C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E2BAC871-580E-0974-778F-4A57DA6216F1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5D1AEFB6-274A-9F65-3601-9A28314D079B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69C3D27-6BC5-C1AD-DE05-8CFCB1B61013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D0E0494-F301-0093-EFD5-8280A63367B2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AFC181A-5CCA-CEFB-BD1B-3F55C3C17A91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4429531-4300-AF88-17D7-018BC8BA3C9A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CC6E8075-4579-983D-EECA-5B10082A5939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F4421E1C-CAA0-3667-217D-B1F6AB0F1064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87EDCC63-183C-7241-C62A-04D3E94F5D61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0D4C7701-2339-45AA-2C98-4A56DBA14625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2835AD8B-C66B-7632-62F1-2492688428F4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4DE85FE4-E6D6-894D-F9F7-259F49D11CC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4B91E351-C1DA-CDE9-6F76-435B21A19007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8465325-CB5C-CF90-0412-C8DD06AB95F4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40A1BF3D-8D4C-8244-6580-EB619602BAA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E2932EA-3556-F2A3-565E-1121D16A97A2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59741F3-D8B1-4F47-C6CE-01806BCADC31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376007F-A58F-B8B0-2DBB-FAEAFC36F23A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068E79AD-78FA-CAD1-0477-920138018C5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179BF470-90DA-B7F5-8A2F-9B2AC752637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190E6B7-4004-B52A-56A0-9D0C07CB956B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E1F21F07-1636-4F1B-3390-A84A9E4F4BC6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408264D9-E270-ABC5-9BD7-38A25D77CB47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ACDD93D9-E07D-F65A-B412-08EB1DB40A35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F0AC68D0-B95D-CC93-BA07-5B6EECDA287B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97FD2F75-520B-F0DB-B3DE-62C5E10A1E55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DD7F1B1-E857-1714-1E49-03D66BFB1C23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2CC8671-AEAD-75AD-2F21-76C895241295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8EC6999-FB1D-1B0D-D15B-4AD1AE5C9642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44F22DC-BBB9-B57D-29B9-5DCA77059F70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717F49B3-B8BA-BC7C-6890-46F8AF50F03D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69EFEDF5-FDB4-F13C-FFE4-486665AC42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398863D8-1EF5-A7AB-79DE-B2E27302A7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95043059-E73B-2C67-0007-AC12E9C4BC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5DF3528-E3F7-4AC4-F465-B2779D9DB893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1DFFE32-159D-7B03-C374-5B2D0B2A1FA1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20F691-C37A-F691-0292-9E379CEAD6EA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BDA7BE28-E786-B2E2-A134-685A1627D53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FD26B96-9F5D-1F51-C574-AB0A49963841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AACC4BD8-B6B3-F124-345A-E79591108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1111DE7B-B7DE-758E-11A8-F566D0EEE206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E70B8B96-F383-4C8B-BC15-80655FDD8355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EFA0CECC-8C00-B567-AABD-5B1F5FF76AD7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C293E451-54DD-25E4-2196-64CB8AD21967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27269902-2078-48EF-E054-201652BCDBA4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B323CAAA-CEBA-B85E-DC47-D5659D09AB07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8BF50AD-7E34-B63F-5616-E9309404ECAD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E2F86412-7508-0C63-3152-02F044CC05F8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2446E8A-08AD-FA6C-0A7F-5E894B63A5DF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C97B4022-D389-8FBB-B795-4883268AC251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3E30353A-EB60-101E-32E3-26182537D18D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B8DF6369-57BD-D7C5-F53D-6B48D073BB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38B92633-F9EE-067A-26E4-36B7BB81BC6D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63" name="Elbow Connector 62">
                      <a:extLst>
                        <a:ext uri="{FF2B5EF4-FFF2-40B4-BE49-F238E27FC236}">
                          <a16:creationId xmlns:a16="http://schemas.microsoft.com/office/drawing/2014/main" id="{1722290B-3BCF-0FDA-95DE-1589FAB9ED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0" name="Straight Connector 449">
                      <a:extLst>
                        <a:ext uri="{FF2B5EF4-FFF2-40B4-BE49-F238E27FC236}">
                          <a16:creationId xmlns:a16="http://schemas.microsoft.com/office/drawing/2014/main" id="{44E5EF66-8D0B-6467-602F-86B7903E1D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C4EFF8A7-4AEA-C216-A223-7870CADC0B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Elbow Connector 60">
                    <a:extLst>
                      <a:ext uri="{FF2B5EF4-FFF2-40B4-BE49-F238E27FC236}">
                        <a16:creationId xmlns:a16="http://schemas.microsoft.com/office/drawing/2014/main" id="{D6B8448D-FCA5-8665-9C25-60C44FB9E4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Elbow Connector 61">
                    <a:extLst>
                      <a:ext uri="{FF2B5EF4-FFF2-40B4-BE49-F238E27FC236}">
                        <a16:creationId xmlns:a16="http://schemas.microsoft.com/office/drawing/2014/main" id="{7FD3446B-676F-5B43-7374-C80AE0F6F8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A01EE7CF-CADF-1D48-F1FA-E94545E28AC5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04B6FC5-08B4-C11C-815A-0C1824FBE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CBB6335C-7EDC-3805-1D36-129FBBE91781}"/>
              </a:ext>
            </a:extLst>
          </p:cNvPr>
          <p:cNvSpPr txBox="1"/>
          <p:nvPr/>
        </p:nvSpPr>
        <p:spPr>
          <a:xfrm>
            <a:off x="3486169" y="1063996"/>
            <a:ext cx="2831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Read from register file.</a:t>
            </a:r>
          </a:p>
        </p:txBody>
      </p: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F95B3934-3086-9C5B-C18C-A94CF8B67630}"/>
              </a:ext>
            </a:extLst>
          </p:cNvPr>
          <p:cNvGrpSpPr/>
          <p:nvPr/>
        </p:nvGrpSpPr>
        <p:grpSpPr>
          <a:xfrm>
            <a:off x="7709119" y="3666625"/>
            <a:ext cx="585916" cy="88926"/>
            <a:chOff x="7709119" y="3666625"/>
            <a:chExt cx="585916" cy="88926"/>
          </a:xfrm>
        </p:grpSpPr>
        <p:cxnSp>
          <p:nvCxnSpPr>
            <p:cNvPr id="470" name="Straight Arrow Connector 469">
              <a:extLst>
                <a:ext uri="{FF2B5EF4-FFF2-40B4-BE49-F238E27FC236}">
                  <a16:creationId xmlns:a16="http://schemas.microsoft.com/office/drawing/2014/main" id="{E0E5292E-3202-7478-7E9A-99CDFBDBB96C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0089BC23-A5FD-E55A-E2CD-0822D10EE5EF}"/>
                </a:ext>
              </a:extLst>
            </p:cNvPr>
            <p:cNvSpPr/>
            <p:nvPr/>
          </p:nvSpPr>
          <p:spPr>
            <a:xfrm flipV="1">
              <a:off x="7709119" y="3666625"/>
              <a:ext cx="310910" cy="8892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0A35B4E8-E382-6FC3-E13C-3A878FF1F222}"/>
              </a:ext>
            </a:extLst>
          </p:cNvPr>
          <p:cNvGrpSpPr/>
          <p:nvPr/>
        </p:nvGrpSpPr>
        <p:grpSpPr>
          <a:xfrm>
            <a:off x="6249574" y="3670874"/>
            <a:ext cx="1513202" cy="94632"/>
            <a:chOff x="6249574" y="3681034"/>
            <a:chExt cx="1513202" cy="94632"/>
          </a:xfrm>
        </p:grpSpPr>
        <p:cxnSp>
          <p:nvCxnSpPr>
            <p:cNvPr id="480" name="Elbow Connector 479">
              <a:extLst>
                <a:ext uri="{FF2B5EF4-FFF2-40B4-BE49-F238E27FC236}">
                  <a16:creationId xmlns:a16="http://schemas.microsoft.com/office/drawing/2014/main" id="{F59E8575-A676-4A37-55A4-B0B22D04CD8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031628" y="3044518"/>
              <a:ext cx="94632" cy="1367664"/>
            </a:xfrm>
            <a:prstGeom prst="bentConnector4">
              <a:avLst>
                <a:gd name="adj1" fmla="val -456294"/>
                <a:gd name="adj2" fmla="val 76963"/>
              </a:avLst>
            </a:prstGeom>
            <a:ln w="57150">
              <a:solidFill>
                <a:schemeClr val="accent1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776A2A08-0281-CD21-3D54-161D3BF44A43}"/>
                </a:ext>
              </a:extLst>
            </p:cNvPr>
            <p:cNvCxnSpPr/>
            <p:nvPr/>
          </p:nvCxnSpPr>
          <p:spPr>
            <a:xfrm flipH="1" flipV="1">
              <a:off x="6249574" y="3687560"/>
              <a:ext cx="121965" cy="0"/>
            </a:xfrm>
            <a:prstGeom prst="line">
              <a:avLst/>
            </a:prstGeom>
            <a:ln w="571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7C47233C-9D61-A42D-568E-4880278665F8}"/>
              </a:ext>
            </a:extLst>
          </p:cNvPr>
          <p:cNvGrpSpPr/>
          <p:nvPr/>
        </p:nvGrpSpPr>
        <p:grpSpPr>
          <a:xfrm>
            <a:off x="7685590" y="4267424"/>
            <a:ext cx="599285" cy="165682"/>
            <a:chOff x="7685590" y="4267424"/>
            <a:chExt cx="599285" cy="165682"/>
          </a:xfrm>
        </p:grpSpPr>
        <p:cxnSp>
          <p:nvCxnSpPr>
            <p:cNvPr id="483" name="Straight Arrow Connector 482">
              <a:extLst>
                <a:ext uri="{FF2B5EF4-FFF2-40B4-BE49-F238E27FC236}">
                  <a16:creationId xmlns:a16="http://schemas.microsoft.com/office/drawing/2014/main" id="{2D3E28C8-E14B-DF93-5499-60D73D94D29B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FB266294-4AAD-12ED-BD00-CBE0258F456D}"/>
                </a:ext>
              </a:extLst>
            </p:cNvPr>
            <p:cNvSpPr/>
            <p:nvPr/>
          </p:nvSpPr>
          <p:spPr>
            <a:xfrm flipV="1">
              <a:off x="7685590" y="4267424"/>
              <a:ext cx="405114" cy="165682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5" name="TextBox 484">
            <a:extLst>
              <a:ext uri="{FF2B5EF4-FFF2-40B4-BE49-F238E27FC236}">
                <a16:creationId xmlns:a16="http://schemas.microsoft.com/office/drawing/2014/main" id="{41EAB762-9250-C40D-9869-60E2A7269BF2}"/>
              </a:ext>
            </a:extLst>
          </p:cNvPr>
          <p:cNvSpPr txBox="1"/>
          <p:nvPr/>
        </p:nvSpPr>
        <p:spPr>
          <a:xfrm>
            <a:off x="6277442" y="1060450"/>
            <a:ext cx="263999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ALU computes</a:t>
            </a:r>
            <a:b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address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 =</a:t>
            </a:r>
            <a:b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R[rs1] + R[rs2]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51BFA1-1441-D27F-D8D6-09766AE41D3F}"/>
              </a:ext>
            </a:extLst>
          </p:cNvPr>
          <p:cNvSpPr txBox="1"/>
          <p:nvPr/>
        </p:nvSpPr>
        <p:spPr>
          <a:xfrm>
            <a:off x="8331951" y="998582"/>
            <a:ext cx="2356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Don’t write to memory.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60084F-9336-796C-1903-8F929C698A7E}"/>
              </a:ext>
            </a:extLst>
          </p:cNvPr>
          <p:cNvSpPr txBox="1"/>
          <p:nvPr/>
        </p:nvSpPr>
        <p:spPr>
          <a:xfrm>
            <a:off x="10229952" y="998582"/>
            <a:ext cx="19071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result 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</a:t>
            </a:r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 to register.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00DCB46-71C6-7FC4-5A49-7A89A6019AA5}"/>
              </a:ext>
            </a:extLst>
          </p:cNvPr>
          <p:cNvGrpSpPr/>
          <p:nvPr/>
        </p:nvGrpSpPr>
        <p:grpSpPr>
          <a:xfrm>
            <a:off x="3790286" y="2375193"/>
            <a:ext cx="7347064" cy="1060125"/>
            <a:chOff x="3790286" y="2375193"/>
            <a:chExt cx="7347064" cy="1060125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B168087-A65D-8B67-0EE6-5E4F02C87FE8}"/>
                </a:ext>
              </a:extLst>
            </p:cNvPr>
            <p:cNvGrpSpPr/>
            <p:nvPr/>
          </p:nvGrpSpPr>
          <p:grpSpPr>
            <a:xfrm>
              <a:off x="3790286" y="2375193"/>
              <a:ext cx="7347064" cy="1031998"/>
              <a:chOff x="3790286" y="2375193"/>
              <a:chExt cx="7347064" cy="1031998"/>
            </a:xfrm>
            <a:effectLst/>
          </p:grpSpPr>
          <p:cxnSp>
            <p:nvCxnSpPr>
              <p:cNvPr id="34" name="Elbow Connector 33">
                <a:extLst>
                  <a:ext uri="{FF2B5EF4-FFF2-40B4-BE49-F238E27FC236}">
                    <a16:creationId xmlns:a16="http://schemas.microsoft.com/office/drawing/2014/main" id="{A9C7A6DB-926F-7F0C-8A7C-BB6DC150BAB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Connector 485">
                <a:extLst>
                  <a:ext uri="{FF2B5EF4-FFF2-40B4-BE49-F238E27FC236}">
                    <a16:creationId xmlns:a16="http://schemas.microsoft.com/office/drawing/2014/main" id="{E34D0290-42A2-1974-A0D0-7F333C7BA0E6}"/>
                  </a:ext>
                </a:extLst>
              </p:cNvPr>
              <p:cNvCxnSpPr/>
              <p:nvPr/>
            </p:nvCxnSpPr>
            <p:spPr>
              <a:xfrm>
                <a:off x="3790286" y="2384802"/>
                <a:ext cx="7334708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Elbow Connector 486">
                <a:extLst>
                  <a:ext uri="{FF2B5EF4-FFF2-40B4-BE49-F238E27FC236}">
                    <a16:creationId xmlns:a16="http://schemas.microsoft.com/office/drawing/2014/main" id="{065DED85-A373-18ED-29AA-8CFD6FCEBFB2}"/>
                  </a:ext>
                </a:extLst>
              </p:cNvPr>
              <p:cNvCxnSpPr>
                <a:cxnSpLocks/>
                <a:stCxn id="323" idx="0"/>
              </p:cNvCxnSpPr>
              <p:nvPr/>
            </p:nvCxnSpPr>
            <p:spPr>
              <a:xfrm flipV="1">
                <a:off x="10817058" y="2375193"/>
                <a:ext cx="320292" cy="1031998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C92A69B-C472-17E1-9568-1BC5DF893EAE}"/>
                </a:ext>
              </a:extLst>
            </p:cNvPr>
            <p:cNvSpPr/>
            <p:nvPr/>
          </p:nvSpPr>
          <p:spPr>
            <a:xfrm flipV="1">
              <a:off x="10489132" y="3389599"/>
              <a:ext cx="398302" cy="45719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4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002B23F3-EFA8-C8C4-A6CC-65F21E06047E}"/>
              </a:ext>
            </a:extLst>
          </p:cNvPr>
          <p:cNvGrpSpPr/>
          <p:nvPr/>
        </p:nvGrpSpPr>
        <p:grpSpPr>
          <a:xfrm>
            <a:off x="6250264" y="4183344"/>
            <a:ext cx="1513202" cy="94632"/>
            <a:chOff x="6249574" y="3681034"/>
            <a:chExt cx="1513202" cy="94632"/>
          </a:xfrm>
        </p:grpSpPr>
        <p:cxnSp>
          <p:nvCxnSpPr>
            <p:cNvPr id="510" name="Elbow Connector 509">
              <a:extLst>
                <a:ext uri="{FF2B5EF4-FFF2-40B4-BE49-F238E27FC236}">
                  <a16:creationId xmlns:a16="http://schemas.microsoft.com/office/drawing/2014/main" id="{3CFDB9F8-240E-7104-7BB0-4C193AD8204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031628" y="3044518"/>
              <a:ext cx="94632" cy="1367664"/>
            </a:xfrm>
            <a:prstGeom prst="bentConnector4">
              <a:avLst>
                <a:gd name="adj1" fmla="val 629513"/>
                <a:gd name="adj2" fmla="val 75584"/>
              </a:avLst>
            </a:prstGeom>
            <a:ln w="57150">
              <a:solidFill>
                <a:schemeClr val="accent1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9300B186-5017-FDF3-F026-FF7D10FCCB80}"/>
                </a:ext>
              </a:extLst>
            </p:cNvPr>
            <p:cNvCxnSpPr/>
            <p:nvPr/>
          </p:nvCxnSpPr>
          <p:spPr>
            <a:xfrm flipH="1" flipV="1">
              <a:off x="6249574" y="3687560"/>
              <a:ext cx="121965" cy="0"/>
            </a:xfrm>
            <a:prstGeom prst="line">
              <a:avLst/>
            </a:prstGeom>
            <a:ln w="571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4794099B-A0C7-DCAD-7E28-D338272D7681}"/>
              </a:ext>
            </a:extLst>
          </p:cNvPr>
          <p:cNvCxnSpPr>
            <a:cxnSpLocks/>
          </p:cNvCxnSpPr>
          <p:nvPr/>
        </p:nvCxnSpPr>
        <p:spPr>
          <a:xfrm flipV="1">
            <a:off x="8833634" y="3382107"/>
            <a:ext cx="1709928" cy="594360"/>
          </a:xfrm>
          <a:prstGeom prst="bentConnector3">
            <a:avLst>
              <a:gd name="adj1" fmla="val 6354"/>
            </a:avLst>
          </a:prstGeom>
          <a:ln w="6350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4CDA0442-F0D0-3F95-FBA7-98D21DEAA3E7}"/>
              </a:ext>
            </a:extLst>
          </p:cNvPr>
          <p:cNvGrpSpPr/>
          <p:nvPr/>
        </p:nvGrpSpPr>
        <p:grpSpPr>
          <a:xfrm>
            <a:off x="3062789" y="3429000"/>
            <a:ext cx="1765694" cy="2117475"/>
            <a:chOff x="3062789" y="3429000"/>
            <a:chExt cx="1765694" cy="2117475"/>
          </a:xfrm>
        </p:grpSpPr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58CE61D2-9D6B-52CE-5EC3-ED5FE30D0F3F}"/>
                </a:ext>
              </a:extLst>
            </p:cNvPr>
            <p:cNvGrpSpPr/>
            <p:nvPr/>
          </p:nvGrpSpPr>
          <p:grpSpPr>
            <a:xfrm>
              <a:off x="3062789" y="3429000"/>
              <a:ext cx="1765694" cy="2117475"/>
              <a:chOff x="3062789" y="3429000"/>
              <a:chExt cx="1765694" cy="2117475"/>
            </a:xfrm>
          </p:grpSpPr>
          <p:grpSp>
            <p:nvGrpSpPr>
              <p:cNvPr id="451" name="Group 450">
                <a:extLst>
                  <a:ext uri="{FF2B5EF4-FFF2-40B4-BE49-F238E27FC236}">
                    <a16:creationId xmlns:a16="http://schemas.microsoft.com/office/drawing/2014/main" id="{434DA502-532B-6266-56CB-CD6724F8C6D7}"/>
                  </a:ext>
                </a:extLst>
              </p:cNvPr>
              <p:cNvGrpSpPr/>
              <p:nvPr/>
            </p:nvGrpSpPr>
            <p:grpSpPr>
              <a:xfrm>
                <a:off x="3062789" y="3429000"/>
                <a:ext cx="1765694" cy="2117475"/>
                <a:chOff x="3062789" y="3429000"/>
                <a:chExt cx="1765694" cy="2117475"/>
              </a:xfrm>
            </p:grpSpPr>
            <p:cxnSp>
              <p:nvCxnSpPr>
                <p:cNvPr id="455" name="Straight Arrow Connector 454">
                  <a:extLst>
                    <a:ext uri="{FF2B5EF4-FFF2-40B4-BE49-F238E27FC236}">
                      <a16:creationId xmlns:a16="http://schemas.microsoft.com/office/drawing/2014/main" id="{A386F991-015C-DBCB-BCDC-33D4CE4DB05A}"/>
                    </a:ext>
                  </a:extLst>
                </p:cNvPr>
                <p:cNvCxnSpPr/>
                <p:nvPr/>
              </p:nvCxnSpPr>
              <p:spPr>
                <a:xfrm>
                  <a:off x="3193944" y="3971033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3" name="Elbow Connector 452">
                  <a:extLst>
                    <a:ext uri="{FF2B5EF4-FFF2-40B4-BE49-F238E27FC236}">
                      <a16:creationId xmlns:a16="http://schemas.microsoft.com/office/drawing/2014/main" id="{1A4435F8-D78A-AF54-CC01-ED2AB555AF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62789" y="3429000"/>
                  <a:ext cx="1765694" cy="524103"/>
                </a:xfrm>
                <a:prstGeom prst="bentConnector3">
                  <a:avLst>
                    <a:gd name="adj1" fmla="val 17967"/>
                  </a:avLst>
                </a:prstGeom>
                <a:ln w="57150">
                  <a:solidFill>
                    <a:schemeClr val="accent5"/>
                  </a:solidFill>
                  <a:headEnd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4" name="Straight Arrow Connector 463">
                <a:extLst>
                  <a:ext uri="{FF2B5EF4-FFF2-40B4-BE49-F238E27FC236}">
                    <a16:creationId xmlns:a16="http://schemas.microsoft.com/office/drawing/2014/main" id="{5BA77BC8-A18F-AE0D-152C-C205735FED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0822" y="3685038"/>
                <a:ext cx="1453897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6D9BB836-7E5F-3A29-C3ED-7204EE63257B}"/>
                </a:ext>
              </a:extLst>
            </p:cNvPr>
            <p:cNvCxnSpPr>
              <a:cxnSpLocks/>
            </p:cNvCxnSpPr>
            <p:nvPr/>
          </p:nvCxnSpPr>
          <p:spPr>
            <a:xfrm>
              <a:off x="3372392" y="3950561"/>
              <a:ext cx="1453897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32B4B852-A5CB-2BC6-C4FC-3A561476F90D}"/>
              </a:ext>
            </a:extLst>
          </p:cNvPr>
          <p:cNvSpPr txBox="1"/>
          <p:nvPr/>
        </p:nvSpPr>
        <p:spPr>
          <a:xfrm>
            <a:off x="655210" y="5562420"/>
            <a:ext cx="901272" cy="4863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2"/>
                </a:solidFill>
                <a:latin typeface="18 VAG Rounded Light   02390" pitchFamily="2" charset="0"/>
              </a:rPr>
              <a:t>not taken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5BE34D8-903D-2549-6873-ABAFBB6EF521}"/>
              </a:ext>
            </a:extLst>
          </p:cNvPr>
          <p:cNvSpPr txBox="1"/>
          <p:nvPr/>
        </p:nvSpPr>
        <p:spPr>
          <a:xfrm>
            <a:off x="4070302" y="5553911"/>
            <a:ext cx="806631" cy="520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solidFill>
                <a:schemeClr val="accent5"/>
              </a:solidFill>
              <a:latin typeface="18 VAG Rounded Light   02390" pitchFamily="2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84CB1D4-2008-4809-EAB2-E15DE9115648}"/>
              </a:ext>
            </a:extLst>
          </p:cNvPr>
          <p:cNvSpPr txBox="1"/>
          <p:nvPr/>
        </p:nvSpPr>
        <p:spPr>
          <a:xfrm>
            <a:off x="5335397" y="5556000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4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3516F73-47B1-AC93-E6BA-4229E7D9B695}"/>
              </a:ext>
            </a:extLst>
          </p:cNvPr>
          <p:cNvSpPr txBox="1"/>
          <p:nvPr/>
        </p:nvSpPr>
        <p:spPr>
          <a:xfrm>
            <a:off x="6410974" y="5557569"/>
            <a:ext cx="5020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BrUn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*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7DD80E25-8A50-D070-EAF0-60CB765E7888}"/>
              </a:ext>
            </a:extLst>
          </p:cNvPr>
          <p:cNvSpPr txBox="1"/>
          <p:nvPr/>
        </p:nvSpPr>
        <p:spPr>
          <a:xfrm>
            <a:off x="7560125" y="5526419"/>
            <a:ext cx="4491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5"/>
                </a:solidFill>
                <a:latin typeface="18 VAG Rounded Light   02390" pitchFamily="2" charset="0"/>
              </a:rPr>
              <a:t>0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5A0518E-25FB-A76A-133A-976EA21518FE}"/>
              </a:ext>
            </a:extLst>
          </p:cNvPr>
          <p:cNvSpPr txBox="1"/>
          <p:nvPr/>
        </p:nvSpPr>
        <p:spPr>
          <a:xfrm>
            <a:off x="7955924" y="5518212"/>
            <a:ext cx="460382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ASel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1"/>
                </a:solidFill>
                <a:latin typeface="18 VAG Rounded Light   02390" pitchFamily="2" charset="0"/>
              </a:rPr>
              <a:t>0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5570A56-5337-F1BF-88BB-6DFE83F6E2A2}"/>
              </a:ext>
            </a:extLst>
          </p:cNvPr>
          <p:cNvSpPr txBox="1"/>
          <p:nvPr/>
        </p:nvSpPr>
        <p:spPr>
          <a:xfrm>
            <a:off x="8429817" y="5538557"/>
            <a:ext cx="688971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46D6F77-AD0A-99E7-D89F-A0FF5CBE0177}"/>
              </a:ext>
            </a:extLst>
          </p:cNvPr>
          <p:cNvSpPr txBox="1"/>
          <p:nvPr/>
        </p:nvSpPr>
        <p:spPr>
          <a:xfrm>
            <a:off x="9282643" y="5557569"/>
            <a:ext cx="82747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MemRW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6"/>
                </a:solidFill>
                <a:latin typeface="18 VAG Rounded Light   02390" pitchFamily="2" charset="0"/>
              </a:rPr>
              <a:t>Read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6F76A0A-5467-A7B5-D75B-E88EB83EBAA6}"/>
              </a:ext>
            </a:extLst>
          </p:cNvPr>
          <p:cNvSpPr txBox="1"/>
          <p:nvPr/>
        </p:nvSpPr>
        <p:spPr>
          <a:xfrm>
            <a:off x="10249476" y="5559045"/>
            <a:ext cx="65595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WBSel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4"/>
                </a:solidFill>
                <a:latin typeface="18 VAG Rounded Light   0239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8767400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S61C-ly-new">
  <a:themeElements>
    <a:clrScheme name="Custom 10">
      <a:dk1>
        <a:srgbClr val="000000"/>
      </a:dk1>
      <a:lt1>
        <a:srgbClr val="FFFFFF"/>
      </a:lt1>
      <a:dk2>
        <a:srgbClr val="002E5D"/>
      </a:dk2>
      <a:lt2>
        <a:srgbClr val="E5DCD1"/>
      </a:lt2>
      <a:accent1>
        <a:srgbClr val="00BDE2"/>
      </a:accent1>
      <a:accent2>
        <a:srgbClr val="C6DAC3"/>
      </a:accent2>
      <a:accent3>
        <a:srgbClr val="FEC016"/>
      </a:accent3>
      <a:accent4>
        <a:srgbClr val="D9E056"/>
      </a:accent4>
      <a:accent5>
        <a:srgbClr val="EB1379"/>
      </a:accent5>
      <a:accent6>
        <a:srgbClr val="A97EFA"/>
      </a:accent6>
      <a:hlink>
        <a:srgbClr val="9ED1FF"/>
      </a:hlink>
      <a:folHlink>
        <a:srgbClr val="93C9F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tailEnd type="triangle" w="lg" len="lg"/>
        </a:ln>
      </a:spPr>
      <a:bodyPr rtlCol="0" anchor="ctr"/>
      <a:lstStyle>
        <a:defPPr algn="ctr">
          <a:defRPr sz="2000" dirty="0">
            <a:solidFill>
              <a:schemeClr val="accent1"/>
            </a:solidFill>
            <a:latin typeface="18 VAG Rounded Light   02390" pitchFamily="2" charset="0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solidFill>
              <a:schemeClr val="accent1"/>
            </a:solidFill>
            <a:latin typeface="18 VAG Rounded Light   0239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61C-ly-new" id="{DFFA2BFF-9357-A24D-A947-9735921D71C4}" vid="{3C32BE93-C896-F84B-BEA8-5E6C5AC7E2C8}"/>
    </a:ext>
  </a:extLst>
</a:theme>
</file>

<file path=ppt/theme/theme2.xml><?xml version="1.0" encoding="utf-8"?>
<a:theme xmlns:a="http://schemas.openxmlformats.org/drawingml/2006/main" name="Metro">
  <a:themeElements>
    <a:clrScheme name="Custom 1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134770"/>
      </a:hlink>
      <a:folHlink>
        <a:srgbClr val="7AF8CC"/>
      </a:folHlink>
    </a:clrScheme>
    <a:fontScheme name="Custom 1">
      <a:majorFont>
        <a:latin typeface="VAGRundschriftD"/>
        <a:ea typeface=""/>
        <a:cs typeface=""/>
      </a:majorFont>
      <a:minorFont>
        <a:latin typeface="VAGRundschriftD"/>
        <a:ea typeface=""/>
        <a:cs typeface="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latin typeface="18 VAG Rounded Thin   55390" pitchFamily="2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CS61C-ly-new</Template>
  <TotalTime>28120</TotalTime>
  <Words>1045</Words>
  <Application>Microsoft Macintosh PowerPoint</Application>
  <PresentationFormat>Widescreen</PresentationFormat>
  <Paragraphs>543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27" baseType="lpstr">
      <vt:lpstr>18 VAG Rounded Black   09390</vt:lpstr>
      <vt:lpstr>18 VAG Rounded Bold   07390</vt:lpstr>
      <vt:lpstr>18 VAG ROUNDED LIGHT   02390</vt:lpstr>
      <vt:lpstr>18 VAG ROUNDED LIGHT   02390</vt:lpstr>
      <vt:lpstr>18 VAG Rounded Thin   55390</vt:lpstr>
      <vt:lpstr>VAG Rundschrift D Light</vt:lpstr>
      <vt:lpstr>VAGRundschriftD</vt:lpstr>
      <vt:lpstr>VAGRundschriftDLig</vt:lpstr>
      <vt:lpstr>Arial</vt:lpstr>
      <vt:lpstr>Calibri</vt:lpstr>
      <vt:lpstr>Corbel</vt:lpstr>
      <vt:lpstr>Courier</vt:lpstr>
      <vt:lpstr>Courier New</vt:lpstr>
      <vt:lpstr>Helvetica</vt:lpstr>
      <vt:lpstr>Helvetica Neue</vt:lpstr>
      <vt:lpstr>Wingdings</vt:lpstr>
      <vt:lpstr>Wingdings 2</vt:lpstr>
      <vt:lpstr>CS61C-ly-new</vt:lpstr>
      <vt:lpstr>Metro</vt:lpstr>
      <vt:lpstr>Tracing the add Datapath (7/7)</vt:lpstr>
      <vt:lpstr>Tracing the add Datapath (1/7)</vt:lpstr>
      <vt:lpstr>Tracing the add Datapath (2/7)</vt:lpstr>
      <vt:lpstr>Tracing the add Datapath (3/7)</vt:lpstr>
      <vt:lpstr>Tracing the add Datapath (4/7)</vt:lpstr>
      <vt:lpstr>Tracing the add Datapath (5/7)</vt:lpstr>
      <vt:lpstr>Tracing the add Datapath (6/7)</vt:lpstr>
      <vt:lpstr>Tracing the add Datapath (7/7)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RISC-V (California Gold)</dc:title>
  <dc:creator>Lisa Yan</dc:creator>
  <cp:lastModifiedBy>Lisa Yan</cp:lastModifiedBy>
  <cp:revision>894</cp:revision>
  <cp:lastPrinted>2022-09-30T17:03:13Z</cp:lastPrinted>
  <dcterms:created xsi:type="dcterms:W3CDTF">2022-09-05T20:39:51Z</dcterms:created>
  <dcterms:modified xsi:type="dcterms:W3CDTF">2026-03-25T22:36:43Z</dcterms:modified>
</cp:coreProperties>
</file>