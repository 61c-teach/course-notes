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2"/>
  </p:notesMasterIdLst>
  <p:sldIdLst>
    <p:sldId id="1450" r:id="rId3"/>
    <p:sldId id="1451" r:id="rId4"/>
    <p:sldId id="1458" r:id="rId5"/>
    <p:sldId id="1457" r:id="rId6"/>
    <p:sldId id="1456" r:id="rId7"/>
    <p:sldId id="1455" r:id="rId8"/>
    <p:sldId id="1454" r:id="rId9"/>
    <p:sldId id="1453" r:id="rId10"/>
    <p:sldId id="1452" r:id="rId11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304"/>
  </p:normalViewPr>
  <p:slideViewPr>
    <p:cSldViewPr snapToGrid="0">
      <p:cViewPr varScale="1">
        <p:scale>
          <a:sx n="107" d="100"/>
          <a:sy n="107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4D11-DFDA-EBBC-0680-D72F2EFB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6E3BA-5904-453A-A208-4A7263C35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37F79-7BF8-1386-1F9E-711B73F6B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AA461-8AF6-B18B-A4C8-88100A1C4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98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1760-DA64-F9D5-D100-4AF76B77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243C7-EF7B-B19B-34CB-DA403D5A6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2EB76-1F0A-972A-A87A-328B003A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CADFF-6409-A46B-04EB-F96D7375B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60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5015A-A67E-65E3-64B2-7976B068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44962-2627-CE03-B0FB-165EE0042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8EAFE-FE7F-85E9-3D5E-03B96AFBC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ED86-EAF4-08C5-17A4-F0E0DDDA2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4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BDDA-21A9-7DA0-3917-9BB53D39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38271-7CC3-AB83-DCAC-132ACE951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77809-CE4F-BD59-116C-0B8CF569E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2C7F8-708C-FA65-378E-AED0141A4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91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B932-0AAC-05E1-8FC7-BC68C0736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E0A65-1F63-D998-EC3B-5147D6B37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88A5A-72AD-3E81-A097-854D2F51D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A936-A47F-2018-76A5-D036CAA4B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6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FD37-FB8E-5C9E-D3B4-C0F569BA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3AD7E-6C8C-BC8C-710A-4DE804482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5F8F5-F078-1232-60BD-7B91E744D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72302-7986-DC8F-8F3A-F827AB20C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8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D3A6-E46C-35FC-761A-5F3885F2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08121-D7B9-FA8E-470B-8F6214386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74497-8339-4DF7-1207-1C9F19495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2A204-5ACE-AD0B-EC99-8F18ADD57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66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675C-70D3-FC89-92F6-DE6F7E1F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186D3-04FD-DADD-B257-0CDCAD40E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8DE69-4CDF-BC67-26EE-CE232437E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ECF4E-79A9-296E-8B33-887B87B5F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1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46B5-4266-7CB8-22CC-0A980EAC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B5EBC-FF02-3EBD-13D2-4BB423502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ECC6C-11A4-981D-D323-C4B4E717B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E5B57-5E9D-073A-D9B2-100133659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61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FE6F-F6A1-27BA-B19F-843BB986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9B95ECC4-8C1B-2DB6-4F9E-07F173FC0D65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100502CD-2CD3-2D43-A772-F8F5515CD4BD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042A81D-B2F0-E0B3-6B09-191FC87D96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1AD6532F-CF8C-2747-D4C6-2256361A3610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603CE37-C949-8E78-6306-6E779BEB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(8/8)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5C487DC-AB5E-FFA3-E4DD-C9CC5F1D383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DFBB9118-CB31-D0ED-35ED-E2505070B4B8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8B8AC2A4-B2C9-2E2D-E8AC-CFE2FB69A4CC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27769AEF-393C-C845-7CE7-FD38FC9792A7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8A316C50-CB6B-13A3-336E-4A513AAF7EE0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C7298E2-3013-46C9-1AE1-5BE4970613D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0BD9726-3A9F-ADF7-C419-10E63C3D39F9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566B0B24-AA4E-34F7-BE27-159ED28E1B4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C3CDA6CF-2275-92A6-8DAA-D42AAC5FE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4117A8FB-4A98-2C6F-5DF7-8DE156A211C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F98D7ED-C3C5-6029-3EB1-BEE848968F9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4E08812A-2B82-D21A-0622-37ADA001C04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2944EA8-290D-5E83-125F-D13F55BE50EF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81D1C50D-62D9-345A-48D6-78E6B4F018FC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577ADFC-67D9-2767-9B7C-04722413860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8170DCC-B794-D2C7-FD1A-9B0A2443DAA9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F1A48F79-27AB-17C3-B49C-33AE03FF8F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EE6C452-4C2C-7B68-0F28-4E05693A413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CD12C6B-6053-2FF8-EE1D-83BCDB257AD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F3AC005-C63D-4879-09FB-8DB09067997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89A3F51-3826-C982-B7FA-9EAF6AE26BAA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E07823C0-46BD-BCCD-F755-3F1C534805CF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17615524-E101-2157-5A7F-213B6EB2B22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4A07426E-69B4-7420-FFAD-965053E4507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EE38A508-18CA-448F-D6D2-4E039AAA0F9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FF0B901-38A9-C5B3-AE5A-921B5DD76D12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434B6AD4-8CE8-5EAD-5282-50CEB3BD2A0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3CBAC0C-2C4D-538B-4F19-9973405AD8A3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0D3CEB6D-7D6A-E0ED-54C4-B1F482A377D2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B034D7D-2BE4-8DA6-835A-1A9C7CCAACA7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97A7DE45-4E92-8564-34CB-6A313F23F381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88CD857-7983-B886-87AA-7ED2DFE1256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E97FF9E-9731-51AA-DF78-31D4B7A76E4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51219E5-8DCE-FBDB-D0A3-0841C97AD98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CF3FB7C-F0AB-A98B-2BE6-6472730700F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84CF08B8-55B5-15AD-2E12-72408EF9B7F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B43D5B6A-08D0-CD94-259E-AC92B2DE75D7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F7DD1DA-F657-452D-FD69-1182F5258D88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79935E9-7050-06F9-9D3D-6988063835DF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81D687E-B8BD-74A2-C2B7-E139EACBA554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ED0BCB6A-3BEB-BF73-8620-F52C3800B5D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A5F3D666-6D8B-C473-74EC-4B97C2DE25F4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B1DC03E2-CE84-78E4-978B-EBB6B5BC0556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B98EC7-6916-73C9-FA07-A206A3DFE2F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3A9F37-337E-A4EC-C82A-EA1CEB5A8352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F5B20C-044A-ED68-78F2-EE37DDFF705A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15903C-1498-88BF-8154-E4868D580D48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156C14-DAD5-9EF2-1716-B9782C54DF9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6B1731-A4E7-EB64-CF6D-B73EB679E1F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D368140F-E116-5E6B-F9F6-6CBAF1AD0FE5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4B8BE1F-F4EF-19CE-A2A3-4424F61CC2FB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911B18CC-0A43-52C4-2280-5B42C0B08897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0453F3-AB57-796C-B246-097EC84B96C8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94F1728-C600-E90F-1257-0511E2846762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D934A41-CFB1-AC66-B6D0-01B21B5062B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566888-3C1E-5973-C94B-6CC2F1EEEE1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1BCAFD2-00E6-5C46-8DC4-A0F0736922AC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1F5389A0-FE1C-3135-A00D-A09B43F388AC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B2CF730-9F55-2F7B-2B5C-D20FE38DF31F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9D29D3F-5F10-6E27-82E7-5C9F557E98A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09FB584-69FD-88B7-75D1-26EA2A8BB104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984C65-18AB-8C99-689E-0C29661E4057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99CB47AC-5FA2-FF30-9462-3817C8C4441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AEEF003-00B2-C42A-06D6-288A5DA41D7C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66350F2-486C-197A-8F18-C3C97480AC59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09ABFDC-F67B-F688-F4DD-EB87E9002411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4FDD2A21-8430-B71B-E494-D62E99DAC41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4A949CBB-69F1-E216-BC03-B076ACF34CF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95A6272-0F88-1601-609B-5EA0DDE838CA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5403436-3D25-4D4C-7962-1B15A63E2EBE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638B45D3-B720-1A5A-5CD0-6681DFE55757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59E22307-C44F-0CF5-E3E7-5C31C397061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4B593EB9-19E3-3A31-35DE-6BF587C55A5D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294113C-BE26-E848-418E-5D153E3248A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3720394-6C81-43FA-9EC6-A2E30F068E25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B578FFE-C1A9-F2AC-29CF-031E64492CD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3BC2268-A6FC-6088-49D8-B4C654A70C92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92CB9E7-FEAB-3544-F828-16637E4A14CB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18EFB89-6F84-D5BD-F28C-08CA99EA0A8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332768FB-9220-D819-86CE-7BAD5EBB9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DA3E32AF-11E3-F8C1-DC0F-8A4DA2A7CF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62BE037-FE47-BCAD-74AF-DAC00A5A93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8045B71-CB6A-4C40-E9CC-478030532A3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FE9EE7-350A-2502-CB14-D22C7F6D960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9F4BCC-3F5B-4F79-3955-E441046571BA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C24EB304-6CD6-4839-0D85-51B64DCE4EB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10E403D-4A49-B387-7463-E9284F9677E9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2C69771D-8A47-8E09-709C-418614EF54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41227585-8AAE-56F3-D1F3-74FD5E310D04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956A9272-5423-5C97-A741-A9578CD1FE3D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ACA63A83-0C78-DC0B-9359-D54F77EDCA2D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9BCA2FF4-0B9E-4671-99D3-B9A4AB4887BA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267D38F3-45AD-0235-A66D-1E36F7A441FB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B999169-4C86-B8BE-D996-9D885C4A523B}"/>
              </a:ext>
            </a:extLst>
          </p:cNvPr>
          <p:cNvSpPr txBox="1"/>
          <p:nvPr/>
        </p:nvSpPr>
        <p:spPr>
          <a:xfrm>
            <a:off x="293423" y="1063996"/>
            <a:ext cx="31927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If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 is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, update PC to </a:t>
            </a: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ALU output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. Else, update to next instruction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14216D5-BE88-1EED-1291-D8B3FBBF2775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BE06521-28E9-978A-770D-2BFF20BF8F1D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D29FCA7-FA36-0F61-AAF8-6D868275DB56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04E4A15-6E5A-9397-DE16-1F120EB879DA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7F5164A-9099-D942-8A18-E754F0935BA9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BFA4A0C9-DBA6-C8D7-523B-165E006D60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E53E561D-6C1E-DCA6-68A0-3E64677EA1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193D05EA-4536-5F92-099B-189B30FAB1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481A6174-91D4-53FD-7EF7-1EB21E2F10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F6DED88C-688E-3346-C836-0E36308421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2081B17-D5FB-7043-0986-4772C3EE7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2407C4EB-1763-BDAC-AC72-C10133732429}"/>
              </a:ext>
            </a:extLst>
          </p:cNvPr>
          <p:cNvSpPr txBox="1"/>
          <p:nvPr/>
        </p:nvSpPr>
        <p:spPr>
          <a:xfrm>
            <a:off x="3486169" y="1063996"/>
            <a:ext cx="28312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A07D2CAF-15DC-0DF4-E002-FA12C6E31A7F}"/>
              </a:ext>
            </a:extLst>
          </p:cNvPr>
          <p:cNvGrpSpPr/>
          <p:nvPr/>
        </p:nvGrpSpPr>
        <p:grpSpPr>
          <a:xfrm>
            <a:off x="3062789" y="3665529"/>
            <a:ext cx="4683138" cy="1470382"/>
            <a:chOff x="3062789" y="3665529"/>
            <a:chExt cx="4683138" cy="1470382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558D8644-3B02-AF14-DFF2-A9F905E4223F}"/>
                </a:ext>
              </a:extLst>
            </p:cNvPr>
            <p:cNvGrpSpPr/>
            <p:nvPr/>
          </p:nvGrpSpPr>
          <p:grpSpPr>
            <a:xfrm>
              <a:off x="3062789" y="3665529"/>
              <a:ext cx="4683138" cy="1470382"/>
              <a:chOff x="3062789" y="3665529"/>
              <a:chExt cx="4683138" cy="1470382"/>
            </a:xfrm>
          </p:grpSpPr>
          <p:cxnSp>
            <p:nvCxnSpPr>
              <p:cNvPr id="460" name="Elbow Connector 459">
                <a:extLst>
                  <a:ext uri="{FF2B5EF4-FFF2-40B4-BE49-F238E27FC236}">
                    <a16:creationId xmlns:a16="http://schemas.microsoft.com/office/drawing/2014/main" id="{A1B09456-83E2-B959-C3AA-7E27CE4C880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7" y="4539199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5AAEF01A-A0F9-3D7F-FFB9-BE6E103B7E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665529"/>
                <a:ext cx="1766824" cy="283464"/>
              </a:xfrm>
              <a:prstGeom prst="bentConnector3">
                <a:avLst>
                  <a:gd name="adj1" fmla="val 17288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52594B22-FD05-1F31-6623-B575343D2A58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941070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13180917-C7B5-1E8C-8F40-9286CB50D707}"/>
              </a:ext>
            </a:extLst>
          </p:cNvPr>
          <p:cNvGrpSpPr/>
          <p:nvPr/>
        </p:nvGrpSpPr>
        <p:grpSpPr>
          <a:xfrm>
            <a:off x="7709119" y="3484820"/>
            <a:ext cx="585916" cy="188480"/>
            <a:chOff x="7709119" y="3484820"/>
            <a:chExt cx="585916" cy="188480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2FBDDF34-D4CC-6599-D83A-169F6F09D847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6136D16D-9AE5-231D-0E08-A910AF627815}"/>
                </a:ext>
              </a:extLst>
            </p:cNvPr>
            <p:cNvSpPr/>
            <p:nvPr/>
          </p:nvSpPr>
          <p:spPr>
            <a:xfrm>
              <a:off x="7709119" y="3484820"/>
              <a:ext cx="310910" cy="181805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DEE75696-D261-C6C7-D06A-C677069F18D1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860DF23E-0914-A0A0-B7F4-76878D99D8EC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BE0DAACD-6144-58B2-D86D-83AD3BEDB274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8E5A9823-47E0-E852-BB95-CC6339A54F15}"/>
              </a:ext>
            </a:extLst>
          </p:cNvPr>
          <p:cNvSpPr txBox="1"/>
          <p:nvPr/>
        </p:nvSpPr>
        <p:spPr>
          <a:xfrm>
            <a:off x="6277442" y="1060450"/>
            <a:ext cx="4411055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74E25-A2C0-A481-2EA2-91DC265E3196}"/>
              </a:ext>
            </a:extLst>
          </p:cNvPr>
          <p:cNvSpPr txBox="1"/>
          <p:nvPr/>
        </p:nvSpPr>
        <p:spPr>
          <a:xfrm>
            <a:off x="9085714" y="1436899"/>
            <a:ext cx="1325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17E668-EF82-9FC8-1EA0-291EB1B77AB0}"/>
              </a:ext>
            </a:extLst>
          </p:cNvPr>
          <p:cNvSpPr txBox="1"/>
          <p:nvPr/>
        </p:nvSpPr>
        <p:spPr>
          <a:xfrm>
            <a:off x="10229952" y="1436899"/>
            <a:ext cx="1907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registers.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C31AE112-F16E-EFB1-247C-212B8D252202}"/>
              </a:ext>
            </a:extLst>
          </p:cNvPr>
          <p:cNvSpPr txBox="1"/>
          <p:nvPr/>
        </p:nvSpPr>
        <p:spPr>
          <a:xfrm>
            <a:off x="420659" y="5562420"/>
            <a:ext cx="1370376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taken/not taken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B2F6D7-3B26-AEF2-FD06-B18D20E1C324}"/>
              </a:ext>
            </a:extLst>
          </p:cNvPr>
          <p:cNvGrpSpPr/>
          <p:nvPr/>
        </p:nvGrpSpPr>
        <p:grpSpPr>
          <a:xfrm>
            <a:off x="4070302" y="5518212"/>
            <a:ext cx="6835124" cy="555841"/>
            <a:chOff x="4070302" y="5518212"/>
            <a:chExt cx="6835124" cy="555841"/>
          </a:xfrm>
        </p:grpSpPr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89D7CF85-A904-67D8-2B09-A6B686BFF7A0}"/>
                </a:ext>
              </a:extLst>
            </p:cNvPr>
            <p:cNvSpPr txBox="1"/>
            <p:nvPr/>
          </p:nvSpPr>
          <p:spPr>
            <a:xfrm>
              <a:off x="4070302" y="5553911"/>
              <a:ext cx="806631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sz="16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322D810D-039A-4D40-7133-0CA16745896C}"/>
                </a:ext>
              </a:extLst>
            </p:cNvPr>
            <p:cNvSpPr txBox="1"/>
            <p:nvPr/>
          </p:nvSpPr>
          <p:spPr>
            <a:xfrm>
              <a:off x="5335397" y="5556000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8F65DF87-F7ED-06DB-1B84-A749B93EA007}"/>
                </a:ext>
              </a:extLst>
            </p:cNvPr>
            <p:cNvSpPr txBox="1"/>
            <p:nvPr/>
          </p:nvSpPr>
          <p:spPr>
            <a:xfrm>
              <a:off x="6410974" y="5557569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298D5477-2676-32AF-314A-0CB42EFF4728}"/>
                </a:ext>
              </a:extLst>
            </p:cNvPr>
            <p:cNvSpPr txBox="1"/>
            <p:nvPr/>
          </p:nvSpPr>
          <p:spPr>
            <a:xfrm>
              <a:off x="7560125" y="5526419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2CAB38D6-990F-53B8-2639-9A9577CACF01}"/>
                </a:ext>
              </a:extLst>
            </p:cNvPr>
            <p:cNvSpPr txBox="1"/>
            <p:nvPr/>
          </p:nvSpPr>
          <p:spPr>
            <a:xfrm>
              <a:off x="7955924" y="5518212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E73469D2-2840-B66A-4CDB-8D56D41B9E51}"/>
                </a:ext>
              </a:extLst>
            </p:cNvPr>
            <p:cNvSpPr txBox="1"/>
            <p:nvPr/>
          </p:nvSpPr>
          <p:spPr>
            <a:xfrm>
              <a:off x="8429817" y="5538557"/>
              <a:ext cx="688971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05B91A43-9CA7-B522-0FFF-2190494AC9D7}"/>
                </a:ext>
              </a:extLst>
            </p:cNvPr>
            <p:cNvSpPr txBox="1"/>
            <p:nvPr/>
          </p:nvSpPr>
          <p:spPr>
            <a:xfrm>
              <a:off x="9282643" y="5557569"/>
              <a:ext cx="82747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F5634F6B-2479-7642-1DDE-D871A0FA1192}"/>
                </a:ext>
              </a:extLst>
            </p:cNvPr>
            <p:cNvSpPr txBox="1"/>
            <p:nvPr/>
          </p:nvSpPr>
          <p:spPr>
            <a:xfrm>
              <a:off x="10249476" y="5559045"/>
              <a:ext cx="65595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148C92D6-60E1-4BBA-76ED-BBCDC01B5911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987278A5-5CFE-A977-FE92-9709F4375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7D4AA958-E71C-7C4D-B112-B27E13E3CC8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A38731BC-E42B-431D-587F-1EFF673AD66C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9086C5DA-5D14-D842-287B-488CECE987AC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12C368F0-1373-7B36-50EF-6E464DB39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B34A0CFA-0631-7683-011A-3CD845B2A8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95BB1EAF-1FF9-99A7-B18D-044329B7561D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8" name="Elbow Connector 507">
              <a:extLst>
                <a:ext uri="{FF2B5EF4-FFF2-40B4-BE49-F238E27FC236}">
                  <a16:creationId xmlns:a16="http://schemas.microsoft.com/office/drawing/2014/main" id="{00119676-31A3-88E3-F790-A6D2F0FD290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Elbow Connector 508">
              <a:extLst>
                <a:ext uri="{FF2B5EF4-FFF2-40B4-BE49-F238E27FC236}">
                  <a16:creationId xmlns:a16="http://schemas.microsoft.com/office/drawing/2014/main" id="{8E77BE03-CDAD-880A-551B-BDC13DDA8A9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0A67E1-ED45-34CD-821F-2DA0400622C4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7E26F4C-F911-5D9B-768C-0DF89155267C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60B31EF-2A17-3B00-16B1-A0A6392BF988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D39AC95-3DE5-1126-2436-99E9C7B762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A0EA21F0-9EEC-3658-51AB-9B09EBB151E0}"/>
              </a:ext>
            </a:extLst>
          </p:cNvPr>
          <p:cNvGrpSpPr/>
          <p:nvPr/>
        </p:nvGrpSpPr>
        <p:grpSpPr>
          <a:xfrm>
            <a:off x="881793" y="3462503"/>
            <a:ext cx="562890" cy="183691"/>
            <a:chOff x="881793" y="3462503"/>
            <a:chExt cx="562890" cy="183691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BF0F13E-253B-1E2F-59C2-39E17570B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43964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45DA2DD-E34C-C3CE-DDF5-0EDAA298D028}"/>
                </a:ext>
              </a:extLst>
            </p:cNvPr>
            <p:cNvSpPr/>
            <p:nvPr/>
          </p:nvSpPr>
          <p:spPr>
            <a:xfrm flipV="1">
              <a:off x="881793" y="3462503"/>
              <a:ext cx="405114" cy="183691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F2954CCE-01B1-2D4A-4BF9-89601EB49260}"/>
              </a:ext>
            </a:extLst>
          </p:cNvPr>
          <p:cNvGrpSpPr/>
          <p:nvPr/>
        </p:nvGrpSpPr>
        <p:grpSpPr>
          <a:xfrm>
            <a:off x="6690773" y="5545178"/>
            <a:ext cx="820348" cy="490671"/>
            <a:chOff x="6690773" y="5545178"/>
            <a:chExt cx="820348" cy="490671"/>
          </a:xfrm>
        </p:grpSpPr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C21D29C3-898E-1956-8A5B-D84213B29BEC}"/>
                </a:ext>
              </a:extLst>
            </p:cNvPr>
            <p:cNvSpPr txBox="1"/>
            <p:nvPr/>
          </p:nvSpPr>
          <p:spPr>
            <a:xfrm>
              <a:off x="6690773" y="5779625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BrEq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C67E209B-4D02-B4F7-796E-2988F3D1D5A6}"/>
                </a:ext>
              </a:extLst>
            </p:cNvPr>
            <p:cNvSpPr txBox="1"/>
            <p:nvPr/>
          </p:nvSpPr>
          <p:spPr>
            <a:xfrm>
              <a:off x="6954558" y="5545178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BrLT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88E8BF0-0B1A-DA98-E630-5B5653014C03}"/>
              </a:ext>
            </a:extLst>
          </p:cNvPr>
          <p:cNvGrpSpPr/>
          <p:nvPr/>
        </p:nvGrpSpPr>
        <p:grpSpPr>
          <a:xfrm>
            <a:off x="6257552" y="3661650"/>
            <a:ext cx="940911" cy="1917988"/>
            <a:chOff x="6257552" y="3661650"/>
            <a:chExt cx="940911" cy="1917988"/>
          </a:xfrm>
        </p:grpSpPr>
        <p:cxnSp>
          <p:nvCxnSpPr>
            <p:cNvPr id="452" name="Straight Arrow Connector 451">
              <a:extLst>
                <a:ext uri="{FF2B5EF4-FFF2-40B4-BE49-F238E27FC236}">
                  <a16:creationId xmlns:a16="http://schemas.microsoft.com/office/drawing/2014/main" id="{EB1C6CA8-CC44-0FDC-8548-CD6666DD0F89}"/>
                </a:ext>
              </a:extLst>
            </p:cNvPr>
            <p:cNvCxnSpPr/>
            <p:nvPr/>
          </p:nvCxnSpPr>
          <p:spPr>
            <a:xfrm flipV="1">
              <a:off x="6272571" y="417252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83DFA759-4623-0278-06BC-F2C3AC4DD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7552" y="366165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Arrow Connector 458">
              <a:extLst>
                <a:ext uri="{FF2B5EF4-FFF2-40B4-BE49-F238E27FC236}">
                  <a16:creationId xmlns:a16="http://schemas.microsoft.com/office/drawing/2014/main" id="{93739F6C-F461-339B-B177-AF2AF4C62D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95465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Arrow Connector 486">
              <a:extLst>
                <a:ext uri="{FF2B5EF4-FFF2-40B4-BE49-F238E27FC236}">
                  <a16:creationId xmlns:a16="http://schemas.microsoft.com/office/drawing/2014/main" id="{B92A97A4-6CC0-A656-BE2C-9ECB6688B8EE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405712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554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FE99-BEED-CC14-587B-DA44B251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9C4D24C2-6F8A-23E3-40CB-548920CD5A26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785B1D23-AB70-30AA-F790-91ECC177A3E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987DAA5-A2DD-765B-59F8-C58BA4E8D76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A996D0D-29D0-40A1-5BAE-036B6863B48C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DA693A-F0C9-072A-42FA-9EF8A054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(1/8)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2E5FA57-16B2-7E53-B69D-47CF0AB11F7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D0041C1D-0A9D-4546-C05E-0B796C4C38E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67EB8750-CFA6-BC99-32C0-1FECE768E74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916CB0E-6ADE-F59A-C274-865481398725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38FC15DD-6DFC-751A-4B1D-9D261A77218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55F95510-C448-12E3-665E-3AFBDDBB56CB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BC03E126-7243-C7CE-0AE4-B0E2FE8AA693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5DA3707-92D5-6559-512B-B4BB8327BEC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28141BD-5AB2-3FE7-16B4-78E0FB88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03A4FD73-8DB5-5F1E-FFB6-7F6982748C9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B0553002-C745-743C-C9B9-801B190A3034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CDDD61D-96F5-FE39-2F9D-FB964880098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67B4C46-5F60-DDAA-A30D-0606B2D68CCE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101ABF7-5AD3-0B31-317E-D8024F1F32F8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2E1EC60C-0D64-6E34-EA26-8FD5D279317C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4D1C1AE9-32C4-455F-8C47-1FE7B6F38FA8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77614B16-B18F-C6A9-0451-9ECF02E66E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6985B719-0A73-4DE8-73FD-75580714966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68E6059-DCA1-DD43-5F68-7D636877D5E9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05EFAD0-4622-37B3-56A5-38CFB6E98B87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6D94FAA-CF23-CC66-E21B-8FC19416F580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CED902D2-570D-9F70-7A7C-A97DEB597FED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03B2D87-BD3B-691C-9651-E7AFFD7818B1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562F9996-47F6-BEC5-DFAE-2FFFBDAA699B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F85C1B19-0864-2687-A117-FDC5E7A9858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5DF4F97B-63B3-2DC5-9E5A-D646BFDF08CD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74B7D21-C7B1-1923-564F-C43BE4C5686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A092F1D6-53A8-53EC-99E4-E45A12FF1EF0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43B61D07-6B71-C760-1C32-46FE3766D380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D4F2D1D7-7031-397C-74B7-9A33D026F494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2545C1EF-E727-C5EC-6B41-960EF83DB39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008D867D-F217-C496-B671-617B97AD9DD2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3A4C6D3C-41CB-2EF6-02B2-5436C151C00D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017AEE5-8A21-4C37-C647-51562CDF573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47A6DE72-6D80-2116-863D-122C53492A7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951A6ED-EAEE-048A-13AE-C87B2A14EC3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500E5AB5-C072-8A1E-317A-24FEA670B534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E7BCB6F-FA95-3C2E-E3B2-1490DC3F374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B2E964FE-A1E6-EEAA-30A7-F7435632BCB5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8837B924-B461-73F1-72CB-1F41022DA90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A4CE84A8-5CD4-6457-2621-8B907B790F4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C8737972-1C84-F0B1-E36C-47914609032B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EEF7330B-A549-E0A3-FBBB-19BD8B85BC1F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FE36BB-9E91-1EF8-B72B-7E66D3E0FFC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74C16F-7C55-3A0A-E933-6B21E54A886A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4A2EA2-6D1A-5FD8-73E6-FF1CEEE38DAC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B97F35-7632-93B8-E609-010B6424FC1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0AA733B-89A7-EDAD-0178-BE81A12C1CA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69FEBA-CEED-3262-6727-F914744E9A96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DAE98368-A3B0-E900-4D09-E92B1C106BF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CC45404-9936-DE68-DB09-E942ACBED384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02F3E55F-152A-3E54-7748-5BBE5117E4E5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0E830BB-EC0E-E941-545D-E8123138660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263839B-C062-D99C-5AAF-ECF77BF31A93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AF55AD9-0B47-D26D-8E30-7CD9F18E5CFC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E279D41-FD47-36B2-D287-A68096CEAD1E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4FCB0D3-A7C6-251E-10E8-CE2E2BFD2868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9EF9CCA-A750-D3A9-9B38-B9A86E82ADA0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C537F634-94A8-FBC8-B49C-4C529496482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341F5A7C-E356-6E0C-C4E5-5477727F9CE9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6A8CA7-F783-C5C1-F22D-56C79A65DFC4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FFB0D201-0A69-D57C-C429-B78BEADAEB7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7E665D4-8731-DC32-0893-6B4F74CC20E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7B23EB0-5E6D-7FB4-4739-EDA452089F5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C3ED838-1A38-F8E3-1522-D416690E8099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0794309B-7425-F418-BDE8-30C925C1CDC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E2EFE132-0AA5-AA51-CA0C-47456556E16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A929C0-D0E4-8EED-05D2-64AA5096820B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3822995-2ABD-48FF-104C-7F7C7E5D65C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rapezoid 48">
            <a:extLst>
              <a:ext uri="{FF2B5EF4-FFF2-40B4-BE49-F238E27FC236}">
                <a16:creationId xmlns:a16="http://schemas.microsoft.com/office/drawing/2014/main" id="{F7D3D011-D186-7C33-64BF-7CF7515C036A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C747DE32-CE0B-C55F-FF9B-BB2F4D98B5F9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B60D958-69C6-69BA-976A-8AE62B1F29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22E3F4-A1D8-9391-E4E3-3F969E8D54E9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8093AF1-B1B4-DDD2-5E53-F774E36DE3C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50B151-2423-FBA2-E85F-C226AE7E181F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4BE6D54-1FD2-8FD2-6E15-86F9D2CA646D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A686C20-9E17-04AF-C1C1-707552BF4B7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7D1A4D42-DCE2-F1A9-F485-4E5A56AE7A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C1175C82-8A27-FE01-D9F5-7F5615C724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6BE78F3-6F9E-F7C9-8E30-CC23F7D191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5759735-0A78-1C90-7181-2CAFFADC0FB3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BA6EEBE-1DC5-5F73-B325-BC3217D98B7F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44448-1E27-1506-BC6E-704F777038D2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E58287B0-F044-75F1-4895-9EEAE3F36A7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1FCC9D9-85BC-295D-E903-6AC0D8A4888A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19B5B87C-3550-F229-0432-0519FD5EB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355A3189-A5F2-0F7E-7C88-7DAF451E5995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E9D6F1C9-DBA0-25F2-8267-C1A0458CE5F7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D6B504D4-479B-6962-949F-907A13D05F30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0E9CE57F-F79F-9ECA-1DAF-CA57B4FD3D67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7B0FF9FF-37C4-6A02-5F8D-58EB01CB8F1D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10" name="Trapezoid 9">
            <a:extLst>
              <a:ext uri="{FF2B5EF4-FFF2-40B4-BE49-F238E27FC236}">
                <a16:creationId xmlns:a16="http://schemas.microsoft.com/office/drawing/2014/main" id="{E920547A-E5CC-5DFD-3E8B-A33F19E7F336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5756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785E-455C-75B9-99D9-CB7ADA8D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73612433-8F66-8459-9130-096606DF53D5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A5FB7D79-4AFD-1F53-3056-2140FAE9BA52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FC86D5C-5D1E-CEEE-6692-AF3D70CB804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70F8291-45CA-9335-0EBA-448CB04F239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480E0C-4122-02C8-680E-743F20DE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(2/8)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473FF9C-B08B-B1C4-140A-3879F3747F2E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7B1ED1BF-2EE6-2C6A-0E08-7FFD323A55E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1633C48F-D244-034A-6B14-D4B8C9704B4C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7793AE50-3CF9-FDF7-7928-5CEF6A3A027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15955CBE-7C03-580A-F90E-D5C350924EA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DE251171-A428-FE15-3D6E-0D98262AA3DF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A81C73D-ED60-7BE4-005A-E914F9074737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1D5E683-E417-E885-5CA7-DBB9EFBA4A2B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A7721A4-C70D-014A-3A7D-3587F75DB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82E2FB50-E99E-0803-7A4B-D98CDA80D84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EBC7E3F8-0DD2-1BAC-01A5-FE17F3A9315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85CC4EA4-C1FD-746F-4964-CDE6F0EB89A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3A675DC5-4DB8-FB54-F765-52A9D0EC1704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C423B10D-D41F-9A2C-F744-8725B180500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B5C1843-A380-C486-0CE6-20EA63E20B7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2BA3062B-CFAC-C7BD-6C5A-A4CED9D19F4B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2D80585A-49E1-1D20-972D-0359569F1E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CEEDAC9-FB43-4A39-AE12-BDA7639E2430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974BB024-1BAD-2A00-DF28-AB56F2A0FE7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B6DEAE2-F99D-01CB-EB91-3420AE5A750F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68FBB71E-691D-8E94-6CA6-78AB397B01E0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1762ABA9-DA1D-E98A-23B9-1B4FDC3078E8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F60003F2-1E5E-41D1-A8DF-B46BEEC735DE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7BCCEE23-0A00-13F9-03C0-FB6A18901F47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052AF0CF-E5B9-4139-C94B-1C559AEF082B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3C14FB7-7782-D7BC-6719-E8CCCC235308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1A10E8BE-76DC-C619-2E79-030E91D2A777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5D4A555B-F3E0-591A-5D63-4D51693FC116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1E7AF7EC-FD7A-A7F0-0233-DAA8AB5637B4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E222460-DC3F-F3C6-98A1-CBD04E600B38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7B112168-28E5-43E6-C8E4-A7837C85A71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7434723-89E4-441B-B60B-5F84EB0DEAFD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8B94A09-A1BD-978A-C6F9-5C72361BDB5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07FBEA6E-353B-8B77-50A1-53F42AF81661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A888362-BF91-2013-CF46-7482E8368E1F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B05E019F-829A-D147-832C-990CC22F5CD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E7DDCB8-EB26-ECA8-E961-489F70F41F03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0285671-F487-4980-4368-622C67E92A6C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86FCD4A1-94F5-793F-3136-B2D078ADDC03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7226F1E1-5076-FCC7-A9AD-A29F6F0DE4AF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31D3C8E2-1F77-9909-0211-8CFCCFC710E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73A0F032-22F2-5190-B563-93219FB6480B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F98D05AA-3394-C976-AD1A-6BE35D1D4785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93DFB-FF94-0320-29AB-F2AD5EB6DC0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FBA7E3-3E9B-689D-7394-36BEBDC190F3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436A799-9E5B-1DA9-014F-BA18B380590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D192DA-CFCE-3DD3-6D46-1EB64ED81A62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20D74C-DF3B-CC76-2281-1B08612D35D1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E4A6C9-F928-3612-F82E-B6860FF6998B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4144129-EF1B-2CCB-4643-60FB6E67BEA7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8732BFC-D08F-FED2-3984-36280DA4F14A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A4BDF42A-EBE5-FB7C-E6D0-0F06CC41155A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484D9B3-60B2-3568-2CFE-737AF7D59205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1CD2156-345E-6913-6C35-D2D7E4B7589D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5853018-7C9E-6327-65B3-F69CEFA8B0DC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05B2DFE-137B-B992-D98E-61D97F8D932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F26D06F0-A560-BEF6-7B8A-F30EC1F62563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7475C5F-419E-F8F4-4341-BD741EFDBE8C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E12ACB6B-CE85-19EB-B86E-8F77893DA20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4CE87BF-1334-4E5D-F90D-30ADCACF55BA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6406CD-8248-5208-2496-E67C383DDADA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A60CDFE1-FD5F-3749-29A9-CB2A4552F02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3318C5A-6B57-4271-1972-E431A63DC19B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7766808-64F7-CDBA-7B4B-00331576606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2B6C73-381A-8CBF-4360-A5C61037329D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B30A05B5-47B1-FEE4-C6C3-EAF5B6CCBC2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3C2D1731-7327-18DA-E63C-ACC01DDB825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087C6A6-6F52-6AB6-35B0-FE65B66D5F90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A4F718A-CF99-336E-BCED-71A4EF4B89CD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rapezoid 48">
            <a:extLst>
              <a:ext uri="{FF2B5EF4-FFF2-40B4-BE49-F238E27FC236}">
                <a16:creationId xmlns:a16="http://schemas.microsoft.com/office/drawing/2014/main" id="{20FB4841-1560-EE02-7A0D-B8110EDC752A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A1C92A61-D6EA-1196-C49D-5F07584F66B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F08026A-582A-D7EA-F759-4705AD76BC9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722708B-2686-0556-ABD7-3E6D9210B272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16D741-64DC-D647-3722-1170B5BB191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5D0E754-B44D-BB97-8774-98FF81BB4624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4F16787-893E-CA9D-2787-89E1A936F03D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1F8C43F-97E3-5532-66F3-A43DF662DCE8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92A524BB-CB88-657A-411D-CC35CE5914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C423E3E-E82D-89D4-012B-CAF22ADA82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4E5DB8A-483F-80C2-CCC9-1FE4ADCFE4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6388569-55B0-5C52-FCC7-0A209C21EE9B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22BD3B-FCC7-4B04-5580-571A6AAE5737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D753F9-568B-7C71-8EBE-79F1A70551C1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7592360C-2738-84B6-652E-65ECE20290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6587938-0AAB-4E6E-27AB-8FB1CBAF66E6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A554953A-BF78-D683-2621-938B927DB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ADFA6F5-330F-231F-144A-13C4DA9791D6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F4BFB9A3-8C42-CEF7-0573-60C419C70D8C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58BDF755-8EBA-EB87-3587-1471E75D6224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B96E65BB-5FAF-7603-E240-F05867BF628B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2DC08172-AE6E-A427-5535-BB2752D3E058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77EAA7E-9333-33E3-5F13-511DDAACB40B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1A9636B-B106-A843-F7BE-B64E54588475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9465323-7FD8-B5EB-8310-D5D117A8E514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31C109F-C8CC-AD2C-8CD3-E3C48F85045F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FAA7CF2F-B094-08F5-81D2-6FBB2FDAFEAA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7D06CE36-3CF0-6ED4-4CDC-FE5B6EA423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8A78C8E5-5F81-D951-C431-3CC6ABB1E0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584E43-46A2-9E7B-BAC6-C8C2F7A92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D53A090E-7C42-3371-E6D9-3C61203B8B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EA168C97-7D7A-CD17-CD8D-DAAAE0AC4B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D973FFF-137F-A4E6-F497-C7FFC98AE8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F1D862A7-DCCC-CC01-DEA4-2CB3B99536A6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7F9EA8F6-59A6-E79D-2737-C08BD56E8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7746B19C-A78A-1323-07BE-1D0B7F29D52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5CEE1652-7F3B-6441-1904-6A27FE503AC8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1D86A085-6004-2889-AC1D-09CAFF2CF573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A328C9D2-CBD3-80D0-F43A-DFF01202C3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7EC6C537-0FE6-3FED-DC58-F2B6C25D5D5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Trapezoid 9">
            <a:extLst>
              <a:ext uri="{FF2B5EF4-FFF2-40B4-BE49-F238E27FC236}">
                <a16:creationId xmlns:a16="http://schemas.microsoft.com/office/drawing/2014/main" id="{040F9327-A515-1F53-63C9-ADEB2E05D938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2861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3CED-3262-4DC3-1BC5-0432F6D5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C71DB54-3100-92EB-1B66-0D6A5AE29002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5372CF9-A957-A86B-766E-7BED9742784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220D503-4B6E-076E-2D3B-3D91F0B7D59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5295F638-A90D-801E-C5DF-56E0C4F90868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6657ADC-2543-E4C5-C007-98099BA8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(3/8)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AF2055C-DD83-2EFD-2A32-310EE163767B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CE25BC46-3295-379D-A667-1EA4D5879ED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951B9509-4EB0-1D7F-AB22-9401B3230C61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DB4E2664-732A-7291-F9E9-619D2D7A54A9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B8BF1D89-A003-FFA2-FD35-A83B4BC8C57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1FC3F12A-8C3D-43A8-0620-6CBE97184C8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5CB4E457-839E-F080-4BE7-120D21128B1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1DCBB156-5CAE-3D05-808F-C5EEDD605603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C6D1A5EB-9DA7-B891-AD03-DC610A609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40C0EE38-8B36-EC70-532F-AF7457AE204C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395592A6-F979-94D4-2120-2D3EDE6F4EE7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24DA27E3-F1E6-592D-6186-A8FA297233A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1940E780-6A34-5265-BB05-2C69E69E7B6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EA0A0C8D-5EF2-46C6-D125-F3213EA860CA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2C256004-3AA9-7470-8304-E9E0DC74FE48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E850C85F-FCFE-07BD-8CC3-59D014B4C26C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D68E7A50-2761-3CC7-6462-664076B59F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E8825DB-061D-A90F-4A0B-5E48594C6D48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BF07E6DC-A619-420B-1815-CD818761DCCC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2ADCFCCF-F35F-510B-8DC5-6FBF0678219F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77A57AF-CF1E-B30B-11B8-B02E4A82FFCB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05ED8AA5-0B97-B180-EC9E-4471CF8B1DE7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BB610E6B-9B74-6681-B171-690619A3C9B6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29530B73-9B96-7AF8-AE6C-ADBC7D3213B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D3742FEB-BE13-1AEC-CEAB-10AC4C058978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394C8380-38AE-9D5D-AB1C-B9BBC1FF748E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C2B99C3E-D19A-7D8C-5594-C4B796D9C6BB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FB13F13D-9544-83F1-DA6B-93D9072D27E7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240AF199-952F-9F4E-F62E-FED76CC543F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534D9E0C-17B2-31B7-4ABC-9FE0AC0BA522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7B28D430-34F2-15B9-3BC2-693FF4F37A97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AA26F79-BEE1-3A1A-EBBC-14ADE6D15F6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6CAA0FD-3CA4-3A29-3C48-59EBBFDFC554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9CA4455C-4734-B6ED-207D-5DA2490D6ED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ABB66D51-8182-0CDB-E786-49D625F2121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50B3FAB-ADF8-5696-4BBE-A8F80F7C278B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CFF2DDEB-BE60-79D3-CF1E-EAB4EED69289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CBCA92C-4A7F-E3E6-998D-E904712F063F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F524018C-0494-2FF3-6338-ECD654FDD123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2FEC6564-FA62-214A-67FA-C310BBD98E3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AB30C97F-4C73-B09E-4B94-EDC21AFAD5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10158E41-2805-77DB-9ED9-971E93B6F15F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93C31FF1-0B5B-0770-45D8-7C439F66C1D6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222F61-BDC7-4562-8E86-2797E252B11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C094AF-50B7-5DB9-23DC-EA2C2817A6A5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F4245B-D2BE-B7F6-20E9-0A77BF8D61A1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EB7367-1D27-AC1C-5527-383A084AC5B0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6CD5DFA-6DC3-E5D1-F9EB-4D27480CE75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1E0F45-873D-2EE3-4F97-4ACD96FC9184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53DF663A-8AB0-1472-6AF3-F6AB59A33F07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DFDF6A0-7ED5-146B-E90E-67282F6AB63E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4C3BF65C-CF0E-9785-2A9A-6C7A01FE267E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12E8457-D57E-D678-60C4-6A8052B5C88C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16E04FF-99AE-4966-E493-7D8EEC2D24C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6FEDA9F-1CC2-67E2-1817-C75C88BF9858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E580CFA-CFB7-41C4-C0C6-45922A1E899D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BA3EE34-7D27-686D-803F-5AECB278B4C8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D1DD323-1822-00B9-8D12-0A4794516046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A9FD73B-6971-C22D-B0A4-9341E45F0C60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CC5AF96F-05D0-79A2-7788-E5C7F497F4A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3FAB1FA-21C8-CA6C-767E-D5E6761ED24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A95D19-3068-20DC-10E5-0E016DDA6779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3CD64EBD-BC71-7171-E837-A19C4262608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44C49C-149B-5EA3-1D87-E75427E1857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DCD282D-925A-E19A-F425-50D581C45DC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D01275C-AF17-60FF-0BF7-A4E25A87ACDD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5F451C20-0AB9-703A-0CAC-151CD2E44B7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60912F8E-09C8-0B8F-8125-506143F257F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DD57347-A30E-2FA3-3924-73A6A44B840E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CCDA1E5-FC78-7CE1-65C5-E6C05888974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rapezoid 48">
            <a:extLst>
              <a:ext uri="{FF2B5EF4-FFF2-40B4-BE49-F238E27FC236}">
                <a16:creationId xmlns:a16="http://schemas.microsoft.com/office/drawing/2014/main" id="{D39394A2-9F28-936C-3549-0ECABECAFE1E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5AAC7A9A-FFF9-FC0E-FA51-CE24CD88051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315B2368-A66B-D5B3-712C-6D12830F31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3CEF3-47F7-2B01-CC01-FCC9114E979E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1D37D4D-D697-1519-E994-A2061ABD7C0A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66E057E-BA8F-7333-6235-3DFF7FD5A826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FC2B2A0-1A02-EAA7-B660-193EBCD8B4C8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B8F3984-42F0-1D08-8E79-FA853FEA9D36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8E082212-7F79-D212-F53D-031473B5F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C45B4D8A-3768-C41D-013F-31A54CF92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8368A42-56FC-4C70-0060-A13BD5A78B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39E91CD-9FA7-8F22-CF8F-325F7CFEB42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493C39-FAC9-CA9A-2619-47CF1898FFE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556433-73FE-61CF-09CF-B4646AB1B567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9C4B7C74-28AA-ED7A-616A-DF6B1DF7C0E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5C02238-F791-74DB-1B0C-C5A9D19C6DA7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5F259934-0B05-7AE8-5314-33147BC5EB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5AA535E-4B9F-BC6A-7B41-3249E4C82CB7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44E6CD10-DDEC-D843-6558-AAB6273FB3BD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8496FCE6-C414-0472-7FA0-0AE081CECE35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CFCA8624-CCFF-9AA9-4B34-CE0CC94E9F99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E7FAF66E-85D3-19CB-F0D1-4BA3198E6FC5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CD66F6-A4F2-0F68-0E3D-58805307F053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09FDA66-E35D-FCCD-3CD9-05A03524E1F3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3DB4F3-2CBD-F342-0F95-F6699C96025A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45A53E5-A584-0083-603E-2FFF1C8B0218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A860538-E2EB-C7C5-8926-1D9DFEF4D270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816B82CA-C176-5EFD-0C02-7636D72726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05EE5C97-BB97-EE8B-A4A8-E29898F8B5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80F4A04A-1DC8-0E39-720A-18E758E0F0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4A45A7E1-5D05-08F1-F844-5AE49208F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7AFEDBAD-3B33-B31A-77B6-E7EBC0C6FE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15F867-489C-9A55-06BA-37B56287E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583204D8-00FE-F3F7-64CF-E61261673042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7B8FDE81-90EC-5613-C00B-C71AAE07B6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E26BAFA8-9E64-60DC-AE38-30F0A1DDE91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7BAD7697-C0DE-21FC-45BB-0E6E46EC276E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7342FD3B-575B-771C-2910-44E6A2907D46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47435CB9-6ABB-79C1-B622-A1B8898437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C82002BF-8724-6A3D-DC22-4AEAC5E68A1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C34862-69B6-2ECD-909A-78DBD0A3C0B9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2ADEEE2-0871-AF64-530B-5D9B0C2FA5BF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CC4D627-4411-96E4-4188-07ACBE12EF1A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8CEDB1F-A375-1B62-7615-B01319FBC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rapezoid 9">
            <a:extLst>
              <a:ext uri="{FF2B5EF4-FFF2-40B4-BE49-F238E27FC236}">
                <a16:creationId xmlns:a16="http://schemas.microsoft.com/office/drawing/2014/main" id="{99261AF9-A0F3-2799-1A92-72FC608D5C3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106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5489-8284-028C-77C0-3FBA8211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DA8BC3AA-1141-B197-CFEC-81E58DA46010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98B938E2-8F82-1120-1778-D8ADD181564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39E3EFD-69E3-3AE1-1FC4-A3C82927E03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F8C8C100-5EB0-5CC0-9432-56AA3E9D4EB4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20FBDD4-4A64-8A39-B436-B4C924C7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(4/8)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2F008EB-51DB-9E1A-C4E0-2607993AC1C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7DE3619B-94AD-4731-DB67-A29D21C39F40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89749286-6EF1-6676-81CB-5388E1FF1D78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7C008E43-7CFC-9FF6-342B-FF640D75D41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775E7F7E-9A9F-BA08-BE25-72DB04E24920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6A070CB3-9BB3-2FA4-85A1-F4EDF0D8DBC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78A9738-8BC0-187E-EAA5-FB31D734B0DD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8F8731C-8E82-B929-F6A9-BFC2B71DE70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1AA5F178-28FD-5BF5-DB40-E065D6B4E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3F77B6DF-61D5-6152-A007-4B83F9ED6F4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83AD95D-28BA-6D55-8622-986E02D145C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EBA3C8D-FD8E-E4FE-8C61-F92975B63C28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93A3815A-BA83-23C4-2DE5-DC36E8177534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4DF84A4-4D49-9BE9-7ECD-757757B6D2B3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654AFB4-B2DE-7C07-9F1F-7B3552330BE1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52AE1485-11E7-48F2-895F-6DE98EE9F366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DB7EA74A-1D1C-78D1-462A-458E11E9EA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B87F920-53EB-7E25-A97C-1972CE062471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8B10FC8-E3CD-C67E-7E2D-1F165DCD1CC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AE10CFA6-E552-29E4-C5E7-0D1FC4C5E947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D1DC69B0-B6ED-978B-2B4F-13A7BDA410CE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91189C40-8481-B073-5A73-DB44BFBECFAB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816D2702-1370-DFAD-8021-2E251546497C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A44143AE-96BF-6D2E-A36D-4865AA5C2AF8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93BD7A24-44DA-46CA-4D5A-22DE3EC4D30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FE74D7C-E053-513E-2092-658FDD746C75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84DF10C-323E-9423-6312-B766C54DD22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946EEDFD-F3A6-8B99-A4E2-513E174F7BCE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F0545B59-125B-D22A-DA15-F284CE42EFAA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9B77198-1500-B639-B401-7669382CADE3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5183E649-BCCD-00D6-D7D2-65296643F064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4FAF6DF-178F-467A-FBBB-B800601753D5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6DB36227-241F-A857-2B52-E8CDBE3AECEE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E8C22F39-3060-AC7D-B536-E0F83DC5079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568C24B-59FC-6A7C-C0FC-599BCEE91A5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0EF7067-89D2-2E47-D045-B0B42C10C663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CD9EBF0C-8BCC-0FE8-B691-FF0C11D31133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F983724-ED4C-A22F-494C-948A1135C6FF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5598CBE2-027B-62C2-9D43-9FB4F4AD8C6A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DA1135A1-B9A5-013E-0D56-82A5BF982B21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A683AAF0-08ED-7C33-6A8A-5F06F74C890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9C7647DB-5308-E182-FE28-1B62D86EEFDB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740BFEE-DEB8-376E-77CA-DBA7429FE226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EFFF1-99AD-2B3E-E08F-8813952E01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3AAA21-3274-6666-6A6B-37948D699F43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01B8512-A8CE-9683-A1A4-8421A146DBD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E8E8FD-03D2-8E16-A6E5-769FA693F010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FFF20B-8262-1B30-7AD8-4BEE2F76CCE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636962-8029-7662-0B60-93846D701BBC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FFBAFF30-259C-6CB7-75AC-1A4F4A98319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313D66C1-BDF4-A510-BA6D-B08DD24B17B3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644570E6-3CC0-D542-380C-A5F19124405E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9F63BD2-E969-D907-F837-81A0E8134E3C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F36624-65E3-9AA4-6BF0-00082B56107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69CCD21-FE61-0C94-F998-F74466FCA54E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887095C-B67C-6FA8-D01B-F61079BF85FC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AA2C645-CDC9-F2C9-7C2F-AC14D7FE0036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10505736-E2A2-9514-C5CB-3E13717273F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E1A3005-FD40-5A98-8E6D-628E143ADC42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1C8997A4-5D8D-52B3-BD7C-E90CD668C06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98D5C097-38BB-D646-9810-710A3116F45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CFD8BE-AB50-DECC-EB39-1AB05960530E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A9C23DEF-0E05-1654-0919-C9B7C7D2D44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E586FEC-0CEE-2D41-7D2E-5B9BFB94FCB6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2B67F98-6FFA-0618-B273-89BE5BB41AF3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7DB9EDD-9511-CFEF-B1B3-D98A4881DF51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C98722A9-A594-ED6F-F54B-DD570527120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EB9F0200-66A4-D569-0C84-8B87498D4DE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9008577-E9A8-8310-1A82-5BE09AF0A84F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1CBB0C1-E4F6-F022-EBCD-70216E0F0683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rapezoid 48">
            <a:extLst>
              <a:ext uri="{FF2B5EF4-FFF2-40B4-BE49-F238E27FC236}">
                <a16:creationId xmlns:a16="http://schemas.microsoft.com/office/drawing/2014/main" id="{D8A4B911-04DB-090F-921F-CB550DBEF13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A739F534-A888-1EB5-7CA1-ADC7C08FB743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53A5A8CC-9F07-C1F4-962F-4B4E66B8DD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D2D5C2-8A78-4327-EB39-5F14AB20CD3D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CFE9F28-BAC0-6CB4-4475-117752E1515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AC366C-D505-265C-965B-04BAB65C431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C9147CF-5135-14F7-0F95-890795A505C6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DE9D348-DF22-9028-E056-356250882434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D1E48961-9DBC-A948-F20B-11446C730E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98D0598-B4CF-D44D-547C-526D285A89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36587FD-7E07-AF97-9CA3-2000988860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B2EB351-34BC-682B-BF29-95927A9D83C2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2B05FA-27C4-013A-8882-1E7FB73D9BE4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C0D6AB-88F7-2C6C-2D44-4FB983568FBB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96C22F71-5B9F-040A-8906-365239E1E0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9ED3A10-E66C-F2B4-32DB-B4B70ACF46D0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84ED8116-3D61-AEEB-8484-B59E887B77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322D899B-1513-DA89-3CE2-CEE1D250FCEA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408F112A-9A98-04B9-04F9-31DC6C2811B6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AD041F7E-78F1-1BE4-15A1-A7FE1204E90D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E060714D-6CDE-04F6-3B38-53441466F746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DFBFFE77-1879-8FB1-AF19-844BDC5A2C5E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30F6DCF-0226-967F-69C0-BD0C500C68CF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288EDA7-DFCF-AA68-5996-8A2ACB7FD28F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827997A-5AE2-C001-F44B-31EC9531E728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8C4FC52-5321-3201-3EBC-90CB521EC63A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BB1BC05-9158-62A3-8288-94F6F4CA6159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CA845A17-3EB7-A7F4-D1F4-8A77C34DCD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4BC15C3E-DC66-F6D2-BB84-446984CE63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57DC2C69-BD8A-34DF-D61C-0DAC05FE05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04AFD16B-3C2C-1931-2EE5-FCD076139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D2A6B7C8-EF19-A4B6-D7C6-C4B1AFDDE9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D4FA544-BBB5-A157-E594-7D0941277C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5E14C7-31B2-EAD7-BB83-277B147FE657}"/>
              </a:ext>
            </a:extLst>
          </p:cNvPr>
          <p:cNvGrpSpPr/>
          <p:nvPr/>
        </p:nvGrpSpPr>
        <p:grpSpPr>
          <a:xfrm>
            <a:off x="4070302" y="5518212"/>
            <a:ext cx="6835124" cy="555841"/>
            <a:chOff x="4070302" y="5518212"/>
            <a:chExt cx="6835124" cy="555841"/>
          </a:xfrm>
        </p:grpSpPr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D3ECD70F-343A-4FD9-46CC-588148F9BB14}"/>
                </a:ext>
              </a:extLst>
            </p:cNvPr>
            <p:cNvSpPr txBox="1"/>
            <p:nvPr/>
          </p:nvSpPr>
          <p:spPr>
            <a:xfrm>
              <a:off x="4070302" y="5553911"/>
              <a:ext cx="806631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sz="16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FB9AEC91-8554-4840-E015-65E918167A2B}"/>
                </a:ext>
              </a:extLst>
            </p:cNvPr>
            <p:cNvSpPr txBox="1"/>
            <p:nvPr/>
          </p:nvSpPr>
          <p:spPr>
            <a:xfrm>
              <a:off x="5335397" y="5556000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B5FDD241-D4F1-1E8F-E383-BAD2FE50D30A}"/>
                </a:ext>
              </a:extLst>
            </p:cNvPr>
            <p:cNvSpPr txBox="1"/>
            <p:nvPr/>
          </p:nvSpPr>
          <p:spPr>
            <a:xfrm>
              <a:off x="6410974" y="5557569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F015C527-EF03-B864-2C01-DD92DDB2EE78}"/>
                </a:ext>
              </a:extLst>
            </p:cNvPr>
            <p:cNvSpPr txBox="1"/>
            <p:nvPr/>
          </p:nvSpPr>
          <p:spPr>
            <a:xfrm>
              <a:off x="7560125" y="5526419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12493237-534B-A380-2D80-B7E9CC273B92}"/>
                </a:ext>
              </a:extLst>
            </p:cNvPr>
            <p:cNvSpPr txBox="1"/>
            <p:nvPr/>
          </p:nvSpPr>
          <p:spPr>
            <a:xfrm>
              <a:off x="7955924" y="5518212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0BBD25EB-DEEA-5952-96CF-BA1F5AE4F296}"/>
                </a:ext>
              </a:extLst>
            </p:cNvPr>
            <p:cNvSpPr txBox="1"/>
            <p:nvPr/>
          </p:nvSpPr>
          <p:spPr>
            <a:xfrm>
              <a:off x="8429817" y="5538557"/>
              <a:ext cx="688971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895A9065-0F54-F199-5DD6-726C7AC7B3F8}"/>
                </a:ext>
              </a:extLst>
            </p:cNvPr>
            <p:cNvSpPr txBox="1"/>
            <p:nvPr/>
          </p:nvSpPr>
          <p:spPr>
            <a:xfrm>
              <a:off x="9282643" y="5557569"/>
              <a:ext cx="82747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7F585A7D-3F31-3723-365C-CE16855A1712}"/>
                </a:ext>
              </a:extLst>
            </p:cNvPr>
            <p:cNvSpPr txBox="1"/>
            <p:nvPr/>
          </p:nvSpPr>
          <p:spPr>
            <a:xfrm>
              <a:off x="10249476" y="5559045"/>
              <a:ext cx="65595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F97A1DB6-01B3-8BC0-A2BA-F822114880E0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2D3DD9E0-0278-4D61-8DAE-E1EA34B055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4B52A88D-3B7B-63A0-3E9C-81FB6AD0EF9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A2BEFBFF-4A42-9D27-31E2-E228A0BFE294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3232AFAB-9990-6FBA-2491-74A325FAFEED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41E0B3C3-6FF6-AF93-2716-6E463C107B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C981692B-2D04-F50F-F110-0605E3DE5F4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D149B1-4ECD-533D-F893-E87D821E13FB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A62F95D-4286-A1B9-62D2-BC1C86558CE2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DFA7A0C-80E0-1995-7BD8-7FB3133F8806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2D906C6-E1BC-069D-09C8-EB5FF880C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rapezoid 9">
            <a:extLst>
              <a:ext uri="{FF2B5EF4-FFF2-40B4-BE49-F238E27FC236}">
                <a16:creationId xmlns:a16="http://schemas.microsoft.com/office/drawing/2014/main" id="{B66D00E9-A353-CD06-72A1-9814ED57D4E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266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4259-C74A-0EBD-4A29-90122BF7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1F06A40-35C8-48FC-10FD-E030A79E14D9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F782446-7ABE-02F0-40D3-09AEBCA424E4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6599F9D-F0F8-5C93-8A6E-E6B1ABAB381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A45AD17-3B81-E9B9-9D82-03021657BC67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3BAD40-0A3D-12D3-57B5-43E73A1D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(5/8)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077686F-E916-9FB8-9F67-20B7D6B2EE0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7A01434-30A5-D449-5F13-666BED89000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62A711A3-1871-9C7D-A299-0DC4A021CEB5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EC8D9590-D754-A9C9-1B1E-5703B421C0DC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E6B33DEF-E16C-B992-985B-6E811B03587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2DC17CF-4295-3F96-0F91-7C1EA0EB5201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EDB4E31-1707-8F62-B118-20EF87B867A5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3128CB7B-75A6-645D-EF37-BB71C1F5EEC0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F3D1E4F9-5248-D852-3ABD-CAD00E2CD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D206CBD-66F6-B10A-DB1E-EA59095C0A8A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A97757F1-A475-093F-7995-4FF5B5B9C7D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30EEB85-FA28-774B-2D6F-7BC9358A3E77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7423B09-DF35-28BA-6445-071FF271AD7F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5B542F9-94FC-EFD9-8A9A-61EB95CBF3E9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C340BB63-FD28-EDF8-58FA-14B23100433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C48DA2D1-EF8E-1B66-A769-B5219D046978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95FEE8EF-B7BB-3E6E-6934-669FA1063A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2D60DB43-798D-F5CC-A6C8-800B86406609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22B3860A-2D36-0D1D-C61D-052934ACF20D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98A1E7B-EB87-8D45-D5B6-33ACDE83BE52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8D9339C-946A-08C2-A81D-5FA43279D2EF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CE36EB55-905F-8FE3-DF4F-69C5633B2B0D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B1B6A932-E907-DE46-F525-7F3EB9ACAF84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731175A1-A0F3-103D-22C3-851BA4036C75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C21C9004-83D2-192C-615F-F861C18FA49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153FF68-DE19-98AB-749C-680B3563EE4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F8ED853-CD92-EFA8-9990-BBBC50AD6592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A82744B0-3738-DC36-B844-DE0E573DE5DE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C0D76EA3-8A69-227D-5E7A-EECD208F02E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19690427-351E-8079-BD78-A5136BB5B450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438435ED-FE7A-6D86-3181-5DE6058256B8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2C952B4B-D9E6-23AF-01E9-7F83046603F2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179EE665-12E1-0DA6-E7DE-22636CA10187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5F859AF-5EC9-BFC7-0BB6-E5CEC823E27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BDB5EA81-434B-58AE-4F05-4EEE7A830A4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056EB5C-A30F-FADB-C2A5-B4FBA37CF44E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FD4278E7-768A-7298-5709-59F22A43F90E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02FF77-8605-7811-81A3-38ED5F573C2B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B54FD001-CECC-D804-AD5F-B05069948475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2F82121D-3231-94D3-F21B-AC93BE8EFFD3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DE9EA14D-0031-27F8-A9DB-5F26E6E4359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88CE3AD8-704D-F5C1-8AA6-B815673F064F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172CEFB8-362F-543B-4E24-8D2D577F030C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42B3C-3B5B-CC66-DCA8-A6CCE8EF9042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744DA6-6CFE-B2CE-9E44-6208990B7339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0E6529-FB18-1479-B825-D4D997718FD5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3938D5-5C71-34E0-22AC-4D1BFF52351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7516AD4-73C4-650D-B87F-16687530BE2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F78655-8892-7ED4-26E7-D985624611C2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8F14691-CA6C-CDEF-983B-FD096943F188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F89C104-5CB8-C315-334D-CAA47294604B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F0A41B9F-9445-6C02-1374-E991F27098D1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EC43006-3F01-798B-D95F-DDD589FAE55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86A9D8B-2735-D5AE-2691-C995D8457D4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C975F2E-AF9A-C258-B069-72AC38A9217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D90DEAD-99C6-A1F0-0B1B-F795A104ACCD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B927024-C301-D393-FE9E-E63F89B02BFB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E294902-1617-93A1-4A65-3BC4EA124DE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53F4266-F125-0CB0-2BDD-5C34AAA77773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823F19E6-5EE7-40FF-FFA9-CA48D3904DC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CA424BF3-180D-2E09-F235-394B564AD84E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B9BC76-E1F9-AD52-C49D-6B0610F29147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1477FCC5-070D-B4B3-7AB8-57B65C4949F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0737A9-46A2-9381-E565-59ABB3F51748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6DCBE9A-8C66-CDD9-E607-784C8AE60BC8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0DC7E4D-1174-12CF-EADA-C37F67FAAA1E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24E377DB-4EAD-FF24-B691-98A1CE1E9BF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E4E8C081-5037-5D5A-A959-5D9D26DC05C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DF3A033-34A3-1236-AEE0-D0C2171B6106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F3BC5ED-2161-D261-83BB-4B28B681E92A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rapezoid 48">
            <a:extLst>
              <a:ext uri="{FF2B5EF4-FFF2-40B4-BE49-F238E27FC236}">
                <a16:creationId xmlns:a16="http://schemas.microsoft.com/office/drawing/2014/main" id="{967F0692-7E41-E66D-1805-0B22CB135A3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C29B764B-C5BB-7449-B89F-6D49B9670F71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37EAD6D-77F9-644A-0900-0E642B81F0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C919AB-6D37-C727-66CE-609C4D3C34B5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0AE58DB-9DA5-EFF6-D5F2-BB0FAAE41A41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C7FE870-4F34-CACE-7448-2963C78B5082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DD5E6F2-7478-6534-F821-7CB454C43E4F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F632675-FD9F-CECE-31F1-519997261AC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D1E968FD-9224-EF8F-77D6-23B6FB2CEE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ABCE3521-4213-A7AF-A64E-61918AF237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D3063DF-DB76-FA00-8784-03E24B95D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C7076B0-A3E6-5E92-EC03-E6C32B2D6C45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FDAD80-288E-78C2-6CDD-0FD4134AD7A4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9DE9A7-831D-8AEE-DE96-43C1F7CC64BD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45D5740E-CBF2-383F-56A8-353339AF6C1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51C8D9B-D069-1D4C-85E2-84C2E7A53E8D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D6013859-2C42-4692-F00F-3FD5F8E3D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EC44839-408E-95C5-69C5-B937726CFC1F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C17394C-FBF6-E994-AE2D-6105A4962CB0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D45D74CC-8D0E-3007-1102-809C7FD24517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3E8F96AC-4E2F-F429-37E1-FD84DBA416E5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401232B9-5F4D-F6D8-A981-282CC5AD1AD1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1AC3D8-15BE-B120-BC95-D4BF25E4FE35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E2A0360-BA16-F253-3986-2D55AEA220BF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91F029-A252-E43F-6F5F-AB95AD9620F4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D54C9DA1-9DAB-EB8B-80FB-D4C17B5A514E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B8575D98-8D91-A377-9F83-BEC9255CDED2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EC8851D5-10DD-05F1-C11D-6F62A119A4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4A958811-96B0-AEE8-3BC0-346C0334C4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7A6D5848-FC41-9D34-9CBE-774E51AFE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85EC4F09-2CF7-1842-CFB9-619770E695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6CBCD657-3079-8BA3-D227-9FC46868B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4E4A1FD-215B-6911-22F7-28FFAFF8F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44A93A76-5524-7345-FE3F-A88F2C106214}"/>
              </a:ext>
            </a:extLst>
          </p:cNvPr>
          <p:cNvSpPr txBox="1"/>
          <p:nvPr/>
        </p:nvSpPr>
        <p:spPr>
          <a:xfrm>
            <a:off x="3486169" y="1063996"/>
            <a:ext cx="28312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6F9D0C1F-AE45-803F-BD8E-67C21C9FA484}"/>
              </a:ext>
            </a:extLst>
          </p:cNvPr>
          <p:cNvGrpSpPr/>
          <p:nvPr/>
        </p:nvGrpSpPr>
        <p:grpSpPr>
          <a:xfrm>
            <a:off x="3062789" y="3665529"/>
            <a:ext cx="4683138" cy="1470382"/>
            <a:chOff x="3062789" y="3665529"/>
            <a:chExt cx="4683138" cy="1470382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0BB02E92-FB7B-EFFE-827C-749C282B3743}"/>
                </a:ext>
              </a:extLst>
            </p:cNvPr>
            <p:cNvGrpSpPr/>
            <p:nvPr/>
          </p:nvGrpSpPr>
          <p:grpSpPr>
            <a:xfrm>
              <a:off x="3062789" y="3665529"/>
              <a:ext cx="4683138" cy="1470382"/>
              <a:chOff x="3062789" y="3665529"/>
              <a:chExt cx="4683138" cy="1470382"/>
            </a:xfrm>
          </p:grpSpPr>
          <p:cxnSp>
            <p:nvCxnSpPr>
              <p:cNvPr id="460" name="Elbow Connector 459">
                <a:extLst>
                  <a:ext uri="{FF2B5EF4-FFF2-40B4-BE49-F238E27FC236}">
                    <a16:creationId xmlns:a16="http://schemas.microsoft.com/office/drawing/2014/main" id="{37068455-D135-20EC-2E2A-AF0778B389C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7" y="4539199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0FACC663-1FC1-921F-678F-D06370227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665529"/>
                <a:ext cx="1766824" cy="283464"/>
              </a:xfrm>
              <a:prstGeom prst="bentConnector3">
                <a:avLst>
                  <a:gd name="adj1" fmla="val 17288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1209085A-12B1-E78F-FB6D-7CC2ED7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941070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5E9CDC-4D09-6902-A674-ABDB82703B02}"/>
              </a:ext>
            </a:extLst>
          </p:cNvPr>
          <p:cNvGrpSpPr/>
          <p:nvPr/>
        </p:nvGrpSpPr>
        <p:grpSpPr>
          <a:xfrm>
            <a:off x="4070302" y="5518212"/>
            <a:ext cx="6835124" cy="555841"/>
            <a:chOff x="4070302" y="5518212"/>
            <a:chExt cx="6835124" cy="555841"/>
          </a:xfrm>
        </p:grpSpPr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E9A47254-479F-3356-59BF-9FF651814E8C}"/>
                </a:ext>
              </a:extLst>
            </p:cNvPr>
            <p:cNvSpPr txBox="1"/>
            <p:nvPr/>
          </p:nvSpPr>
          <p:spPr>
            <a:xfrm>
              <a:off x="4070302" y="5553911"/>
              <a:ext cx="806631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sz="16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333ABF6D-6AE9-6824-9634-88590EE15ED9}"/>
                </a:ext>
              </a:extLst>
            </p:cNvPr>
            <p:cNvSpPr txBox="1"/>
            <p:nvPr/>
          </p:nvSpPr>
          <p:spPr>
            <a:xfrm>
              <a:off x="5335397" y="5556000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23FC9006-9903-591A-5EBA-7B5240F269DE}"/>
                </a:ext>
              </a:extLst>
            </p:cNvPr>
            <p:cNvSpPr txBox="1"/>
            <p:nvPr/>
          </p:nvSpPr>
          <p:spPr>
            <a:xfrm>
              <a:off x="6410974" y="5557569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5CA27E17-DD99-8DEC-D5D1-3FD9BCB33821}"/>
                </a:ext>
              </a:extLst>
            </p:cNvPr>
            <p:cNvSpPr txBox="1"/>
            <p:nvPr/>
          </p:nvSpPr>
          <p:spPr>
            <a:xfrm>
              <a:off x="7560125" y="5526419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9E1E4ABA-82FE-FFA5-06CA-C75A198696DB}"/>
                </a:ext>
              </a:extLst>
            </p:cNvPr>
            <p:cNvSpPr txBox="1"/>
            <p:nvPr/>
          </p:nvSpPr>
          <p:spPr>
            <a:xfrm>
              <a:off x="7955924" y="5518212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A1C15F0F-95AB-FF5E-76BB-EE5BBE85533A}"/>
                </a:ext>
              </a:extLst>
            </p:cNvPr>
            <p:cNvSpPr txBox="1"/>
            <p:nvPr/>
          </p:nvSpPr>
          <p:spPr>
            <a:xfrm>
              <a:off x="8429817" y="5538557"/>
              <a:ext cx="688971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33E53C10-5E97-D181-3EC8-C4046A485116}"/>
                </a:ext>
              </a:extLst>
            </p:cNvPr>
            <p:cNvSpPr txBox="1"/>
            <p:nvPr/>
          </p:nvSpPr>
          <p:spPr>
            <a:xfrm>
              <a:off x="9282643" y="5557569"/>
              <a:ext cx="82747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CA2C40D7-5684-F34B-E55A-C3EB51BFB37A}"/>
                </a:ext>
              </a:extLst>
            </p:cNvPr>
            <p:cNvSpPr txBox="1"/>
            <p:nvPr/>
          </p:nvSpPr>
          <p:spPr>
            <a:xfrm>
              <a:off x="10249476" y="5559045"/>
              <a:ext cx="65595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D920AD6B-D124-0D05-CED9-99F84513DF86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817DD0F8-72EF-2D62-2845-67300D2C27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05E0DB69-20DB-AD79-C892-B5D7AABB66B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7E10821D-5A9E-489D-70A0-A2E721F1C54A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AA93EDAA-2A76-65B8-3348-22DFB549E6D0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6636F410-95C7-D8A7-7602-AAC3EF8FCD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F605A31C-DC5E-40F8-BA61-A4D1C795B4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94F9AD-5FC5-AFDA-2DD1-26A02D411452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5BE5AA4-1D4E-7E95-B6CD-7106441F5B54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0481B90-8FCB-45D9-C134-B10913FF0C5B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31F0443-BBD2-EDAA-2125-4CF35D4FC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rapezoid 9">
            <a:extLst>
              <a:ext uri="{FF2B5EF4-FFF2-40B4-BE49-F238E27FC236}">
                <a16:creationId xmlns:a16="http://schemas.microsoft.com/office/drawing/2014/main" id="{2B0AC2B3-2568-324A-40FE-350C6EB07E36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6774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0B9B-E7D6-AB17-6DAD-EAF77366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DF08F112-DD33-5D9E-C14C-D452E3EB846E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E1AC8E02-ADF5-568C-FD8B-E49BFFAAEAD6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54CF64C-8CC4-A935-506B-1D00FBD0FD06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41DF755-FA08-A2FF-E179-CDAB956FF0F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9B41ED3-B33C-6190-CF8D-650F2820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(6/8)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CEC31F0-24AF-2147-DF90-52CE514B742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68272D10-04C4-BCCA-C1B4-88BEDBD3FD44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2F71F34A-369F-EA70-A086-E77BE03F2548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85517E8-B331-45B6-5482-03CC1ECF8ECF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71A1C856-2CDD-E312-D065-D7DED328792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77C2F94-CE05-007D-81D0-7A8BA8889D93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38961E8C-E8CB-3721-8DA0-278615BBBAD0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648CB86-1835-B2E2-741A-C8C958D03D6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EC0AAC8-3786-0927-13A8-5AB69F4AF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0C1216A4-136B-DBFA-DF00-4C08A5B5EA0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020E986A-1C9C-8B74-02B6-329B306942D7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A408BD0-0F27-4E6E-EF6E-FB587562EDA5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B37A4B8-E506-7133-8EA6-09DC6B13D74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03090CB-05D5-5275-55CA-E6A6DAC2D84D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CABE1110-1B97-4CBB-692E-63D784DE969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51BFB2D6-88A3-B540-D830-0A86377907A3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9AC518E5-2BB1-929F-91AE-8660AE8C6A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9569277-F04D-B986-A144-DF36C8509200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0D2D709-EF95-6BE6-54DC-61E5340A7925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3F431D93-61B9-3A6F-2B5F-627DB883D980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4DB9A52-D19D-72B4-798A-9E6C6A3F8AD9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1976A718-D3BB-5E3C-9383-EEC07B0E1FB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E97EC5D1-7ECE-F293-DBAE-3E2206666AF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7C4DE9B-7193-112E-6458-E34506C6D41E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7F97897C-CF49-FC71-3993-A62D6060F3C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A2E5C052-F663-2099-C172-8D27EEC3B788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DD3385F-8297-246B-8032-6CBD337782EA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ED139863-C212-7CE0-8153-6BCF4F3A48CB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09F21983-709E-FFE8-7B93-C30E58429215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F362AF3-FDDC-7000-8EFB-2C1B0B737EBB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1A9F1B22-B354-AAC9-C3A7-EDA697A7E75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A6562F14-091F-F518-D2F8-55BD0EE6DCF1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35090B7-5F01-8738-0503-E9DAE82C5A80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FEA02855-44DF-B533-837E-F0A0FC963A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F2312B6C-2FF5-0BFA-13F2-6C193D524C9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EE06E1C-5306-0C48-C19D-0585DE74E920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75F3184-613B-7F1F-F5CA-F192B4E6E159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F0B1E14-7454-5713-EA0B-6E68F228437B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72A854F-7AC9-5CD9-6977-A87139B1206B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D152BE6-F6C7-20F2-979D-BA6B9C93A9A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B1337662-99C8-59CD-7AC1-96843EE9FC0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DC26A860-0EDA-6207-2188-A4CDCC82F451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DD32D458-2C26-FD00-1447-30A487D9434E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09066-F294-B62D-EDEA-55EEF1BD30E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F62456-5179-F70D-9EB8-983961B38008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A806DDD-20EC-5A4E-8F8F-136299F6C4A0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5DFA58-F064-D7EA-55A3-00DB251C3781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562D499-9A9D-7D5C-6699-3E9F9E8CDA1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67D06E8-86ED-7712-1D24-73C3DA0A235E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62AB0C0-99E7-FF65-89F9-F7DB5CE8BDD2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99F45771-8ABE-CC5B-026D-668F44E94631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63BEFC7D-E336-3D09-E110-3AD59128BDEC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018825-45CD-422D-E617-ABD9033B6E3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2DE7314-390D-BE1B-BA05-9AEE4B2630B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EE5919A-C615-132D-B966-6B485B3FEACD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8076D0D-D852-BC14-4954-6F09A3719DA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8D8E27D-D65E-8D22-F1E6-16511AE75E0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F1E33BED-FAD2-EF9B-7527-57E34E4E8BFB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494E07D-5F2E-1E64-B936-43288557D7ED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BD5C61AF-5578-D976-AE2F-A7C82B6B3C5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6CDBAE1-1AC1-9570-6B50-65B261BE9B86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FDAD66-DD51-027A-897C-276CCBBD08B0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2E823066-55B8-59ED-FC56-F552C18F0A3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EDE7307-6964-25C3-C03B-47CAA84714C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B6D5D2-214D-3767-0BDC-6EDA0EC286AE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C1E4B03-657A-C4E7-E270-8F1E67B8A306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57FECD9B-2F07-0F36-2FD7-5B9A654A295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9181BF75-98E6-DFFA-5B3C-DB8D524F92B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687C77B-1F55-BE0A-8E95-5C5F37AAD222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475CE3F-A681-AF28-3F26-D4363E73FC82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E1920718-F60E-9704-B07A-4D20BB3BC87D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CE03E208-102E-5CAA-6ACD-C27B78A7088C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8EE6C3E5-894B-D0FE-638F-F5D08C8DCC2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DE19B183-42A7-F72F-9E37-24894436F5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CEE5C7-80EA-582A-A43E-AFAF365A3CDC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5025B8D-238F-6A19-FC97-0F6D08D1B9B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2D8690B-9618-26C9-DD42-13CC7CBD4CD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6A477DC-ED2D-CE6C-EB3B-B2CD447F6B9B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EB97A79-2C7D-D6D4-FFA1-7636E2C5B55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A758F7EC-5F83-D557-44DB-F06F172EE9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D2EAEAE-937E-9DA9-5A22-4649D7B39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A835710-629D-323C-7F22-1CE743E3C2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48E0309-6C48-3116-52F4-F79A8C61DD7D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EF2618-C460-FCDB-06D4-1F662BF868F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E256EE-D50F-02AD-E677-CBC95484073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D579FD8A-73E2-7BBF-3245-0A8D7D5C46E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A57749-ABFC-3968-AA42-7365071AA312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CF879449-F077-1AD5-1498-737686626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CC814658-B136-229E-8176-DA0C02EBBDCD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E7464BF5-BAB3-E78F-952D-7798BDFD2CB2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D1B863D-D240-F8C4-1C54-394FA2DBD394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F1F5D56A-1CB6-9EFA-4D64-7CA3BECAE196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4F4B597C-2C7B-941D-BC75-7DFA4E23D207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075459-214C-37D5-63BB-D33C58E2FFDB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6B863DD-9747-BC0A-E781-EC692AC820E9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DBAF877-D67A-A6CC-25E3-3C91FA779AF6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0911B31-BFFA-7678-AD98-660A3D0A1534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834F769-F307-663F-F545-917655D4A744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0B56604A-180E-839C-4C66-8F5E07B5E1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A4E423CA-A681-5049-D463-FF164930E5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AE02F2D-A3D7-AA43-2622-7644971392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7808475A-891B-1F4C-A44E-FD04684C40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24DD2D02-838C-D45C-C619-18DAD73A73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F665A9-BB85-065B-CF40-8C6E6D154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34E30FC1-62DA-DD50-8E63-A9D5E00E60C0}"/>
              </a:ext>
            </a:extLst>
          </p:cNvPr>
          <p:cNvSpPr txBox="1"/>
          <p:nvPr/>
        </p:nvSpPr>
        <p:spPr>
          <a:xfrm>
            <a:off x="3486169" y="1063996"/>
            <a:ext cx="28312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DBEFEC3A-9171-F537-1BA0-D8C691DB045D}"/>
              </a:ext>
            </a:extLst>
          </p:cNvPr>
          <p:cNvGrpSpPr/>
          <p:nvPr/>
        </p:nvGrpSpPr>
        <p:grpSpPr>
          <a:xfrm>
            <a:off x="3062789" y="3665529"/>
            <a:ext cx="4683138" cy="1470382"/>
            <a:chOff x="3062789" y="3665529"/>
            <a:chExt cx="4683138" cy="1470382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53AD1A68-3E4C-23B5-1536-DA98D65D5D6C}"/>
                </a:ext>
              </a:extLst>
            </p:cNvPr>
            <p:cNvGrpSpPr/>
            <p:nvPr/>
          </p:nvGrpSpPr>
          <p:grpSpPr>
            <a:xfrm>
              <a:off x="3062789" y="3665529"/>
              <a:ext cx="4683138" cy="1470382"/>
              <a:chOff x="3062789" y="3665529"/>
              <a:chExt cx="4683138" cy="1470382"/>
            </a:xfrm>
          </p:grpSpPr>
          <p:cxnSp>
            <p:nvCxnSpPr>
              <p:cNvPr id="460" name="Elbow Connector 459">
                <a:extLst>
                  <a:ext uri="{FF2B5EF4-FFF2-40B4-BE49-F238E27FC236}">
                    <a16:creationId xmlns:a16="http://schemas.microsoft.com/office/drawing/2014/main" id="{12841EE6-2C55-1AF8-02A9-6DF11673E74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7" y="4539199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A64BE11F-78B0-FB97-9127-FB8919700B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665529"/>
                <a:ext cx="1766824" cy="283464"/>
              </a:xfrm>
              <a:prstGeom prst="bentConnector3">
                <a:avLst>
                  <a:gd name="adj1" fmla="val 17288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E828523A-2853-F9CE-F3AB-7192D3CE1291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941070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6A7DD361-D311-7BA5-AC5B-7A695BCE20BA}"/>
              </a:ext>
            </a:extLst>
          </p:cNvPr>
          <p:cNvGrpSpPr/>
          <p:nvPr/>
        </p:nvGrpSpPr>
        <p:grpSpPr>
          <a:xfrm>
            <a:off x="7709119" y="3484820"/>
            <a:ext cx="585916" cy="188480"/>
            <a:chOff x="7709119" y="3484820"/>
            <a:chExt cx="585916" cy="188480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7F1AC1E3-FB81-50D0-2C30-BAA2D705AC7D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7478CC12-5F7A-CB7D-2D82-8AEE2F6ABB6D}"/>
                </a:ext>
              </a:extLst>
            </p:cNvPr>
            <p:cNvSpPr/>
            <p:nvPr/>
          </p:nvSpPr>
          <p:spPr>
            <a:xfrm>
              <a:off x="7709119" y="3484820"/>
              <a:ext cx="310910" cy="181805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192CCF4A-E1DB-A7DD-19EF-CA82E286E8DC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EE2C4B6A-D31C-73C4-BE52-239D772B71D6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453047D8-FBBA-04CF-C823-7C8C6D4912FE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ED2617C4-0E1C-5A9E-430C-121F711CB572}"/>
              </a:ext>
            </a:extLst>
          </p:cNvPr>
          <p:cNvSpPr txBox="1"/>
          <p:nvPr/>
        </p:nvSpPr>
        <p:spPr>
          <a:xfrm>
            <a:off x="6277442" y="1060450"/>
            <a:ext cx="4411055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C9994AA-D73B-9C0F-FAC6-BEAA03F681E1}"/>
              </a:ext>
            </a:extLst>
          </p:cNvPr>
          <p:cNvGrpSpPr/>
          <p:nvPr/>
        </p:nvGrpSpPr>
        <p:grpSpPr>
          <a:xfrm>
            <a:off x="4070302" y="5518212"/>
            <a:ext cx="6835124" cy="555841"/>
            <a:chOff x="4070302" y="5518212"/>
            <a:chExt cx="6835124" cy="555841"/>
          </a:xfrm>
        </p:grpSpPr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A8D15EAD-4A75-6D34-E623-ABC66BC78D74}"/>
                </a:ext>
              </a:extLst>
            </p:cNvPr>
            <p:cNvSpPr txBox="1"/>
            <p:nvPr/>
          </p:nvSpPr>
          <p:spPr>
            <a:xfrm>
              <a:off x="4070302" y="5553911"/>
              <a:ext cx="806631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sz="16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53971201-BF80-65CF-930F-B63E85CF6990}"/>
                </a:ext>
              </a:extLst>
            </p:cNvPr>
            <p:cNvSpPr txBox="1"/>
            <p:nvPr/>
          </p:nvSpPr>
          <p:spPr>
            <a:xfrm>
              <a:off x="5335397" y="5556000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24F2826C-E4B1-6C2F-B92A-B599C7CF18C5}"/>
                </a:ext>
              </a:extLst>
            </p:cNvPr>
            <p:cNvSpPr txBox="1"/>
            <p:nvPr/>
          </p:nvSpPr>
          <p:spPr>
            <a:xfrm>
              <a:off x="6410974" y="5557569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A9B4F23C-BD25-519F-6713-D21C63089E7C}"/>
                </a:ext>
              </a:extLst>
            </p:cNvPr>
            <p:cNvSpPr txBox="1"/>
            <p:nvPr/>
          </p:nvSpPr>
          <p:spPr>
            <a:xfrm>
              <a:off x="7560125" y="5526419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9965982F-978F-3456-E46F-1988AF21B0DE}"/>
                </a:ext>
              </a:extLst>
            </p:cNvPr>
            <p:cNvSpPr txBox="1"/>
            <p:nvPr/>
          </p:nvSpPr>
          <p:spPr>
            <a:xfrm>
              <a:off x="7955924" y="5518212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060EF333-B2FD-47FA-CE3F-4D4413C8BB2D}"/>
                </a:ext>
              </a:extLst>
            </p:cNvPr>
            <p:cNvSpPr txBox="1"/>
            <p:nvPr/>
          </p:nvSpPr>
          <p:spPr>
            <a:xfrm>
              <a:off x="8429817" y="5538557"/>
              <a:ext cx="688971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5951DE57-57D4-3F77-60F8-F05A414D7D13}"/>
                </a:ext>
              </a:extLst>
            </p:cNvPr>
            <p:cNvSpPr txBox="1"/>
            <p:nvPr/>
          </p:nvSpPr>
          <p:spPr>
            <a:xfrm>
              <a:off x="9282643" y="5557569"/>
              <a:ext cx="82747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7DE87BEB-B0D0-829C-4DF8-18C47AD97291}"/>
                </a:ext>
              </a:extLst>
            </p:cNvPr>
            <p:cNvSpPr txBox="1"/>
            <p:nvPr/>
          </p:nvSpPr>
          <p:spPr>
            <a:xfrm>
              <a:off x="10249476" y="5559045"/>
              <a:ext cx="65595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562DE15D-6FB6-F824-E807-580AC774684C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A67914E0-6932-9F78-41EC-C864D3A1F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34CB68CE-DBFD-AD5C-1661-14636C1404B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6DAC8B2E-E654-023C-DFC6-4D6C27B01CB4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856D3D42-1035-76B4-92F8-A4554FD278B5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D5761C36-E525-7911-66BE-15EA6B3CE3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200786C3-51AF-2C78-6A7C-7878F358FEE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F91A6A23-94AD-2A79-5BF4-8415A16ABEC3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8" name="Elbow Connector 507">
              <a:extLst>
                <a:ext uri="{FF2B5EF4-FFF2-40B4-BE49-F238E27FC236}">
                  <a16:creationId xmlns:a16="http://schemas.microsoft.com/office/drawing/2014/main" id="{00694CCB-5E43-5623-C9E3-C7504236DB6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Elbow Connector 508">
              <a:extLst>
                <a:ext uri="{FF2B5EF4-FFF2-40B4-BE49-F238E27FC236}">
                  <a16:creationId xmlns:a16="http://schemas.microsoft.com/office/drawing/2014/main" id="{A940AB7C-19E1-B96B-BB70-C7295041217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5CB027-062D-A229-32A3-4483B500C514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9347142-183A-956B-3FFD-64565E8ABADA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B88F36-C183-5E01-DD6A-1AF26DD4ADC5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25DA78C-9B21-3643-D9A0-11E6752C3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8331DAA5-F593-CB50-DDC7-00479B45CB3E}"/>
              </a:ext>
            </a:extLst>
          </p:cNvPr>
          <p:cNvGrpSpPr/>
          <p:nvPr/>
        </p:nvGrpSpPr>
        <p:grpSpPr>
          <a:xfrm>
            <a:off x="6690773" y="5545178"/>
            <a:ext cx="820348" cy="490671"/>
            <a:chOff x="6690773" y="5545178"/>
            <a:chExt cx="820348" cy="490671"/>
          </a:xfrm>
        </p:grpSpPr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99511D3D-3C62-969E-8AB7-0237E6689070}"/>
                </a:ext>
              </a:extLst>
            </p:cNvPr>
            <p:cNvSpPr txBox="1"/>
            <p:nvPr/>
          </p:nvSpPr>
          <p:spPr>
            <a:xfrm>
              <a:off x="6690773" y="5779625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BrEq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8776768B-9008-794D-DE2D-527FFB84F082}"/>
                </a:ext>
              </a:extLst>
            </p:cNvPr>
            <p:cNvSpPr txBox="1"/>
            <p:nvPr/>
          </p:nvSpPr>
          <p:spPr>
            <a:xfrm>
              <a:off x="6954558" y="5545178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BrLT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0F30C6-0130-8554-6FAF-2222E522620A}"/>
              </a:ext>
            </a:extLst>
          </p:cNvPr>
          <p:cNvGrpSpPr/>
          <p:nvPr/>
        </p:nvGrpSpPr>
        <p:grpSpPr>
          <a:xfrm>
            <a:off x="6257552" y="3661650"/>
            <a:ext cx="940911" cy="1917988"/>
            <a:chOff x="6257552" y="3661650"/>
            <a:chExt cx="940911" cy="191798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08A01EC-B200-4521-DFE2-ABB166901428}"/>
                </a:ext>
              </a:extLst>
            </p:cNvPr>
            <p:cNvCxnSpPr/>
            <p:nvPr/>
          </p:nvCxnSpPr>
          <p:spPr>
            <a:xfrm flipV="1">
              <a:off x="6272571" y="417252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63CA159-73E9-BF19-C08F-E9EFCC4B2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7552" y="366165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8ED9684-75A8-B448-415F-53E4105F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95465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31EBAB-149E-A3C0-B4F7-83018D1723F3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405712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369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C4CD-2DDE-4BBA-8007-A4179BC5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7ED52CB2-BCC1-42B9-CDB4-1736BD56B7B6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493302B8-406B-48CC-C9BE-B6EE367A4E2D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90A31C9-E87C-E30E-9AD1-75589091D63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314064C2-DBCE-3CE4-AC36-C6CAD885ABA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CD2C97A-A9A1-798E-2CD6-2D39F18D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(7/8)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63BA025-D409-95A7-993E-E9D957D0B8C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DCBE3E77-A3DA-3028-8847-842C673100F9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2E93C625-C093-07AE-1424-FF35660B7C87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1DF215E-143E-5A34-D7B8-E369E1C747B0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AFAFAB0D-BEF9-BC29-7100-2DC4910F3C1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40987F6F-A1FE-7B86-AFA6-5C54BC26BE87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5B3F18F0-E024-ADC1-2312-343037D1C673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96E2D19-EC0B-7691-9826-9F4BCC273EA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8929447-D0AC-0347-E98E-C26E12F78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B54B9C9C-EBA5-997E-BD75-87CA53BDC6EF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64E8AC54-128B-E0AA-CE43-29CE3DE3ACF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F2F7EC7-1856-6D51-F37B-6F2299B60B5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F9C2947-F44E-A80C-2C51-521FB1DA6B59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3276C359-3827-4EFF-ED87-A848CB7BE61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97AF0F9B-8C69-9451-09DC-AB455FC17CC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76CE2B37-4078-EBE6-3B20-1886D6D0476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487F6D4C-5485-F3A1-2173-FDB3019415D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A0DA100F-D3E7-3F53-2117-3A9F09ABEA5D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7400A8C8-29F6-8531-BF9D-76DCD8BB7C9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66BCF6C-2FAC-0BB8-3E7A-D135A8B0417D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6C8FDD6-BC17-EF47-E5FF-6E1E90181B99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CADABD7D-96E5-6B30-AD09-022CA37290AF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4F82B66-E7F0-0BDA-4F7B-38589C153839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CD8B69BA-3ED9-7F05-06DD-83B6CCCE684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C908B732-0897-A3DE-6BCB-D44789A0B78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B17B07E1-DDD0-41E1-82A4-BC3A4A28ABBE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C3D7F57A-820D-4C73-6A3E-B606A458420D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90E00CEF-4B56-06E3-7147-833486C4DF3B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87E4AD4A-E87B-A066-B678-25727214ED1D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CFA1C04-E56D-257C-8874-0939596FC48F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77E33908-30C0-ABED-AEB3-22E25EBCC2A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BA5A96E9-781B-EFDC-2E0F-35CE41ADCA09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85C2F9D-CCA3-2CBC-49E7-353CA6C7A820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EF4179D3-8F1F-B548-5CF5-3DC732780E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BCFE2103-E980-19E5-E000-14BB2AF8721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815DDC1E-E130-F4F8-021C-93F451C659E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EAFC441E-E141-28D1-D65A-F9565168EF07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21BD6F3-6AD8-0218-0F1D-F447A4139E79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17EB22E-766E-A6C1-5432-2E8A55F7D629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A14C92C4-AB24-261F-15E6-CAF7AB06699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7C0BFC94-BDE4-E7B9-95C4-3104D693478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1D9EF9D-BCB8-643C-9748-40705C091E2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11CD38A8-D063-CB91-7F5B-9C4E07ADF8E7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83E71-517F-7EEB-8E01-E06E0B0F1A24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ACF5C8-FA1B-9ADD-971A-CD9FD0B14969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05FF926-8A9D-D39B-00C7-DDD37F0C4C3D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735BD1-D7EB-E319-8C6E-52D8B5BC4533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4F0E60-36DD-A24A-11A4-0E4C14795BD4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A69631-8B01-ABDE-1CA0-CD302015400A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7804BB31-3A0B-A52A-47EA-15ABF0368E44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32AF9916-3330-63A6-9AF7-C467A4A69791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D8B9AF4E-F1B2-D4A8-3D47-DC88D43F2002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7E2D3F-18D1-28A8-B988-241D1F73DC8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8F951BC-07A8-BE49-D9CF-432AF982C0F9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4B7C8B9-DE0D-2A98-A835-80A094225A64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488D17E-C97C-A4A2-5A5F-54F62FB002E3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7F3B9F4-AAF7-8F19-26B8-177CBF969BAE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01A77C52-4603-1097-37E6-73643F0638C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C1D783B-FA14-BBBA-A62D-51380F077731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EC647500-F72D-3876-6721-AD0C7F68B80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B16A188-0A61-8B14-73E2-142DFD8B26CA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9386D5-A4BB-BCD2-605D-0FFF3B9B7A75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1BBBD0E4-F73B-83E3-B558-88637ADB754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9CB0C2-5FF9-B32E-BAA2-3EB2CA93E7D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0DAE1A-39D6-0F13-F160-132C2ABDCAB0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4DDAB3-5833-08D1-4BFA-940798E62567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277A65EE-7015-DAB1-9ABB-983D714E1A0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6BE22CEC-EBAC-D323-5701-CAAEE1BA1D5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658E685-7A7C-BA6D-C5B0-AC5D7D190779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EC11740-69AC-7666-F1F8-C2B480ED1D11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B2CCFA1B-9202-07A0-A0F6-4E2889203749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D2E51D6B-AE41-1AC3-8041-E56FBF2BFA9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70A17A8C-5637-3185-7983-905D3C1C632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3CE604D7-9CD2-A8C0-1A1E-53CE13D091EC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246AB5-2BFE-B33D-EA6B-BFB21F3E1287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9879F63-3D9F-AEF6-417C-48DDA22B326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0CCF3A9-BFE8-8E25-1FBB-263BC6DCC1C4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3159038-AFB5-A7A9-CE6F-18CF24FF85D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55EE3D0-0F52-5F11-9238-395D1A2E97C8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1EDEE0C6-4F18-0233-B09F-5FAB2CF18E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8B22A89-34AF-4699-C3E6-8391286901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06E55F5-7065-1249-6B4F-FF37B2698E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CE36908-4325-EA89-3DEF-F77EB8B42EB5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CDFC2EA-4B90-E037-A728-706DE48EA74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476F7C-D599-F8E4-08EC-7942A2F69135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2847E61C-4360-7E66-304F-B35736084C4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C1B61EA-EDD7-44A4-79CA-C145F4A026D7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D901B7AF-39ED-D152-B4D6-E9AA4AA28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9645090-ABC0-3C7F-ABF6-256B7512F4A5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27C53823-3641-3F2E-FB55-76A5BCFB9996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298F918-86F9-D381-B70F-08A86310AC60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EC983F6-04B6-240B-4976-1076199434E5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D85BB7E2-F2B9-EDE1-94C2-8F1E2C7F8E70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7F71B70-3581-5D54-DDBE-34B277CC83D4}"/>
              </a:ext>
            </a:extLst>
          </p:cNvPr>
          <p:cNvSpPr txBox="1"/>
          <p:nvPr/>
        </p:nvSpPr>
        <p:spPr>
          <a:xfrm>
            <a:off x="293423" y="1063996"/>
            <a:ext cx="31927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If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 is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, update PC to </a:t>
            </a: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ALU output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. Else, update to next instruction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FF9940-75CE-A4A9-819C-FB33B084244E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07D46C8-30A8-CD65-8F68-76A66EDBC974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6B2553-11D0-6442-3401-D5A011866AAB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3531A48-58C0-7B2C-783B-70BD8F243AAD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01C9A1-C69A-E790-B2B5-A1FDB7CCDA92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A6BC3CE7-316E-62DE-7951-6E58152C9D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91F8B6A5-0A03-849F-F03B-258A901B75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8E5DA534-2BF2-9109-D7E6-A291704C5B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851123D5-019C-265F-D92D-27FC1556F9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DDBC4C9A-DADE-DB08-44BF-19004DE95E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20F5B39-A1E6-67F1-24A4-71FCBC5FB1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464F9E41-8EE7-3ACD-950D-F5934096931C}"/>
              </a:ext>
            </a:extLst>
          </p:cNvPr>
          <p:cNvSpPr txBox="1"/>
          <p:nvPr/>
        </p:nvSpPr>
        <p:spPr>
          <a:xfrm>
            <a:off x="3486169" y="1063996"/>
            <a:ext cx="28312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5202595-48E4-E5C0-CB1C-0D235E16ADD9}"/>
              </a:ext>
            </a:extLst>
          </p:cNvPr>
          <p:cNvGrpSpPr/>
          <p:nvPr/>
        </p:nvGrpSpPr>
        <p:grpSpPr>
          <a:xfrm>
            <a:off x="3062789" y="3665529"/>
            <a:ext cx="4683138" cy="1470382"/>
            <a:chOff x="3062789" y="3665529"/>
            <a:chExt cx="4683138" cy="1470382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3E9C893D-D237-6B4C-0440-29AFAD36B3F0}"/>
                </a:ext>
              </a:extLst>
            </p:cNvPr>
            <p:cNvGrpSpPr/>
            <p:nvPr/>
          </p:nvGrpSpPr>
          <p:grpSpPr>
            <a:xfrm>
              <a:off x="3062789" y="3665529"/>
              <a:ext cx="4683138" cy="1470382"/>
              <a:chOff x="3062789" y="3665529"/>
              <a:chExt cx="4683138" cy="1470382"/>
            </a:xfrm>
          </p:grpSpPr>
          <p:cxnSp>
            <p:nvCxnSpPr>
              <p:cNvPr id="460" name="Elbow Connector 459">
                <a:extLst>
                  <a:ext uri="{FF2B5EF4-FFF2-40B4-BE49-F238E27FC236}">
                    <a16:creationId xmlns:a16="http://schemas.microsoft.com/office/drawing/2014/main" id="{6BD09546-374F-7D35-238E-29B215BF2A5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7" y="4539199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43C67F57-5E53-8D66-F2B2-4D53E0D4EE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665529"/>
                <a:ext cx="1766824" cy="283464"/>
              </a:xfrm>
              <a:prstGeom prst="bentConnector3">
                <a:avLst>
                  <a:gd name="adj1" fmla="val 17288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F164CA43-B488-AC4B-A9ED-2B9149202D3F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941070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BBDF5DDB-1202-8726-5786-BF3E293D7DE5}"/>
              </a:ext>
            </a:extLst>
          </p:cNvPr>
          <p:cNvGrpSpPr/>
          <p:nvPr/>
        </p:nvGrpSpPr>
        <p:grpSpPr>
          <a:xfrm>
            <a:off x="7709119" y="3484820"/>
            <a:ext cx="585916" cy="188480"/>
            <a:chOff x="7709119" y="3484820"/>
            <a:chExt cx="585916" cy="188480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0C804916-9AFC-ED0E-FC2B-AF1EC306EA15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17FD4BF9-5B75-B794-8695-A79B92CC3431}"/>
                </a:ext>
              </a:extLst>
            </p:cNvPr>
            <p:cNvSpPr/>
            <p:nvPr/>
          </p:nvSpPr>
          <p:spPr>
            <a:xfrm>
              <a:off x="7709119" y="3484820"/>
              <a:ext cx="310910" cy="181805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4E33164D-5B92-1CF1-AB43-C624175B651E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675E9764-610B-47BC-FB9E-0189D0FDEDAB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0DC13F08-CC41-ADFE-A0FD-716AB2A78BDA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9E5D0F6A-4CEA-A3F2-97AB-74301D4BFB8B}"/>
              </a:ext>
            </a:extLst>
          </p:cNvPr>
          <p:cNvSpPr txBox="1"/>
          <p:nvPr/>
        </p:nvSpPr>
        <p:spPr>
          <a:xfrm>
            <a:off x="6277442" y="1060450"/>
            <a:ext cx="4411055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F9656496-1D8C-3517-F5A2-8126F239B6D8}"/>
              </a:ext>
            </a:extLst>
          </p:cNvPr>
          <p:cNvSpPr txBox="1"/>
          <p:nvPr/>
        </p:nvSpPr>
        <p:spPr>
          <a:xfrm>
            <a:off x="420659" y="5562420"/>
            <a:ext cx="1370376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taken/not taken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9CDB84E-BA1D-B016-5232-0DF6C594D590}"/>
              </a:ext>
            </a:extLst>
          </p:cNvPr>
          <p:cNvGrpSpPr/>
          <p:nvPr/>
        </p:nvGrpSpPr>
        <p:grpSpPr>
          <a:xfrm>
            <a:off x="4070302" y="5518212"/>
            <a:ext cx="6835124" cy="555841"/>
            <a:chOff x="4070302" y="5518212"/>
            <a:chExt cx="6835124" cy="555841"/>
          </a:xfrm>
        </p:grpSpPr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9D527D02-B0DB-47B1-95DF-04868A8E1729}"/>
                </a:ext>
              </a:extLst>
            </p:cNvPr>
            <p:cNvSpPr txBox="1"/>
            <p:nvPr/>
          </p:nvSpPr>
          <p:spPr>
            <a:xfrm>
              <a:off x="4070302" y="5553911"/>
              <a:ext cx="806631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sz="16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571BF4A1-F574-3E22-D585-9FC1E3682AE3}"/>
                </a:ext>
              </a:extLst>
            </p:cNvPr>
            <p:cNvSpPr txBox="1"/>
            <p:nvPr/>
          </p:nvSpPr>
          <p:spPr>
            <a:xfrm>
              <a:off x="5335397" y="5556000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4A901F31-F33E-E7A8-2A2B-A60846483D3C}"/>
                </a:ext>
              </a:extLst>
            </p:cNvPr>
            <p:cNvSpPr txBox="1"/>
            <p:nvPr/>
          </p:nvSpPr>
          <p:spPr>
            <a:xfrm>
              <a:off x="6410974" y="5557569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A6C72D4E-FE7B-321A-0C5A-EC835350564C}"/>
                </a:ext>
              </a:extLst>
            </p:cNvPr>
            <p:cNvSpPr txBox="1"/>
            <p:nvPr/>
          </p:nvSpPr>
          <p:spPr>
            <a:xfrm>
              <a:off x="7560125" y="5526419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842D1DED-9D32-1E88-92DF-C63ADF2F654F}"/>
                </a:ext>
              </a:extLst>
            </p:cNvPr>
            <p:cNvSpPr txBox="1"/>
            <p:nvPr/>
          </p:nvSpPr>
          <p:spPr>
            <a:xfrm>
              <a:off x="7955924" y="5518212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DB66310C-D6C3-8EEF-6E8E-EC071C4FB682}"/>
                </a:ext>
              </a:extLst>
            </p:cNvPr>
            <p:cNvSpPr txBox="1"/>
            <p:nvPr/>
          </p:nvSpPr>
          <p:spPr>
            <a:xfrm>
              <a:off x="8429817" y="5538557"/>
              <a:ext cx="688971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0AC053D7-064D-F0B1-1AA0-50AE6C5B32F9}"/>
                </a:ext>
              </a:extLst>
            </p:cNvPr>
            <p:cNvSpPr txBox="1"/>
            <p:nvPr/>
          </p:nvSpPr>
          <p:spPr>
            <a:xfrm>
              <a:off x="9282643" y="5557569"/>
              <a:ext cx="82747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BCE6519F-B5C0-6A93-6211-9667FCBA3EA3}"/>
                </a:ext>
              </a:extLst>
            </p:cNvPr>
            <p:cNvSpPr txBox="1"/>
            <p:nvPr/>
          </p:nvSpPr>
          <p:spPr>
            <a:xfrm>
              <a:off x="10249476" y="5559045"/>
              <a:ext cx="65595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ECD6E4D8-C794-DF94-4934-65DB63B5975A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7F3C933D-641C-50E0-A7E5-E7C1D51B2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A14B4884-4BEB-434C-C1B7-383BF924CAC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4B4287D2-0BDF-45AB-6683-CE119C5AF6D4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DEE612D0-57F7-6E20-009A-3C35A6977380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655FBAC4-E0CB-D769-E12B-7E8054246F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A2273E3D-50E0-5FCF-6C83-2CD5916213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06C4407-7AC7-E77B-34E3-1097144D1450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8" name="Elbow Connector 507">
              <a:extLst>
                <a:ext uri="{FF2B5EF4-FFF2-40B4-BE49-F238E27FC236}">
                  <a16:creationId xmlns:a16="http://schemas.microsoft.com/office/drawing/2014/main" id="{C3B046E1-95FF-820C-7333-7ECA1961494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Elbow Connector 508">
              <a:extLst>
                <a:ext uri="{FF2B5EF4-FFF2-40B4-BE49-F238E27FC236}">
                  <a16:creationId xmlns:a16="http://schemas.microsoft.com/office/drawing/2014/main" id="{826C8C99-64DC-687F-8DF8-3E1397A4075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E95BFB-089B-2034-2EBF-B244B8CB6B2D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7EA9DBE-8780-A0E4-1BDD-5C16CC4E3697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4DC513D-6564-2FF9-2E21-0792E0C0B8D9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B79ABEA-E4C8-7F88-2F25-799D5929D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5496C807-6C50-E511-C3C0-2363D91E2EE7}"/>
              </a:ext>
            </a:extLst>
          </p:cNvPr>
          <p:cNvGrpSpPr/>
          <p:nvPr/>
        </p:nvGrpSpPr>
        <p:grpSpPr>
          <a:xfrm>
            <a:off x="881793" y="3462503"/>
            <a:ext cx="562890" cy="183691"/>
            <a:chOff x="881793" y="3462503"/>
            <a:chExt cx="562890" cy="183691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CF1E70C-DB0A-9A2F-3868-AF5F9FE8D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43964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6D3F3DF-8022-1283-A591-2C551AA81C33}"/>
                </a:ext>
              </a:extLst>
            </p:cNvPr>
            <p:cNvSpPr/>
            <p:nvPr/>
          </p:nvSpPr>
          <p:spPr>
            <a:xfrm flipV="1">
              <a:off x="881793" y="3462503"/>
              <a:ext cx="405114" cy="183691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E01F587E-66F3-4EF9-DD06-4DEE983766CC}"/>
              </a:ext>
            </a:extLst>
          </p:cNvPr>
          <p:cNvGrpSpPr/>
          <p:nvPr/>
        </p:nvGrpSpPr>
        <p:grpSpPr>
          <a:xfrm>
            <a:off x="6690773" y="5545178"/>
            <a:ext cx="820348" cy="490671"/>
            <a:chOff x="6690773" y="5545178"/>
            <a:chExt cx="820348" cy="490671"/>
          </a:xfrm>
        </p:grpSpPr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F22B7299-231E-22B4-9694-AEB67428BC84}"/>
                </a:ext>
              </a:extLst>
            </p:cNvPr>
            <p:cNvSpPr txBox="1"/>
            <p:nvPr/>
          </p:nvSpPr>
          <p:spPr>
            <a:xfrm>
              <a:off x="6690773" y="5779625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BrEq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14528A22-9AC5-026F-A5F2-94DC420FAE38}"/>
                </a:ext>
              </a:extLst>
            </p:cNvPr>
            <p:cNvSpPr txBox="1"/>
            <p:nvPr/>
          </p:nvSpPr>
          <p:spPr>
            <a:xfrm>
              <a:off x="6954558" y="5545178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BrLT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483C1C-6DCA-4094-B2A7-A4E65770FDE8}"/>
              </a:ext>
            </a:extLst>
          </p:cNvPr>
          <p:cNvGrpSpPr/>
          <p:nvPr/>
        </p:nvGrpSpPr>
        <p:grpSpPr>
          <a:xfrm>
            <a:off x="6257552" y="3661650"/>
            <a:ext cx="940911" cy="1917988"/>
            <a:chOff x="6257552" y="3661650"/>
            <a:chExt cx="940911" cy="191798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B33AD7E-C740-5679-1259-CFC51FAA536A}"/>
                </a:ext>
              </a:extLst>
            </p:cNvPr>
            <p:cNvCxnSpPr/>
            <p:nvPr/>
          </p:nvCxnSpPr>
          <p:spPr>
            <a:xfrm flipV="1">
              <a:off x="6272571" y="417252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4B96823-480C-B052-7941-5FA69E8D9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7552" y="366165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2A7D83B-C032-4667-BECD-458A1A29519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95465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8469872-2DC0-E29A-5E0A-A48749C41187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405712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671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4996-1208-23F6-4394-36227028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D457B45-4847-D9ED-690A-3FA021425A15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112B5C2-2DF9-490B-BBAD-0B07A8F5AF1E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0C6D8BE-22F2-9D5E-0998-C1EF35A090B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445020B2-0198-BBED-0A77-75B506056379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35B6542-33FE-F6C5-89F6-E025B84F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Datapath (8/8)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F7A5774-A058-0C78-C432-32C230B7657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EF14D961-F802-8123-FAD4-5D659FE5C1B7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772A7AA2-32EA-978C-1079-82CC7CD86D69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DDE19998-70E4-BA3C-1AA5-03167996D3B7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2348A711-5810-FD0C-EB7F-F58AEE2DB12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5FBBAD8E-FA85-2467-F676-9494D0C15554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FBAA25FE-E885-6A02-B35A-3E3947D1327B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C4C3B22-FABB-044A-5320-755615850E1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3213F818-BF6C-474F-B489-FE7A0A022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DEBA7C8-84F1-9C08-3D3F-EDA9408181B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1192294-6F07-D72C-C134-0C9981EF714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43D0072-9EB7-B2C6-22D0-3C76DDFD938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8478572-9048-6B00-9418-6A6513E155A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7A483AD-88AB-3C19-DC74-B26D83DBD78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35C1679-39D2-050F-D56A-8F71A9DEA5D3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9204928-FEAA-9DEB-82AF-0206519A5D72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5C2BDA6C-BA53-D0AA-8FC8-854CD7D522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9AC363A5-2ED5-E152-6B4C-B5EA9E469E0A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AD110C71-7682-9CDC-911C-34353B8889C9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3FD6B168-49C4-9DC4-7B51-60486C7DB509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9695FA1-677C-B92A-D7C4-BE72D32EB53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9EF84F89-014D-9795-70DE-93DD9A3C7146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9F03A07D-3D58-1D7B-884B-9206FEA8A49E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5E235089-A5C9-9CF4-4BFD-CBCE16EEF454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28E467A-B0B4-C7E7-0D6F-5FB219D88D47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CD16FBBA-E3E8-FC69-00CF-2554D17CBA4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98E19735-F128-2D39-C495-3F02D328F36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7E33CB6D-C590-C479-0442-C92ACB6C9CD5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4DD66BD9-7810-C276-BBBA-EA34C885D9B2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04359EE2-CE05-07DB-5462-145BA5B7B92A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8A55EC37-2F04-5BD6-8ADA-C2B1C47A948E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D994E4DF-C5CC-595F-1AC7-B59C51C58E4B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F252F77-214A-AC33-524A-3F90D612767E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E9374095-F619-196F-F4E5-E644C0834D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76BA4B4-46D9-8A30-26B5-11EA940B4B3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8D73351D-76ED-2349-5892-BFD918BFE66F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F5ED2AEC-4A57-4193-AB74-9DA272D04D0B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1897BE2-0113-02C5-7D2D-22CA3DC1D256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F19361F-1317-4D6A-3519-D396A6F51838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95AE5B13-1BB3-052A-0BEA-F12E3383232C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59CCC755-9B38-789D-6B32-AB274F70B5E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D114D9A5-95AA-0CF3-BA09-2FA110119429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EF00FB6-B52C-278F-1D52-28D173D6CACC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4D0C22-0247-E4ED-0C0F-9DD6B57DEF5C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665A8D-4C3C-A118-8F7A-81E857B75AE5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2908C46-D9B5-C0DE-E80A-E75A550F96E8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7A22F8-1918-F041-13AB-4AB4C7C58C1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632DB4A-78C6-EE84-F67F-3BE13FEB96B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9C9C8C-5BEC-47A6-8250-A7BB73A51745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A6CE911-F075-36F2-D191-E3CC5B50367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55DD442-6B57-9668-213F-8932A2B557F3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E42269C5-D5CF-80A8-EE96-F11B1D66B3A6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1466D4-D88D-3E41-25C1-E4BD7E508AC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69600AC-32A3-9BB5-1241-5DE5FD59DB7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2BE717A-F5EA-4953-1EB7-63EE106189C7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051C791-78B3-E6B6-2C3A-59C54CA61569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845A0D2-7779-0329-AD7C-7E6927F320DC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FFAECFB-23D9-66D8-D652-74BB3A24ACF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CFB3353-30FA-4FFD-4CE7-DBFA972757A1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55E717B0-8E3B-2E3B-17D2-E416129393D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6D0CB8A-43E6-F6A2-8037-73A33867E8B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DCAF79-A8EC-44FC-5FFA-1E8E36504178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4292D57F-A1C0-345F-41B3-84FC8E3BEA4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FA254F-79D6-131A-8BD1-05B45C11BBE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AF01DF1-945D-B849-AC6C-EDB3D5CC50F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20716EC-4502-7E4D-192D-3FB991B1596B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DF8980C-7E42-9305-15FD-E5297DF69AF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07150CB5-DB2A-0AE1-EC37-3BB3538C7D6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8C6012C-B074-6FA0-FB44-401C073A3B87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B3D1591-EED9-B3FB-8787-E24A129AE868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5FB157A7-55B1-5358-A4D4-AA413297F18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70C958A4-80FE-11B5-F76F-DCDA0E9A6DA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9E488E85-717C-0555-77F2-AC21C9B1A360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BD0489F-B5F2-FFB8-7F0B-6CBCE5DEED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083A23-7166-F928-6990-6C6940DA1E56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634569E-5B28-7CED-BAA7-D66A39A59D1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C31246-B7C4-EA08-5BF6-8AE5A5B8A495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01D841-6AD7-0807-A385-A58B72725F0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7239D64-0AD5-6F8E-3797-408D5BABEB4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EDF389C5-2120-695D-B6C5-C25D44F2E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4D1D7A9-3892-8EB7-7C4B-C33CD64FEB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EC9FE80-99FB-21B8-A440-0E31238F34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04C6B2-4E2C-20B3-2B5A-C8B6D6BFDE01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C2EBF6-67B5-CD50-CACF-865FC9B27992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384CA2-A326-EFB4-F636-85A3DF025E73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68B0ED77-5C29-9D4E-5FAC-4CAE12B70FF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A448FAD-823F-49FB-E62F-D294E5DA2946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E4E60E3A-E769-2021-2E51-8E396BFDC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9A93B40-ADD8-0730-05D3-20605395ACF7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995AEC41-39BF-98EF-187C-FC74AE9FFD15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AF861789-35D7-9F6E-5131-77676430688C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34098D3A-47E4-6FE7-9E09-A5EA27B17973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F780B125-98F9-8E52-D95F-F770DA5E821B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8E7870F-32B5-5D7B-E1F1-0DA2B694FB74}"/>
              </a:ext>
            </a:extLst>
          </p:cNvPr>
          <p:cNvSpPr txBox="1"/>
          <p:nvPr/>
        </p:nvSpPr>
        <p:spPr>
          <a:xfrm>
            <a:off x="293423" y="1063996"/>
            <a:ext cx="31927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If </a:t>
            </a:r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 is </a:t>
            </a: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, update PC to </a:t>
            </a: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ALU output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. Else, update to next instruction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E85A44-C20B-7A02-AB12-30C486DAA862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F53FE47-DF25-97D5-9189-DFC72B9F7A22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10B8AF-AC85-473D-15C1-BFB521E5C231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E07F425-3FDA-1086-0DC2-0A65A6A9B404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83771169-9F36-24DB-4309-AD8A77DD2109}"/>
                    </a:ext>
                  </a:extLst>
                </p:cNvPr>
                <p:cNvGrpSpPr/>
                <p:nvPr/>
              </p:nvGrpSpPr>
              <p:grpSpPr>
                <a:xfrm>
                  <a:off x="1780532" y="2965993"/>
                  <a:ext cx="673038" cy="703576"/>
                  <a:chOff x="1780532" y="2965993"/>
                  <a:chExt cx="673038" cy="703576"/>
                </a:xfrm>
              </p:grpSpPr>
              <p:cxnSp>
                <p:nvCxnSpPr>
                  <p:cNvPr id="63" name="Elbow Connector 62">
                    <a:extLst>
                      <a:ext uri="{FF2B5EF4-FFF2-40B4-BE49-F238E27FC236}">
                        <a16:creationId xmlns:a16="http://schemas.microsoft.com/office/drawing/2014/main" id="{A454E9C1-FEBA-8291-C238-153F6CDFB5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1830481" y="3046480"/>
                    <a:ext cx="703576" cy="542602"/>
                  </a:xfrm>
                  <a:prstGeom prst="bentConnector3">
                    <a:avLst>
                      <a:gd name="adj1" fmla="val 100542"/>
                    </a:avLst>
                  </a:prstGeom>
                  <a:ln w="57150">
                    <a:solidFill>
                      <a:schemeClr val="accent2"/>
                    </a:solidFill>
                    <a:headEnd type="oval" w="sm" len="sm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>
                    <a:extLst>
                      <a:ext uri="{FF2B5EF4-FFF2-40B4-BE49-F238E27FC236}">
                        <a16:creationId xmlns:a16="http://schemas.microsoft.com/office/drawing/2014/main" id="{E9CB1316-FF64-CF63-670E-3469612E64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80532" y="3655540"/>
                    <a:ext cx="130436" cy="0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4057069-EF2B-C477-8AF5-1391BE5AF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8759" y="2260284"/>
                  <a:ext cx="2697480" cy="1985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headEnd w="sm" len="sm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lbow Connector 60">
                  <a:extLst>
                    <a:ext uri="{FF2B5EF4-FFF2-40B4-BE49-F238E27FC236}">
                      <a16:creationId xmlns:a16="http://schemas.microsoft.com/office/drawing/2014/main" id="{B24233AE-4FB6-5C5C-7E2D-F914871FB8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3946" y="2363686"/>
                  <a:ext cx="477525" cy="270723"/>
                </a:xfrm>
                <a:prstGeom prst="bentConnector3">
                  <a:avLst>
                    <a:gd name="adj1" fmla="val -5318"/>
                  </a:avLst>
                </a:prstGeom>
                <a:ln w="57150">
                  <a:solidFill>
                    <a:schemeClr val="accent2"/>
                  </a:solidFill>
                  <a:headEnd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Elbow Connector 61">
                  <a:extLst>
                    <a:ext uri="{FF2B5EF4-FFF2-40B4-BE49-F238E27FC236}">
                      <a16:creationId xmlns:a16="http://schemas.microsoft.com/office/drawing/2014/main" id="{D8BC13D1-5A9E-5EF9-6BD4-4F36986004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91279" y="2758010"/>
                  <a:ext cx="1230930" cy="235480"/>
                </a:xfrm>
                <a:prstGeom prst="bentConnector2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531A9BD-23B2-14E4-0727-7835C8047A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CC485FBC-75EA-0D0B-C474-CF95BBE1A68C}"/>
              </a:ext>
            </a:extLst>
          </p:cNvPr>
          <p:cNvSpPr txBox="1"/>
          <p:nvPr/>
        </p:nvSpPr>
        <p:spPr>
          <a:xfrm>
            <a:off x="3486169" y="1063996"/>
            <a:ext cx="28312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16E4DD92-6FD8-83F4-E820-730C163E065B}"/>
              </a:ext>
            </a:extLst>
          </p:cNvPr>
          <p:cNvGrpSpPr/>
          <p:nvPr/>
        </p:nvGrpSpPr>
        <p:grpSpPr>
          <a:xfrm>
            <a:off x="3062789" y="3665529"/>
            <a:ext cx="4683138" cy="1470382"/>
            <a:chOff x="3062789" y="3665529"/>
            <a:chExt cx="4683138" cy="1470382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A3E5B39-15F0-F666-DBFA-18339401DD2E}"/>
                </a:ext>
              </a:extLst>
            </p:cNvPr>
            <p:cNvGrpSpPr/>
            <p:nvPr/>
          </p:nvGrpSpPr>
          <p:grpSpPr>
            <a:xfrm>
              <a:off x="3062789" y="3665529"/>
              <a:ext cx="4683138" cy="1470382"/>
              <a:chOff x="3062789" y="3665529"/>
              <a:chExt cx="4683138" cy="1470382"/>
            </a:xfrm>
          </p:grpSpPr>
          <p:cxnSp>
            <p:nvCxnSpPr>
              <p:cNvPr id="460" name="Elbow Connector 459">
                <a:extLst>
                  <a:ext uri="{FF2B5EF4-FFF2-40B4-BE49-F238E27FC236}">
                    <a16:creationId xmlns:a16="http://schemas.microsoft.com/office/drawing/2014/main" id="{B634B027-F9BD-E1E2-300A-65EA54F8721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7" y="4539199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C3014036-D5FD-D26D-5A1D-CE2B94F0CF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665529"/>
                <a:ext cx="1766824" cy="283464"/>
              </a:xfrm>
              <a:prstGeom prst="bentConnector3">
                <a:avLst>
                  <a:gd name="adj1" fmla="val 17288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2953C827-F04C-3FD5-3AFA-C864EC8E3079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941070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99BA4EF7-9936-001A-F45B-9BAEBC6098C5}"/>
              </a:ext>
            </a:extLst>
          </p:cNvPr>
          <p:cNvGrpSpPr/>
          <p:nvPr/>
        </p:nvGrpSpPr>
        <p:grpSpPr>
          <a:xfrm>
            <a:off x="7709119" y="3484820"/>
            <a:ext cx="585916" cy="188480"/>
            <a:chOff x="7709119" y="3484820"/>
            <a:chExt cx="585916" cy="188480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80A4C36F-4196-08EC-E94D-49608698AD35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E6F2280E-B7F5-03CC-9363-B918036A4CF2}"/>
                </a:ext>
              </a:extLst>
            </p:cNvPr>
            <p:cNvSpPr/>
            <p:nvPr/>
          </p:nvSpPr>
          <p:spPr>
            <a:xfrm>
              <a:off x="7709119" y="3484820"/>
              <a:ext cx="310910" cy="181805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6DB764B9-E9AB-E1C2-1B21-5518A7376DF3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EB2A63D2-19BB-B464-BCC0-E34D6BF11948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3442D837-64F3-A8E0-8875-371B0C0B1F2C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3D6BC193-9A1A-7770-1FCD-94854B02DB9F}"/>
              </a:ext>
            </a:extLst>
          </p:cNvPr>
          <p:cNvSpPr txBox="1"/>
          <p:nvPr/>
        </p:nvSpPr>
        <p:spPr>
          <a:xfrm>
            <a:off x="6277442" y="1060450"/>
            <a:ext cx="4411055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BF0A95-0973-89CD-BBF0-B0270A14DA62}"/>
              </a:ext>
            </a:extLst>
          </p:cNvPr>
          <p:cNvSpPr txBox="1"/>
          <p:nvPr/>
        </p:nvSpPr>
        <p:spPr>
          <a:xfrm>
            <a:off x="9085714" y="1436899"/>
            <a:ext cx="1325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9A81CA-09A2-0E57-4012-3758D37AFB4F}"/>
              </a:ext>
            </a:extLst>
          </p:cNvPr>
          <p:cNvSpPr txBox="1"/>
          <p:nvPr/>
        </p:nvSpPr>
        <p:spPr>
          <a:xfrm>
            <a:off x="10229952" y="1436899"/>
            <a:ext cx="1907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registers.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5196FA0C-24E1-3F02-D0D9-84D1C69E154D}"/>
              </a:ext>
            </a:extLst>
          </p:cNvPr>
          <p:cNvSpPr txBox="1"/>
          <p:nvPr/>
        </p:nvSpPr>
        <p:spPr>
          <a:xfrm>
            <a:off x="420659" y="5562420"/>
            <a:ext cx="1370376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taken/not taken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083D42-2383-97B6-5AC4-C383BE451E4D}"/>
              </a:ext>
            </a:extLst>
          </p:cNvPr>
          <p:cNvGrpSpPr/>
          <p:nvPr/>
        </p:nvGrpSpPr>
        <p:grpSpPr>
          <a:xfrm>
            <a:off x="4070302" y="5518212"/>
            <a:ext cx="6835124" cy="555841"/>
            <a:chOff x="4070302" y="5518212"/>
            <a:chExt cx="6835124" cy="555841"/>
          </a:xfrm>
        </p:grpSpPr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B1595156-FD27-A222-DB58-57D373B09DA8}"/>
                </a:ext>
              </a:extLst>
            </p:cNvPr>
            <p:cNvSpPr txBox="1"/>
            <p:nvPr/>
          </p:nvSpPr>
          <p:spPr>
            <a:xfrm>
              <a:off x="4070302" y="5553911"/>
              <a:ext cx="806631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sz="1600" dirty="0">
                <a:solidFill>
                  <a:schemeClr val="accent5"/>
                </a:solidFill>
                <a:latin typeface="18 VAG Rounded Light   02390" pitchFamily="2" charset="0"/>
              </a:endParaRP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797D1767-CEBF-928F-B62A-7FBBF3BED889}"/>
                </a:ext>
              </a:extLst>
            </p:cNvPr>
            <p:cNvSpPr txBox="1"/>
            <p:nvPr/>
          </p:nvSpPr>
          <p:spPr>
            <a:xfrm>
              <a:off x="5335397" y="5556000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9921BC2E-A6BC-77C0-B39D-2882CFE1ED33}"/>
                </a:ext>
              </a:extLst>
            </p:cNvPr>
            <p:cNvSpPr txBox="1"/>
            <p:nvPr/>
          </p:nvSpPr>
          <p:spPr>
            <a:xfrm>
              <a:off x="6410974" y="5557569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C6BAEE0A-4EC9-49CB-965B-43658B836E11}"/>
                </a:ext>
              </a:extLst>
            </p:cNvPr>
            <p:cNvSpPr txBox="1"/>
            <p:nvPr/>
          </p:nvSpPr>
          <p:spPr>
            <a:xfrm>
              <a:off x="7560125" y="5526419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40DBDF8C-C463-5115-6DF9-3CE08EBD5897}"/>
                </a:ext>
              </a:extLst>
            </p:cNvPr>
            <p:cNvSpPr txBox="1"/>
            <p:nvPr/>
          </p:nvSpPr>
          <p:spPr>
            <a:xfrm>
              <a:off x="7955924" y="5518212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4E6DD0D1-A46C-CB78-FBCF-DEC903D7DB92}"/>
                </a:ext>
              </a:extLst>
            </p:cNvPr>
            <p:cNvSpPr txBox="1"/>
            <p:nvPr/>
          </p:nvSpPr>
          <p:spPr>
            <a:xfrm>
              <a:off x="8429817" y="5538557"/>
              <a:ext cx="688971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FF74A940-A18D-9345-492A-6059143ED081}"/>
                </a:ext>
              </a:extLst>
            </p:cNvPr>
            <p:cNvSpPr txBox="1"/>
            <p:nvPr/>
          </p:nvSpPr>
          <p:spPr>
            <a:xfrm>
              <a:off x="9282643" y="5557569"/>
              <a:ext cx="82747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750AC54E-B323-65CE-0E03-4B7B4FD0008C}"/>
                </a:ext>
              </a:extLst>
            </p:cNvPr>
            <p:cNvSpPr txBox="1"/>
            <p:nvPr/>
          </p:nvSpPr>
          <p:spPr>
            <a:xfrm>
              <a:off x="10249476" y="5559045"/>
              <a:ext cx="655950" cy="46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3D11F1A9-F287-8BB2-819C-EF2744B9A2DD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3EF70F8E-0682-3F98-70A9-CDB2740997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6409C07F-F848-0AEE-005D-2B09A53516A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9E8914D7-2C76-1C84-02D9-D32365759ED4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4" name="Elbow Connector 503">
                <a:extLst>
                  <a:ext uri="{FF2B5EF4-FFF2-40B4-BE49-F238E27FC236}">
                    <a16:creationId xmlns:a16="http://schemas.microsoft.com/office/drawing/2014/main" id="{879CAA92-0163-622D-8BC1-6736F45DA74B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2893F5D8-D768-46E2-F6F2-872E640AE8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Elbow Connector 505">
                <a:extLst>
                  <a:ext uri="{FF2B5EF4-FFF2-40B4-BE49-F238E27FC236}">
                    <a16:creationId xmlns:a16="http://schemas.microsoft.com/office/drawing/2014/main" id="{5F5F344B-61D6-CA0B-DCAE-940C61AC02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9E146683-BFF0-7E81-6936-2D7B38ED609F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8" name="Elbow Connector 507">
              <a:extLst>
                <a:ext uri="{FF2B5EF4-FFF2-40B4-BE49-F238E27FC236}">
                  <a16:creationId xmlns:a16="http://schemas.microsoft.com/office/drawing/2014/main" id="{6A567F58-C597-64A5-4ED1-0F9582771BF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Elbow Connector 508">
              <a:extLst>
                <a:ext uri="{FF2B5EF4-FFF2-40B4-BE49-F238E27FC236}">
                  <a16:creationId xmlns:a16="http://schemas.microsoft.com/office/drawing/2014/main" id="{A474F1F2-76FE-7C74-70C1-CC8DB474B7D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191A2A-EE99-F621-A25A-6C3187B1A299}"/>
              </a:ext>
            </a:extLst>
          </p:cNvPr>
          <p:cNvGrpSpPr/>
          <p:nvPr/>
        </p:nvGrpSpPr>
        <p:grpSpPr>
          <a:xfrm>
            <a:off x="3059473" y="3950047"/>
            <a:ext cx="1064438" cy="1596428"/>
            <a:chOff x="3059473" y="3950047"/>
            <a:chExt cx="1064438" cy="1596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3634C36-9986-98A8-6015-28B90E352053}"/>
                </a:ext>
              </a:extLst>
            </p:cNvPr>
            <p:cNvCxnSpPr>
              <a:cxnSpLocks/>
            </p:cNvCxnSpPr>
            <p:nvPr/>
          </p:nvCxnSpPr>
          <p:spPr>
            <a:xfrm>
              <a:off x="3059473" y="3950047"/>
              <a:ext cx="128436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EEAAE08-97AA-1A61-00DA-AF77E5B9C95A}"/>
                </a:ext>
              </a:extLst>
            </p:cNvPr>
            <p:cNvCxnSpPr/>
            <p:nvPr/>
          </p:nvCxnSpPr>
          <p:spPr>
            <a:xfrm>
              <a:off x="3193944" y="3971033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D387332-5DBB-5D85-1D3B-2FE54E899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3" y="5023990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5E7E7424-EC3C-4585-95D5-70E9DB079D7D}"/>
              </a:ext>
            </a:extLst>
          </p:cNvPr>
          <p:cNvGrpSpPr/>
          <p:nvPr/>
        </p:nvGrpSpPr>
        <p:grpSpPr>
          <a:xfrm>
            <a:off x="881793" y="3462503"/>
            <a:ext cx="562890" cy="183691"/>
            <a:chOff x="881793" y="3462503"/>
            <a:chExt cx="562890" cy="183691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FFE09B5-A233-4577-94A4-970B5F56C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0363" y="3643964"/>
              <a:ext cx="27432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2BFBC1C-1629-4DC2-256B-32AB04920FF8}"/>
                </a:ext>
              </a:extLst>
            </p:cNvPr>
            <p:cNvSpPr/>
            <p:nvPr/>
          </p:nvSpPr>
          <p:spPr>
            <a:xfrm flipV="1">
              <a:off x="881793" y="3462503"/>
              <a:ext cx="405114" cy="183691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151A8849-BEF8-92E2-57EA-3F68BE89AF8E}"/>
              </a:ext>
            </a:extLst>
          </p:cNvPr>
          <p:cNvGrpSpPr/>
          <p:nvPr/>
        </p:nvGrpSpPr>
        <p:grpSpPr>
          <a:xfrm>
            <a:off x="6690773" y="5545178"/>
            <a:ext cx="820348" cy="490671"/>
            <a:chOff x="6690773" y="5545178"/>
            <a:chExt cx="820348" cy="490671"/>
          </a:xfrm>
        </p:grpSpPr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93662992-6FE6-605F-F00E-264F900C0DCF}"/>
                </a:ext>
              </a:extLst>
            </p:cNvPr>
            <p:cNvSpPr txBox="1"/>
            <p:nvPr/>
          </p:nvSpPr>
          <p:spPr>
            <a:xfrm>
              <a:off x="6690773" y="5779625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BrEq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2E5A90A1-D94F-26D1-0155-57ECF8C4B811}"/>
                </a:ext>
              </a:extLst>
            </p:cNvPr>
            <p:cNvSpPr txBox="1"/>
            <p:nvPr/>
          </p:nvSpPr>
          <p:spPr>
            <a:xfrm>
              <a:off x="6954558" y="5545178"/>
              <a:ext cx="556563" cy="256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BrLT</a:t>
              </a:r>
              <a:endPara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32E7FA-BFCD-BCFF-ECCB-5659FD808BFD}"/>
              </a:ext>
            </a:extLst>
          </p:cNvPr>
          <p:cNvGrpSpPr/>
          <p:nvPr/>
        </p:nvGrpSpPr>
        <p:grpSpPr>
          <a:xfrm>
            <a:off x="6257552" y="3661650"/>
            <a:ext cx="940911" cy="1917988"/>
            <a:chOff x="6257552" y="3661650"/>
            <a:chExt cx="940911" cy="19179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13026A-5546-9F58-4DB8-81A764BB4B2F}"/>
                </a:ext>
              </a:extLst>
            </p:cNvPr>
            <p:cNvCxnSpPr/>
            <p:nvPr/>
          </p:nvCxnSpPr>
          <p:spPr>
            <a:xfrm flipV="1">
              <a:off x="6272571" y="417252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24ECA95-087F-5C3D-7F06-F3DEB15C9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7552" y="366165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8F279B6-1AAF-30AE-DDC1-A88E8FCA8CA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95465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BFB76F2-7FF2-B592-CE8C-CE03ED0B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405712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44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28139</TotalTime>
  <Words>1176</Words>
  <Application>Microsoft Macintosh PowerPoint</Application>
  <PresentationFormat>Widescreen</PresentationFormat>
  <Paragraphs>595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Tracing the beq Datapath (8/8)</vt:lpstr>
      <vt:lpstr>Tracing the beq Datapath (1/8)</vt:lpstr>
      <vt:lpstr>Tracing the beq Datapath (2/8)</vt:lpstr>
      <vt:lpstr>Tracing the beq Datapath (3/8)</vt:lpstr>
      <vt:lpstr>Tracing the beq Datapath (4/8)</vt:lpstr>
      <vt:lpstr>Tracing the beq Datapath (5/8)</vt:lpstr>
      <vt:lpstr>Tracing the beq Datapath (6/8)</vt:lpstr>
      <vt:lpstr>Tracing the beq Datapath (7/8)</vt:lpstr>
      <vt:lpstr>Tracing the beq Datapath (8/8)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902</cp:revision>
  <cp:lastPrinted>2022-09-30T17:03:13Z</cp:lastPrinted>
  <dcterms:created xsi:type="dcterms:W3CDTF">2022-09-05T20:39:51Z</dcterms:created>
  <dcterms:modified xsi:type="dcterms:W3CDTF">2026-03-26T00:43:06Z</dcterms:modified>
</cp:coreProperties>
</file>